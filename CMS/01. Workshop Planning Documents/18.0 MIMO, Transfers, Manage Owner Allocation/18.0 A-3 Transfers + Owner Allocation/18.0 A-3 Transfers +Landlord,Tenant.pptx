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5"/>
  </p:sldMasterIdLst>
  <p:notesMasterIdLst>
    <p:notesMasterId r:id="rId40"/>
  </p:notesMasterIdLst>
  <p:sldIdLst>
    <p:sldId id="268" r:id="rId6"/>
    <p:sldId id="286" r:id="rId7"/>
    <p:sldId id="2147483632" r:id="rId8"/>
    <p:sldId id="279" r:id="rId9"/>
    <p:sldId id="284" r:id="rId10"/>
    <p:sldId id="289" r:id="rId11"/>
    <p:sldId id="256" r:id="rId12"/>
    <p:sldId id="260" r:id="rId13"/>
    <p:sldId id="261" r:id="rId14"/>
    <p:sldId id="262" r:id="rId15"/>
    <p:sldId id="258" r:id="rId16"/>
    <p:sldId id="259" r:id="rId17"/>
    <p:sldId id="281" r:id="rId18"/>
    <p:sldId id="264" r:id="rId19"/>
    <p:sldId id="2147483647" r:id="rId20"/>
    <p:sldId id="263" r:id="rId21"/>
    <p:sldId id="266" r:id="rId22"/>
    <p:sldId id="267" r:id="rId23"/>
    <p:sldId id="269" r:id="rId24"/>
    <p:sldId id="271" r:id="rId25"/>
    <p:sldId id="272" r:id="rId26"/>
    <p:sldId id="274" r:id="rId27"/>
    <p:sldId id="257" r:id="rId28"/>
    <p:sldId id="273" r:id="rId29"/>
    <p:sldId id="278" r:id="rId30"/>
    <p:sldId id="317" r:id="rId31"/>
    <p:sldId id="312" r:id="rId32"/>
    <p:sldId id="300" r:id="rId33"/>
    <p:sldId id="270" r:id="rId34"/>
    <p:sldId id="275" r:id="rId35"/>
    <p:sldId id="265" r:id="rId36"/>
    <p:sldId id="287" r:id="rId37"/>
    <p:sldId id="295" r:id="rId38"/>
    <p:sldId id="277"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9FD81BA-84B5-4878-92E9-911FF2EE8369}">
          <p14:sldIdLst>
            <p14:sldId id="268"/>
            <p14:sldId id="286"/>
            <p14:sldId id="2147483632"/>
            <p14:sldId id="279"/>
            <p14:sldId id="284"/>
            <p14:sldId id="289"/>
            <p14:sldId id="256"/>
            <p14:sldId id="260"/>
            <p14:sldId id="261"/>
            <p14:sldId id="262"/>
            <p14:sldId id="258"/>
            <p14:sldId id="259"/>
            <p14:sldId id="281"/>
          </p14:sldIdLst>
        </p14:section>
        <p14:section name="Break" id="{BC54D833-9E71-4A79-B254-341A2C614585}">
          <p14:sldIdLst>
            <p14:sldId id="264"/>
          </p14:sldIdLst>
        </p14:section>
        <p14:section name="Manage Customer Transfer" id="{15DCDCAD-8CC3-45CF-8C92-F48F381578BA}">
          <p14:sldIdLst>
            <p14:sldId id="2147483647"/>
            <p14:sldId id="263"/>
            <p14:sldId id="266"/>
            <p14:sldId id="267"/>
            <p14:sldId id="269"/>
            <p14:sldId id="271"/>
            <p14:sldId id="272"/>
            <p14:sldId id="274"/>
            <p14:sldId id="257"/>
            <p14:sldId id="273"/>
            <p14:sldId id="278"/>
          </p14:sldIdLst>
        </p14:section>
        <p14:section name="Blank" id="{B3BD5209-983D-45FC-91B8-FD1AB8DAB2E1}">
          <p14:sldIdLst>
            <p14:sldId id="317"/>
            <p14:sldId id="312"/>
          </p14:sldIdLst>
        </p14:section>
        <p14:section name="FRICE-W" id="{75B2D776-AED1-4550-A09E-0AE33AA92E9B}">
          <p14:sldIdLst>
            <p14:sldId id="300"/>
            <p14:sldId id="270"/>
          </p14:sldIdLst>
        </p14:section>
        <p14:section name="User Stories" id="{B9B5FC41-08C4-4C30-8BBF-C7B0984E9E90}">
          <p14:sldIdLst>
            <p14:sldId id="275"/>
            <p14:sldId id="265"/>
            <p14:sldId id="287"/>
            <p14:sldId id="295"/>
          </p14:sldIdLst>
        </p14:section>
        <p14:section name="Appendix" id="{63E925C5-D09C-4E30-AC39-854A4F5F4E9B}">
          <p14:sldIdLst>
            <p14:sldId id="277"/>
          </p14:sldIdLst>
        </p14:section>
      </p14:section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087D90D-32BC-DED0-2773-3B47B29ECEB8}" name="Vijoy Mathew" initials="VM" userId="S::Vijoy.Mathew@cmsenergy.com::ee9f1d5a-0cb1-45ab-8c18-7bd065152c04" providerId="AD"/>
  <p188:author id="{96ADF577-669D-1405-DA45-2E9AA6382AC2}" name="Mohanta Das" initials="" userId="S::mohanta.das@cmsenergy.com::ae36c681-8d90-4c0d-b637-b44a7861ac8e" providerId="AD"/>
  <p188:author id="{06E22CA2-C0F8-AC46-CA2A-3E2B1B6644D3}" name="Taylor Ilov" initials="TI" userId="S::taylor.ilov@cmsenergy.com::b3e8fa34-e639-4d12-a6dc-5e3032b39fb7" providerId="AD"/>
  <p188:author id="{2E1B6ABD-9ADF-F911-5A83-E1ACD8CA6A92}" name="Andrea Escobar" initials="AE" userId="S::Andrea.Escobar@ibm.com::0505f52a-9b6e-4e66-8eb1-063187b5d225" providerId="AD"/>
  <p188:author id="{640963E0-DD40-45D9-ECE0-B029E0D6AD7B}" name="Kylie E. Prawdzik" initials="KP" userId="S::Kylie.E.Prawdzik@cmsenergy.com::e312beab-4bda-4349-9ba0-e43575b8137d" providerId="AD"/>
  <p188:author id="{501AB7E2-9689-D00B-6C95-3A5D410786DE}" name="Jose Diaz" initials="JD" userId="S::jose.diaz2@ibm.com::9b29bd53-f7fb-41c2-aeba-4f48f8f2c2bf"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94806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933A4C4-CA7F-E0F7-FF0C-416EA13538B9}" v="90" dt="2026-06-08T18:26:08.79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viewProps" Target="viewProps.xml"/><Relationship Id="rId47" Type="http://schemas.microsoft.com/office/2018/10/relationships/authors" Target="author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notesMaster" Target="notesMasters/notesMaster1.xml"/><Relationship Id="rId45" Type="http://schemas.microsoft.com/office/2016/11/relationships/changesInfo" Target="changesInfos/changesInfo1.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tableStyles" Target="tableStyles.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theme" Target="theme/theme1.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microsoft.com/office/2015/10/relationships/revisionInfo" Target="revisionInfo.xml"/><Relationship Id="rId20" Type="http://schemas.openxmlformats.org/officeDocument/2006/relationships/slide" Target="slides/slide15.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nta Das" userId="S::mohanta.das@cmsenergy.com::ae36c681-8d90-4c0d-b637-b44a7861ac8e" providerId="AD" clId="Web-{030DBEE6-DE8C-BA2B-0DAC-57306416C5F1}"/>
    <pc:docChg chg="addSld delSld modSld sldOrd modSection">
      <pc:chgData name="Mohanta Das" userId="S::mohanta.das@cmsenergy.com::ae36c681-8d90-4c0d-b637-b44a7861ac8e" providerId="AD" clId="Web-{030DBEE6-DE8C-BA2B-0DAC-57306416C5F1}" dt="2026-06-03T17:09:31.841" v="101" actId="20577"/>
      <pc:docMkLst>
        <pc:docMk/>
      </pc:docMkLst>
      <pc:sldChg chg="addSp delSp modSp add ord">
        <pc:chgData name="Mohanta Das" userId="S::mohanta.das@cmsenergy.com::ae36c681-8d90-4c0d-b637-b44a7861ac8e" providerId="AD" clId="Web-{030DBEE6-DE8C-BA2B-0DAC-57306416C5F1}" dt="2026-06-03T16:51:49.623" v="24" actId="20577"/>
        <pc:sldMkLst>
          <pc:docMk/>
          <pc:sldMk cId="2424277114" sldId="258"/>
        </pc:sldMkLst>
        <pc:spChg chg="mod ord">
          <ac:chgData name="Mohanta Das" userId="S::mohanta.das@cmsenergy.com::ae36c681-8d90-4c0d-b637-b44a7861ac8e" providerId="AD" clId="Web-{030DBEE6-DE8C-BA2B-0DAC-57306416C5F1}" dt="2026-06-03T16:51:49.623" v="24" actId="20577"/>
          <ac:spMkLst>
            <pc:docMk/>
            <pc:sldMk cId="2424277114" sldId="258"/>
            <ac:spMk id="4" creationId="{2068E17E-0712-B99A-0297-A503110893B8}"/>
          </ac:spMkLst>
        </pc:spChg>
        <pc:picChg chg="add del mod">
          <ac:chgData name="Mohanta Das" userId="S::mohanta.das@cmsenergy.com::ae36c681-8d90-4c0d-b637-b44a7861ac8e" providerId="AD" clId="Web-{030DBEE6-DE8C-BA2B-0DAC-57306416C5F1}" dt="2026-06-03T16:36:08.364" v="16"/>
          <ac:picMkLst>
            <pc:docMk/>
            <pc:sldMk cId="2424277114" sldId="258"/>
            <ac:picMk id="2" creationId="{01C0D7BB-7076-CEC2-CEFE-A9D5575D8C4B}"/>
          </ac:picMkLst>
        </pc:picChg>
        <pc:picChg chg="del">
          <ac:chgData name="Mohanta Das" userId="S::mohanta.das@cmsenergy.com::ae36c681-8d90-4c0d-b637-b44a7861ac8e" providerId="AD" clId="Web-{030DBEE6-DE8C-BA2B-0DAC-57306416C5F1}" dt="2026-06-03T16:29:54.800" v="13"/>
          <ac:picMkLst>
            <pc:docMk/>
            <pc:sldMk cId="2424277114" sldId="258"/>
            <ac:picMk id="3" creationId="{E3864602-702A-E044-2380-00F7945B93B5}"/>
          </ac:picMkLst>
        </pc:picChg>
        <pc:picChg chg="add del mod">
          <ac:chgData name="Mohanta Das" userId="S::mohanta.das@cmsenergy.com::ae36c681-8d90-4c0d-b637-b44a7861ac8e" providerId="AD" clId="Web-{030DBEE6-DE8C-BA2B-0DAC-57306416C5F1}" dt="2026-06-03T16:51:14.856" v="21"/>
          <ac:picMkLst>
            <pc:docMk/>
            <pc:sldMk cId="2424277114" sldId="258"/>
            <ac:picMk id="5" creationId="{F75410F1-AEC1-9EB0-B8F5-E39D7DE0477A}"/>
          </ac:picMkLst>
        </pc:picChg>
        <pc:picChg chg="add mod">
          <ac:chgData name="Mohanta Das" userId="S::mohanta.das@cmsenergy.com::ae36c681-8d90-4c0d-b637-b44a7861ac8e" providerId="AD" clId="Web-{030DBEE6-DE8C-BA2B-0DAC-57306416C5F1}" dt="2026-06-03T16:51:20.434" v="23"/>
          <ac:picMkLst>
            <pc:docMk/>
            <pc:sldMk cId="2424277114" sldId="258"/>
            <ac:picMk id="6" creationId="{EF1A81FC-4AFE-02F3-E4D3-7040FF338367}"/>
          </ac:picMkLst>
        </pc:picChg>
      </pc:sldChg>
      <pc:sldChg chg="modSp add replId">
        <pc:chgData name="Mohanta Das" userId="S::mohanta.das@cmsenergy.com::ae36c681-8d90-4c0d-b637-b44a7861ac8e" providerId="AD" clId="Web-{030DBEE6-DE8C-BA2B-0DAC-57306416C5F1}" dt="2026-06-03T16:51:56.967" v="26" actId="20577"/>
        <pc:sldMkLst>
          <pc:docMk/>
          <pc:sldMk cId="715523992" sldId="259"/>
        </pc:sldMkLst>
        <pc:spChg chg="mod">
          <ac:chgData name="Mohanta Das" userId="S::mohanta.das@cmsenergy.com::ae36c681-8d90-4c0d-b637-b44a7861ac8e" providerId="AD" clId="Web-{030DBEE6-DE8C-BA2B-0DAC-57306416C5F1}" dt="2026-06-03T16:51:56.967" v="26" actId="20577"/>
          <ac:spMkLst>
            <pc:docMk/>
            <pc:sldMk cId="715523992" sldId="259"/>
            <ac:spMk id="4" creationId="{CE699025-DD79-CFE7-BC16-3905E7A1F7BE}"/>
          </ac:spMkLst>
        </pc:spChg>
      </pc:sldChg>
      <pc:sldChg chg="addSp delSp modSp add replId">
        <pc:chgData name="Mohanta Das" userId="S::mohanta.das@cmsenergy.com::ae36c681-8d90-4c0d-b637-b44a7861ac8e" providerId="AD" clId="Web-{030DBEE6-DE8C-BA2B-0DAC-57306416C5F1}" dt="2026-06-03T16:57:23.653" v="41" actId="14100"/>
        <pc:sldMkLst>
          <pc:docMk/>
          <pc:sldMk cId="1450616698" sldId="260"/>
        </pc:sldMkLst>
        <pc:spChg chg="mod ord">
          <ac:chgData name="Mohanta Das" userId="S::mohanta.das@cmsenergy.com::ae36c681-8d90-4c0d-b637-b44a7861ac8e" providerId="AD" clId="Web-{030DBEE6-DE8C-BA2B-0DAC-57306416C5F1}" dt="2026-06-03T16:56:54.262" v="39"/>
          <ac:spMkLst>
            <pc:docMk/>
            <pc:sldMk cId="1450616698" sldId="260"/>
            <ac:spMk id="4" creationId="{EBCFCD57-7F21-EC59-FF26-5A767089C78D}"/>
          </ac:spMkLst>
        </pc:spChg>
        <pc:picChg chg="add mod">
          <ac:chgData name="Mohanta Das" userId="S::mohanta.das@cmsenergy.com::ae36c681-8d90-4c0d-b637-b44a7861ac8e" providerId="AD" clId="Web-{030DBEE6-DE8C-BA2B-0DAC-57306416C5F1}" dt="2026-06-03T16:57:23.653" v="41" actId="14100"/>
          <ac:picMkLst>
            <pc:docMk/>
            <pc:sldMk cId="1450616698" sldId="260"/>
            <ac:picMk id="2" creationId="{55BEFA44-FE2D-896F-D547-595C4B880AFE}"/>
          </ac:picMkLst>
        </pc:picChg>
        <pc:picChg chg="del">
          <ac:chgData name="Mohanta Das" userId="S::mohanta.das@cmsenergy.com::ae36c681-8d90-4c0d-b637-b44a7861ac8e" providerId="AD" clId="Web-{030DBEE6-DE8C-BA2B-0DAC-57306416C5F1}" dt="2026-06-03T16:54:25.458" v="37"/>
          <ac:picMkLst>
            <pc:docMk/>
            <pc:sldMk cId="1450616698" sldId="260"/>
            <ac:picMk id="5" creationId="{81D13FD6-D761-DEE8-04E1-4435AEA8D29B}"/>
          </ac:picMkLst>
        </pc:picChg>
      </pc:sldChg>
      <pc:sldChg chg="addSp delSp modSp add replId">
        <pc:chgData name="Mohanta Das" userId="S::mohanta.das@cmsenergy.com::ae36c681-8d90-4c0d-b637-b44a7861ac8e" providerId="AD" clId="Web-{030DBEE6-DE8C-BA2B-0DAC-57306416C5F1}" dt="2026-06-03T17:02:03.493" v="63" actId="20577"/>
        <pc:sldMkLst>
          <pc:docMk/>
          <pc:sldMk cId="3454755435" sldId="261"/>
        </pc:sldMkLst>
        <pc:spChg chg="mod ord">
          <ac:chgData name="Mohanta Das" userId="S::mohanta.das@cmsenergy.com::ae36c681-8d90-4c0d-b637-b44a7861ac8e" providerId="AD" clId="Web-{030DBEE6-DE8C-BA2B-0DAC-57306416C5F1}" dt="2026-06-03T17:02:03.493" v="63" actId="20577"/>
          <ac:spMkLst>
            <pc:docMk/>
            <pc:sldMk cId="3454755435" sldId="261"/>
            <ac:spMk id="4" creationId="{DF18F323-DE25-3CB8-EE93-AD7F07DC8504}"/>
          </ac:spMkLst>
        </pc:spChg>
        <pc:picChg chg="del">
          <ac:chgData name="Mohanta Das" userId="S::mohanta.das@cmsenergy.com::ae36c681-8d90-4c0d-b637-b44a7861ac8e" providerId="AD" clId="Web-{030DBEE6-DE8C-BA2B-0DAC-57306416C5F1}" dt="2026-06-03T17:01:04.616" v="43"/>
          <ac:picMkLst>
            <pc:docMk/>
            <pc:sldMk cId="3454755435" sldId="261"/>
            <ac:picMk id="2" creationId="{DC760C6E-4506-88D2-FC4A-A21863E6A33B}"/>
          </ac:picMkLst>
        </pc:picChg>
        <pc:picChg chg="add mod">
          <ac:chgData name="Mohanta Das" userId="S::mohanta.das@cmsenergy.com::ae36c681-8d90-4c0d-b637-b44a7861ac8e" providerId="AD" clId="Web-{030DBEE6-DE8C-BA2B-0DAC-57306416C5F1}" dt="2026-06-03T17:01:29.226" v="47" actId="14100"/>
          <ac:picMkLst>
            <pc:docMk/>
            <pc:sldMk cId="3454755435" sldId="261"/>
            <ac:picMk id="3" creationId="{6157C98B-2C31-D9F6-006F-4A5DB039FB71}"/>
          </ac:picMkLst>
        </pc:picChg>
      </pc:sldChg>
      <pc:sldChg chg="addSp delSp modSp add replId">
        <pc:chgData name="Mohanta Das" userId="S::mohanta.das@cmsenergy.com::ae36c681-8d90-4c0d-b637-b44a7861ac8e" providerId="AD" clId="Web-{030DBEE6-DE8C-BA2B-0DAC-57306416C5F1}" dt="2026-06-03T17:04:14.593" v="84" actId="20577"/>
        <pc:sldMkLst>
          <pc:docMk/>
          <pc:sldMk cId="3907674270" sldId="262"/>
        </pc:sldMkLst>
        <pc:spChg chg="mod ord">
          <ac:chgData name="Mohanta Das" userId="S::mohanta.das@cmsenergy.com::ae36c681-8d90-4c0d-b637-b44a7861ac8e" providerId="AD" clId="Web-{030DBEE6-DE8C-BA2B-0DAC-57306416C5F1}" dt="2026-06-03T17:04:14.593" v="84" actId="20577"/>
          <ac:spMkLst>
            <pc:docMk/>
            <pc:sldMk cId="3907674270" sldId="262"/>
            <ac:spMk id="4" creationId="{81E1992E-849F-E246-08BC-11772A5BBD57}"/>
          </ac:spMkLst>
        </pc:spChg>
        <pc:picChg chg="add mod">
          <ac:chgData name="Mohanta Das" userId="S::mohanta.das@cmsenergy.com::ae36c681-8d90-4c0d-b637-b44a7861ac8e" providerId="AD" clId="Web-{030DBEE6-DE8C-BA2B-0DAC-57306416C5F1}" dt="2026-06-03T17:03:49.342" v="67"/>
          <ac:picMkLst>
            <pc:docMk/>
            <pc:sldMk cId="3907674270" sldId="262"/>
            <ac:picMk id="2" creationId="{F777F17B-FFE4-FA13-7591-0051D3827C62}"/>
          </ac:picMkLst>
        </pc:picChg>
        <pc:picChg chg="del">
          <ac:chgData name="Mohanta Das" userId="S::mohanta.das@cmsenergy.com::ae36c681-8d90-4c0d-b637-b44a7861ac8e" providerId="AD" clId="Web-{030DBEE6-DE8C-BA2B-0DAC-57306416C5F1}" dt="2026-06-03T17:03:44.498" v="65"/>
          <ac:picMkLst>
            <pc:docMk/>
            <pc:sldMk cId="3907674270" sldId="262"/>
            <ac:picMk id="3" creationId="{905EC226-2AA1-A779-50AD-7F1731E5D546}"/>
          </ac:picMkLst>
        </pc:picChg>
      </pc:sldChg>
      <pc:sldChg chg="addSp delSp modSp add del replId">
        <pc:chgData name="Mohanta Das" userId="S::mohanta.das@cmsenergy.com::ae36c681-8d90-4c0d-b637-b44a7861ac8e" providerId="AD" clId="Web-{030DBEE6-DE8C-BA2B-0DAC-57306416C5F1}" dt="2026-06-03T17:08:20.806" v="90"/>
        <pc:sldMkLst>
          <pc:docMk/>
          <pc:sldMk cId="67072214" sldId="263"/>
        </pc:sldMkLst>
        <pc:graphicFrameChg chg="add del mod">
          <ac:chgData name="Mohanta Das" userId="S::mohanta.das@cmsenergy.com::ae36c681-8d90-4c0d-b637-b44a7861ac8e" providerId="AD" clId="Web-{030DBEE6-DE8C-BA2B-0DAC-57306416C5F1}" dt="2026-06-03T17:07:55.165" v="88"/>
          <ac:graphicFrameMkLst>
            <pc:docMk/>
            <pc:sldMk cId="67072214" sldId="263"/>
            <ac:graphicFrameMk id="5" creationId="{E8A747CA-E76A-E128-CDC1-AE3827DC123C}"/>
          </ac:graphicFrameMkLst>
        </pc:graphicFrameChg>
        <pc:picChg chg="del">
          <ac:chgData name="Mohanta Das" userId="S::mohanta.das@cmsenergy.com::ae36c681-8d90-4c0d-b637-b44a7861ac8e" providerId="AD" clId="Web-{030DBEE6-DE8C-BA2B-0DAC-57306416C5F1}" dt="2026-06-03T17:07:47.977" v="86"/>
          <ac:picMkLst>
            <pc:docMk/>
            <pc:sldMk cId="67072214" sldId="263"/>
            <ac:picMk id="2" creationId="{601476E5-0E10-933E-7566-F83E1CCE6FB8}"/>
          </ac:picMkLst>
        </pc:picChg>
      </pc:sldChg>
      <pc:sldChg chg="modSp add">
        <pc:chgData name="Mohanta Das" userId="S::mohanta.das@cmsenergy.com::ae36c681-8d90-4c0d-b637-b44a7861ac8e" providerId="AD" clId="Web-{030DBEE6-DE8C-BA2B-0DAC-57306416C5F1}" dt="2026-06-03T17:09:31.841" v="101" actId="20577"/>
        <pc:sldMkLst>
          <pc:docMk/>
          <pc:sldMk cId="417899444" sldId="281"/>
        </pc:sldMkLst>
        <pc:spChg chg="mod">
          <ac:chgData name="Mohanta Das" userId="S::mohanta.das@cmsenergy.com::ae36c681-8d90-4c0d-b637-b44a7861ac8e" providerId="AD" clId="Web-{030DBEE6-DE8C-BA2B-0DAC-57306416C5F1}" dt="2026-06-03T17:09:31.841" v="101" actId="20577"/>
          <ac:spMkLst>
            <pc:docMk/>
            <pc:sldMk cId="417899444" sldId="281"/>
            <ac:spMk id="2" creationId="{5B27D3D2-134E-4AD9-64C6-DB46C76CC4C8}"/>
          </ac:spMkLst>
        </pc:spChg>
        <pc:graphicFrameChg chg="modGraphic">
          <ac:chgData name="Mohanta Das" userId="S::mohanta.das@cmsenergy.com::ae36c681-8d90-4c0d-b637-b44a7861ac8e" providerId="AD" clId="Web-{030DBEE6-DE8C-BA2B-0DAC-57306416C5F1}" dt="2026-06-03T17:09:01.636" v="92"/>
          <ac:graphicFrameMkLst>
            <pc:docMk/>
            <pc:sldMk cId="417899444" sldId="281"/>
            <ac:graphicFrameMk id="3" creationId="{84008CCB-CBE4-E16B-D21C-D7032BB834C8}"/>
          </ac:graphicFrameMkLst>
        </pc:graphicFrameChg>
      </pc:sldChg>
    </pc:docChg>
  </pc:docChgLst>
  <pc:docChgLst>
    <pc:chgData name="Taylor Ilov" userId="S::taylor.ilov@cmsenergy.com::b3e8fa34-e639-4d12-a6dc-5e3032b39fb7" providerId="AD" clId="Web-{4AB304F1-A181-CB42-BF9F-0A2132899FA8}"/>
    <pc:docChg chg="addSld delSld modSld sldOrd modSection">
      <pc:chgData name="Taylor Ilov" userId="S::taylor.ilov@cmsenergy.com::b3e8fa34-e639-4d12-a6dc-5e3032b39fb7" providerId="AD" clId="Web-{4AB304F1-A181-CB42-BF9F-0A2132899FA8}" dt="2026-05-27T18:09:16.079" v="115"/>
      <pc:docMkLst>
        <pc:docMk/>
      </pc:docMkLst>
      <pc:sldChg chg="modSp">
        <pc:chgData name="Taylor Ilov" userId="S::taylor.ilov@cmsenergy.com::b3e8fa34-e639-4d12-a6dc-5e3032b39fb7" providerId="AD" clId="Web-{4AB304F1-A181-CB42-BF9F-0A2132899FA8}" dt="2026-05-27T18:04:27.020" v="76"/>
        <pc:sldMkLst>
          <pc:docMk/>
          <pc:sldMk cId="3692638522" sldId="289"/>
        </pc:sldMkLst>
        <pc:spChg chg="mod">
          <ac:chgData name="Taylor Ilov" userId="S::taylor.ilov@cmsenergy.com::b3e8fa34-e639-4d12-a6dc-5e3032b39fb7" providerId="AD" clId="Web-{4AB304F1-A181-CB42-BF9F-0A2132899FA8}" dt="2026-05-27T18:04:04.722" v="31" actId="20577"/>
          <ac:spMkLst>
            <pc:docMk/>
            <pc:sldMk cId="3692638522" sldId="289"/>
            <ac:spMk id="3" creationId="{58573676-BFE1-83AA-90C9-0699928A0949}"/>
          </ac:spMkLst>
        </pc:spChg>
        <pc:graphicFrameChg chg="mod modGraphic">
          <ac:chgData name="Taylor Ilov" userId="S::taylor.ilov@cmsenergy.com::b3e8fa34-e639-4d12-a6dc-5e3032b39fb7" providerId="AD" clId="Web-{4AB304F1-A181-CB42-BF9F-0A2132899FA8}" dt="2026-05-27T18:04:27.020" v="76"/>
          <ac:graphicFrameMkLst>
            <pc:docMk/>
            <pc:sldMk cId="3692638522" sldId="289"/>
            <ac:graphicFrameMk id="11" creationId="{17F055A7-BB2E-3BF1-B0E5-02D3240DD088}"/>
          </ac:graphicFrameMkLst>
        </pc:graphicFrameChg>
      </pc:sldChg>
    </pc:docChg>
  </pc:docChgLst>
  <pc:docChgLst>
    <pc:chgData name="Taylor Ilov" userId="S::taylor.ilov@cmsenergy.com::b3e8fa34-e639-4d12-a6dc-5e3032b39fb7" providerId="AD" clId="Web-{A9628EE2-0509-3359-8E45-8EABF4622009}"/>
    <pc:docChg chg="modSld">
      <pc:chgData name="Taylor Ilov" userId="S::taylor.ilov@cmsenergy.com::b3e8fa34-e639-4d12-a6dc-5e3032b39fb7" providerId="AD" clId="Web-{A9628EE2-0509-3359-8E45-8EABF4622009}" dt="2026-06-03T17:58:53.079" v="66" actId="20577"/>
      <pc:docMkLst>
        <pc:docMk/>
      </pc:docMkLst>
      <pc:sldChg chg="modSp">
        <pc:chgData name="Taylor Ilov" userId="S::taylor.ilov@cmsenergy.com::b3e8fa34-e639-4d12-a6dc-5e3032b39fb7" providerId="AD" clId="Web-{A9628EE2-0509-3359-8E45-8EABF4622009}" dt="2026-06-03T17:58:53.079" v="66" actId="20577"/>
        <pc:sldMkLst>
          <pc:docMk/>
          <pc:sldMk cId="3155424208" sldId="256"/>
        </pc:sldMkLst>
        <pc:spChg chg="mod">
          <ac:chgData name="Taylor Ilov" userId="S::taylor.ilov@cmsenergy.com::b3e8fa34-e639-4d12-a6dc-5e3032b39fb7" providerId="AD" clId="Web-{A9628EE2-0509-3359-8E45-8EABF4622009}" dt="2026-06-03T17:58:53.079" v="66" actId="20577"/>
          <ac:spMkLst>
            <pc:docMk/>
            <pc:sldMk cId="3155424208" sldId="256"/>
            <ac:spMk id="7" creationId="{4262678A-31A7-55F3-F5A2-5517663349EE}"/>
          </ac:spMkLst>
        </pc:spChg>
      </pc:sldChg>
      <pc:sldChg chg="modSp">
        <pc:chgData name="Taylor Ilov" userId="S::taylor.ilov@cmsenergy.com::b3e8fa34-e639-4d12-a6dc-5e3032b39fb7" providerId="AD" clId="Web-{A9628EE2-0509-3359-8E45-8EABF4622009}" dt="2026-06-03T17:58:42.109" v="55" actId="20577"/>
        <pc:sldMkLst>
          <pc:docMk/>
          <pc:sldMk cId="429306594" sldId="2147483632"/>
        </pc:sldMkLst>
        <pc:spChg chg="mod">
          <ac:chgData name="Taylor Ilov" userId="S::taylor.ilov@cmsenergy.com::b3e8fa34-e639-4d12-a6dc-5e3032b39fb7" providerId="AD" clId="Web-{A9628EE2-0509-3359-8E45-8EABF4622009}" dt="2026-06-03T17:58:42.109" v="55" actId="20577"/>
          <ac:spMkLst>
            <pc:docMk/>
            <pc:sldMk cId="429306594" sldId="2147483632"/>
            <ac:spMk id="14" creationId="{1A3158E1-7695-0C81-4A14-28927869505A}"/>
          </ac:spMkLst>
        </pc:spChg>
      </pc:sldChg>
      <pc:sldChg chg="modSp">
        <pc:chgData name="Taylor Ilov" userId="S::taylor.ilov@cmsenergy.com::b3e8fa34-e639-4d12-a6dc-5e3032b39fb7" providerId="AD" clId="Web-{A9628EE2-0509-3359-8E45-8EABF4622009}" dt="2026-06-03T17:58:11.749" v="23" actId="20577"/>
        <pc:sldMkLst>
          <pc:docMk/>
          <pc:sldMk cId="3481139469" sldId="2147483647"/>
        </pc:sldMkLst>
        <pc:spChg chg="mod">
          <ac:chgData name="Taylor Ilov" userId="S::taylor.ilov@cmsenergy.com::b3e8fa34-e639-4d12-a6dc-5e3032b39fb7" providerId="AD" clId="Web-{A9628EE2-0509-3359-8E45-8EABF4622009}" dt="2026-06-03T17:58:11.749" v="23" actId="20577"/>
          <ac:spMkLst>
            <pc:docMk/>
            <pc:sldMk cId="3481139469" sldId="2147483647"/>
            <ac:spMk id="7" creationId="{82BA8A2C-06BD-D218-C0E4-38E9E0240B9A}"/>
          </ac:spMkLst>
        </pc:spChg>
      </pc:sldChg>
    </pc:docChg>
  </pc:docChgLst>
  <pc:docChgLst>
    <pc:chgData name="Mohanta Das" userId="S::mohanta.das@cmsenergy.com::ae36c681-8d90-4c0d-b637-b44a7861ac8e" providerId="AD" clId="Web-{8B258210-9F5E-7A1D-2885-FEB584123462}"/>
    <pc:docChg chg="addSld delSld modSld sldOrd modSection">
      <pc:chgData name="Mohanta Das" userId="S::mohanta.das@cmsenergy.com::ae36c681-8d90-4c0d-b637-b44a7861ac8e" providerId="AD" clId="Web-{8B258210-9F5E-7A1D-2885-FEB584123462}" dt="2026-06-01T16:05:54.720" v="511" actId="20577"/>
      <pc:docMkLst>
        <pc:docMk/>
      </pc:docMkLst>
      <pc:sldChg chg="modSp add replId">
        <pc:chgData name="Mohanta Das" userId="S::mohanta.das@cmsenergy.com::ae36c681-8d90-4c0d-b637-b44a7861ac8e" providerId="AD" clId="Web-{8B258210-9F5E-7A1D-2885-FEB584123462}" dt="2026-06-01T15:57:18.343" v="448"/>
        <pc:sldMkLst>
          <pc:docMk/>
          <pc:sldMk cId="1976470321" sldId="312"/>
        </pc:sldMkLst>
        <pc:spChg chg="mod">
          <ac:chgData name="Mohanta Das" userId="S::mohanta.das@cmsenergy.com::ae36c681-8d90-4c0d-b637-b44a7861ac8e" providerId="AD" clId="Web-{8B258210-9F5E-7A1D-2885-FEB584123462}" dt="2026-06-01T15:55:35.059" v="372" actId="20577"/>
          <ac:spMkLst>
            <pc:docMk/>
            <pc:sldMk cId="1976470321" sldId="312"/>
            <ac:spMk id="2" creationId="{8B402BCB-7522-92C5-7BC3-2A9E38F809CB}"/>
          </ac:spMkLst>
        </pc:spChg>
        <pc:graphicFrameChg chg="mod modGraphic">
          <ac:chgData name="Mohanta Das" userId="S::mohanta.das@cmsenergy.com::ae36c681-8d90-4c0d-b637-b44a7861ac8e" providerId="AD" clId="Web-{8B258210-9F5E-7A1D-2885-FEB584123462}" dt="2026-06-01T15:57:18.343" v="448"/>
          <ac:graphicFrameMkLst>
            <pc:docMk/>
            <pc:sldMk cId="1976470321" sldId="312"/>
            <ac:graphicFrameMk id="3" creationId="{9FF36DC4-0439-3B81-8D14-865ED1DE2A15}"/>
          </ac:graphicFrameMkLst>
        </pc:graphicFrameChg>
      </pc:sldChg>
      <pc:sldChg chg="modSp add ord">
        <pc:chgData name="Mohanta Das" userId="S::mohanta.das@cmsenergy.com::ae36c681-8d90-4c0d-b637-b44a7861ac8e" providerId="AD" clId="Web-{8B258210-9F5E-7A1D-2885-FEB584123462}" dt="2026-06-01T16:05:54.720" v="511" actId="20577"/>
        <pc:sldMkLst>
          <pc:docMk/>
          <pc:sldMk cId="2347388554" sldId="317"/>
        </pc:sldMkLst>
        <pc:spChg chg="mod">
          <ac:chgData name="Mohanta Das" userId="S::mohanta.das@cmsenergy.com::ae36c681-8d90-4c0d-b637-b44a7861ac8e" providerId="AD" clId="Web-{8B258210-9F5E-7A1D-2885-FEB584123462}" dt="2026-06-01T16:05:54.720" v="511" actId="20577"/>
          <ac:spMkLst>
            <pc:docMk/>
            <pc:sldMk cId="2347388554" sldId="317"/>
            <ac:spMk id="7" creationId="{B597FD0F-3E1D-D644-5432-29FF22D04E82}"/>
          </ac:spMkLst>
        </pc:spChg>
      </pc:sldChg>
    </pc:docChg>
  </pc:docChgLst>
  <pc:docChgLst>
    <pc:chgData name="Taylor Ilov" userId="S::taylor.ilov@cmsenergy.com::b3e8fa34-e639-4d12-a6dc-5e3032b39fb7" providerId="AD" clId="Web-{8E574BAB-F885-9882-7168-4BA8B26E1BD1}"/>
    <pc:docChg chg="addSld delSld modSld sldOrd addSection modSection">
      <pc:chgData name="Taylor Ilov" userId="S::taylor.ilov@cmsenergy.com::b3e8fa34-e639-4d12-a6dc-5e3032b39fb7" providerId="AD" clId="Web-{8E574BAB-F885-9882-7168-4BA8B26E1BD1}" dt="2026-06-01T16:17:51.242" v="98"/>
      <pc:docMkLst>
        <pc:docMk/>
      </pc:docMkLst>
      <pc:sldChg chg="ord">
        <pc:chgData name="Taylor Ilov" userId="S::taylor.ilov@cmsenergy.com::b3e8fa34-e639-4d12-a6dc-5e3032b39fb7" providerId="AD" clId="Web-{8E574BAB-F885-9882-7168-4BA8B26E1BD1}" dt="2026-06-01T16:14:25.066" v="30"/>
        <pc:sldMkLst>
          <pc:docMk/>
          <pc:sldMk cId="1249890033" sldId="264"/>
        </pc:sldMkLst>
      </pc:sldChg>
      <pc:sldChg chg="modSp add del">
        <pc:chgData name="Taylor Ilov" userId="S::taylor.ilov@cmsenergy.com::b3e8fa34-e639-4d12-a6dc-5e3032b39fb7" providerId="AD" clId="Web-{8E574BAB-F885-9882-7168-4BA8B26E1BD1}" dt="2026-06-01T16:17:51.242" v="98"/>
        <pc:sldMkLst>
          <pc:docMk/>
          <pc:sldMk cId="1311532644" sldId="265"/>
        </pc:sldMkLst>
        <pc:graphicFrameChg chg="mod modGraphic">
          <ac:chgData name="Taylor Ilov" userId="S::taylor.ilov@cmsenergy.com::b3e8fa34-e639-4d12-a6dc-5e3032b39fb7" providerId="AD" clId="Web-{8E574BAB-F885-9882-7168-4BA8B26E1BD1}" dt="2026-06-01T16:17:51.242" v="98"/>
          <ac:graphicFrameMkLst>
            <pc:docMk/>
            <pc:sldMk cId="1311532644" sldId="265"/>
            <ac:graphicFrameMk id="5" creationId="{DA6176CF-F69D-2D3D-C97D-9402C543D5E6}"/>
          </ac:graphicFrameMkLst>
        </pc:graphicFrameChg>
      </pc:sldChg>
      <pc:sldChg chg="add del">
        <pc:chgData name="Taylor Ilov" userId="S::taylor.ilov@cmsenergy.com::b3e8fa34-e639-4d12-a6dc-5e3032b39fb7" providerId="AD" clId="Web-{8E574BAB-F885-9882-7168-4BA8B26E1BD1}" dt="2026-06-01T16:13:18.706" v="17"/>
        <pc:sldMkLst>
          <pc:docMk/>
          <pc:sldMk cId="1180415898" sldId="275"/>
        </pc:sldMkLst>
      </pc:sldChg>
      <pc:sldChg chg="add del">
        <pc:chgData name="Taylor Ilov" userId="S::taylor.ilov@cmsenergy.com::b3e8fa34-e639-4d12-a6dc-5e3032b39fb7" providerId="AD" clId="Web-{8E574BAB-F885-9882-7168-4BA8B26E1BD1}" dt="2026-06-01T16:13:19.034" v="22"/>
        <pc:sldMkLst>
          <pc:docMk/>
          <pc:sldMk cId="3577727903" sldId="287"/>
        </pc:sldMkLst>
      </pc:sldChg>
      <pc:sldChg chg="add del">
        <pc:chgData name="Taylor Ilov" userId="S::taylor.ilov@cmsenergy.com::b3e8fa34-e639-4d12-a6dc-5e3032b39fb7" providerId="AD" clId="Web-{8E574BAB-F885-9882-7168-4BA8B26E1BD1}" dt="2026-06-01T16:13:19.097" v="23"/>
        <pc:sldMkLst>
          <pc:docMk/>
          <pc:sldMk cId="3311597663" sldId="295"/>
        </pc:sldMkLst>
      </pc:sldChg>
      <pc:sldChg chg="add del">
        <pc:chgData name="Taylor Ilov" userId="S::taylor.ilov@cmsenergy.com::b3e8fa34-e639-4d12-a6dc-5e3032b39fb7" providerId="AD" clId="Web-{8E574BAB-F885-9882-7168-4BA8B26E1BD1}" dt="2026-06-01T16:13:18.518" v="15"/>
        <pc:sldMkLst>
          <pc:docMk/>
          <pc:sldMk cId="3093726476" sldId="300"/>
        </pc:sldMkLst>
      </pc:sldChg>
    </pc:docChg>
  </pc:docChgLst>
  <pc:docChgLst>
    <pc:chgData name="Taylor Ilov" userId="S::taylor.ilov@cmsenergy.com::b3e8fa34-e639-4d12-a6dc-5e3032b39fb7" providerId="AD" clId="Web-{898DF453-9842-CB33-A2C1-BAF1561B4440}"/>
    <pc:docChg chg="modSld">
      <pc:chgData name="Taylor Ilov" userId="S::taylor.ilov@cmsenergy.com::b3e8fa34-e639-4d12-a6dc-5e3032b39fb7" providerId="AD" clId="Web-{898DF453-9842-CB33-A2C1-BAF1561B4440}" dt="2026-06-01T18:04:24.852" v="67" actId="20577"/>
      <pc:docMkLst>
        <pc:docMk/>
      </pc:docMkLst>
      <pc:sldChg chg="modSp">
        <pc:chgData name="Taylor Ilov" userId="S::taylor.ilov@cmsenergy.com::b3e8fa34-e639-4d12-a6dc-5e3032b39fb7" providerId="AD" clId="Web-{898DF453-9842-CB33-A2C1-BAF1561B4440}" dt="2026-06-01T18:03:57.069" v="57" actId="20577"/>
        <pc:sldMkLst>
          <pc:docMk/>
          <pc:sldMk cId="3852294437" sldId="268"/>
        </pc:sldMkLst>
        <pc:spChg chg="mod">
          <ac:chgData name="Taylor Ilov" userId="S::taylor.ilov@cmsenergy.com::b3e8fa34-e639-4d12-a6dc-5e3032b39fb7" providerId="AD" clId="Web-{898DF453-9842-CB33-A2C1-BAF1561B4440}" dt="2026-06-01T18:03:57.069" v="57" actId="20577"/>
          <ac:spMkLst>
            <pc:docMk/>
            <pc:sldMk cId="3852294437" sldId="268"/>
            <ac:spMk id="4" creationId="{81A08FD6-7E06-AEC4-FC0F-CD07B69918CC}"/>
          </ac:spMkLst>
        </pc:spChg>
      </pc:sldChg>
      <pc:sldChg chg="modSp">
        <pc:chgData name="Taylor Ilov" userId="S::taylor.ilov@cmsenergy.com::b3e8fa34-e639-4d12-a6dc-5e3032b39fb7" providerId="AD" clId="Web-{898DF453-9842-CB33-A2C1-BAF1561B4440}" dt="2026-06-01T18:04:24.852" v="67" actId="20577"/>
        <pc:sldMkLst>
          <pc:docMk/>
          <pc:sldMk cId="429306594" sldId="2147483632"/>
        </pc:sldMkLst>
        <pc:spChg chg="mod">
          <ac:chgData name="Taylor Ilov" userId="S::taylor.ilov@cmsenergy.com::b3e8fa34-e639-4d12-a6dc-5e3032b39fb7" providerId="AD" clId="Web-{898DF453-9842-CB33-A2C1-BAF1561B4440}" dt="2026-06-01T18:04:24.852" v="67" actId="20577"/>
          <ac:spMkLst>
            <pc:docMk/>
            <pc:sldMk cId="429306594" sldId="2147483632"/>
            <ac:spMk id="14" creationId="{1A3158E1-7695-0C81-4A14-28927869505A}"/>
          </ac:spMkLst>
        </pc:spChg>
      </pc:sldChg>
    </pc:docChg>
  </pc:docChgLst>
  <pc:docChgLst>
    <pc:chgData name="Taylor Ilov" userId="S::taylor.ilov@cmsenergy.com::b3e8fa34-e639-4d12-a6dc-5e3032b39fb7" providerId="AD" clId="Web-{6FDF6066-5A47-3E0E-1F12-D4E8C2C3C8D8}"/>
    <pc:docChg chg="addSld delSld modSld modSection">
      <pc:chgData name="Taylor Ilov" userId="S::taylor.ilov@cmsenergy.com::b3e8fa34-e639-4d12-a6dc-5e3032b39fb7" providerId="AD" clId="Web-{6FDF6066-5A47-3E0E-1F12-D4E8C2C3C8D8}" dt="2026-06-03T13:08:38.142" v="3" actId="20577"/>
      <pc:docMkLst>
        <pc:docMk/>
      </pc:docMkLst>
      <pc:sldChg chg="modSp add del">
        <pc:chgData name="Taylor Ilov" userId="S::taylor.ilov@cmsenergy.com::b3e8fa34-e639-4d12-a6dc-5e3032b39fb7" providerId="AD" clId="Web-{6FDF6066-5A47-3E0E-1F12-D4E8C2C3C8D8}" dt="2026-06-03T13:08:38.142" v="3" actId="20577"/>
        <pc:sldMkLst>
          <pc:docMk/>
          <pc:sldMk cId="2545389575" sldId="270"/>
        </pc:sldMkLst>
        <pc:spChg chg="mod">
          <ac:chgData name="Taylor Ilov" userId="S::taylor.ilov@cmsenergy.com::b3e8fa34-e639-4d12-a6dc-5e3032b39fb7" providerId="AD" clId="Web-{6FDF6066-5A47-3E0E-1F12-D4E8C2C3C8D8}" dt="2026-06-03T13:08:38.142" v="3" actId="20577"/>
          <ac:spMkLst>
            <pc:docMk/>
            <pc:sldMk cId="2545389575" sldId="270"/>
            <ac:spMk id="4" creationId="{5B50B024-5B2C-73D1-0F65-38C1CBB14B5B}"/>
          </ac:spMkLst>
        </pc:spChg>
      </pc:sldChg>
    </pc:docChg>
  </pc:docChgLst>
  <pc:docChgLst>
    <pc:chgData name="Mohanta Das" userId="S::mohanta.das@cmsenergy.com::ae36c681-8d90-4c0d-b637-b44a7861ac8e" providerId="AD" clId="Web-{8D72BA08-B97F-107A-AE94-4BD370AFEC42}"/>
    <pc:docChg chg="addSld delSld modSld sldOrd modSection">
      <pc:chgData name="Mohanta Das" userId="S::mohanta.das@cmsenergy.com::ae36c681-8d90-4c0d-b637-b44a7861ac8e" providerId="AD" clId="Web-{8D72BA08-B97F-107A-AE94-4BD370AFEC42}" dt="2026-06-03T19:48:16.258" v="2003" actId="20577"/>
      <pc:docMkLst>
        <pc:docMk/>
      </pc:docMkLst>
      <pc:sldChg chg="del">
        <pc:chgData name="Mohanta Das" userId="S::mohanta.das@cmsenergy.com::ae36c681-8d90-4c0d-b637-b44a7861ac8e" providerId="AD" clId="Web-{8D72BA08-B97F-107A-AE94-4BD370AFEC42}" dt="2026-06-03T19:15:48.568" v="227"/>
        <pc:sldMkLst>
          <pc:docMk/>
          <pc:sldMk cId="1137423218" sldId="257"/>
        </pc:sldMkLst>
      </pc:sldChg>
      <pc:sldChg chg="addSp delSp modSp add">
        <pc:chgData name="Mohanta Das" userId="S::mohanta.das@cmsenergy.com::ae36c681-8d90-4c0d-b637-b44a7861ac8e" providerId="AD" clId="Web-{8D72BA08-B97F-107A-AE94-4BD370AFEC42}" dt="2026-06-03T19:48:16.258" v="2003" actId="20577"/>
        <pc:sldMkLst>
          <pc:docMk/>
          <pc:sldMk cId="3987491042" sldId="257"/>
        </pc:sldMkLst>
        <pc:spChg chg="add del mod">
          <ac:chgData name="Mohanta Das" userId="S::mohanta.das@cmsenergy.com::ae36c681-8d90-4c0d-b637-b44a7861ac8e" providerId="AD" clId="Web-{8D72BA08-B97F-107A-AE94-4BD370AFEC42}" dt="2026-06-03T19:48:16.258" v="2003" actId="20577"/>
          <ac:spMkLst>
            <pc:docMk/>
            <pc:sldMk cId="3987491042" sldId="257"/>
            <ac:spMk id="2" creationId="{B9531130-630D-ED7D-9B3B-F70B16AF0532}"/>
          </ac:spMkLst>
        </pc:spChg>
        <pc:spChg chg="mod">
          <ac:chgData name="Mohanta Das" userId="S::mohanta.das@cmsenergy.com::ae36c681-8d90-4c0d-b637-b44a7861ac8e" providerId="AD" clId="Web-{8D72BA08-B97F-107A-AE94-4BD370AFEC42}" dt="2026-06-03T19:21:44.424" v="654" actId="20577"/>
          <ac:spMkLst>
            <pc:docMk/>
            <pc:sldMk cId="3987491042" sldId="257"/>
            <ac:spMk id="3" creationId="{AB8885EF-66EA-58ED-087F-741406360890}"/>
          </ac:spMkLst>
        </pc:spChg>
        <pc:spChg chg="add del mod">
          <ac:chgData name="Mohanta Das" userId="S::mohanta.das@cmsenergy.com::ae36c681-8d90-4c0d-b637-b44a7861ac8e" providerId="AD" clId="Web-{8D72BA08-B97F-107A-AE94-4BD370AFEC42}" dt="2026-06-03T19:22:18.159" v="688"/>
          <ac:spMkLst>
            <pc:docMk/>
            <pc:sldMk cId="3987491042" sldId="257"/>
            <ac:spMk id="5" creationId="{1449C34D-0AFA-843C-B03B-3F0035FCF3CE}"/>
          </ac:spMkLst>
        </pc:spChg>
      </pc:sldChg>
      <pc:sldChg chg="addSp delSp modSp add">
        <pc:chgData name="Mohanta Das" userId="S::mohanta.das@cmsenergy.com::ae36c681-8d90-4c0d-b637-b44a7861ac8e" providerId="AD" clId="Web-{8D72BA08-B97F-107A-AE94-4BD370AFEC42}" dt="2026-06-03T18:13:41.214" v="12" actId="20577"/>
        <pc:sldMkLst>
          <pc:docMk/>
          <pc:sldMk cId="2082101074" sldId="263"/>
        </pc:sldMkLst>
        <pc:spChg chg="mod ord">
          <ac:chgData name="Mohanta Das" userId="S::mohanta.das@cmsenergy.com::ae36c681-8d90-4c0d-b637-b44a7861ac8e" providerId="AD" clId="Web-{8D72BA08-B97F-107A-AE94-4BD370AFEC42}" dt="2026-06-03T18:13:41.214" v="12" actId="20577"/>
          <ac:spMkLst>
            <pc:docMk/>
            <pc:sldMk cId="2082101074" sldId="263"/>
            <ac:spMk id="2" creationId="{2C1185AC-996F-8F9E-305D-394842FB420A}"/>
          </ac:spMkLst>
        </pc:spChg>
        <pc:picChg chg="del">
          <ac:chgData name="Mohanta Das" userId="S::mohanta.das@cmsenergy.com::ae36c681-8d90-4c0d-b637-b44a7861ac8e" providerId="AD" clId="Web-{8D72BA08-B97F-107A-AE94-4BD370AFEC42}" dt="2026-06-03T18:02:58.328" v="8"/>
          <ac:picMkLst>
            <pc:docMk/>
            <pc:sldMk cId="2082101074" sldId="263"/>
            <ac:picMk id="3" creationId="{7B5D7A5E-6459-A4C5-29E5-94A26755CA31}"/>
          </ac:picMkLst>
        </pc:picChg>
        <pc:picChg chg="add mod">
          <ac:chgData name="Mohanta Das" userId="S::mohanta.das@cmsenergy.com::ae36c681-8d90-4c0d-b637-b44a7861ac8e" providerId="AD" clId="Web-{8D72BA08-B97F-107A-AE94-4BD370AFEC42}" dt="2026-06-03T18:13:24.729" v="11"/>
          <ac:picMkLst>
            <pc:docMk/>
            <pc:sldMk cId="2082101074" sldId="263"/>
            <ac:picMk id="4" creationId="{6F885C93-EB11-BD07-BCD4-448121DD5D65}"/>
          </ac:picMkLst>
        </pc:picChg>
      </pc:sldChg>
      <pc:sldChg chg="modSp">
        <pc:chgData name="Mohanta Das" userId="S::mohanta.das@cmsenergy.com::ae36c681-8d90-4c0d-b637-b44a7861ac8e" providerId="AD" clId="Web-{8D72BA08-B97F-107A-AE94-4BD370AFEC42}" dt="2026-06-03T19:39:56.240" v="1923"/>
        <pc:sldMkLst>
          <pc:docMk/>
          <pc:sldMk cId="1311532644" sldId="265"/>
        </pc:sldMkLst>
        <pc:graphicFrameChg chg="mod modGraphic">
          <ac:chgData name="Mohanta Das" userId="S::mohanta.das@cmsenergy.com::ae36c681-8d90-4c0d-b637-b44a7861ac8e" providerId="AD" clId="Web-{8D72BA08-B97F-107A-AE94-4BD370AFEC42}" dt="2026-06-03T19:39:56.240" v="1923"/>
          <ac:graphicFrameMkLst>
            <pc:docMk/>
            <pc:sldMk cId="1311532644" sldId="265"/>
            <ac:graphicFrameMk id="5" creationId="{DA6176CF-F69D-2D3D-C97D-9402C543D5E6}"/>
          </ac:graphicFrameMkLst>
        </pc:graphicFrameChg>
      </pc:sldChg>
      <pc:sldChg chg="addSp delSp modSp add replId">
        <pc:chgData name="Mohanta Das" userId="S::mohanta.das@cmsenergy.com::ae36c681-8d90-4c0d-b637-b44a7861ac8e" providerId="AD" clId="Web-{8D72BA08-B97F-107A-AE94-4BD370AFEC42}" dt="2026-06-03T18:15:16.061" v="18" actId="20577"/>
        <pc:sldMkLst>
          <pc:docMk/>
          <pc:sldMk cId="2127769101" sldId="266"/>
        </pc:sldMkLst>
        <pc:spChg chg="mod ord">
          <ac:chgData name="Mohanta Das" userId="S::mohanta.das@cmsenergy.com::ae36c681-8d90-4c0d-b637-b44a7861ac8e" providerId="AD" clId="Web-{8D72BA08-B97F-107A-AE94-4BD370AFEC42}" dt="2026-06-03T18:15:16.061" v="18" actId="20577"/>
          <ac:spMkLst>
            <pc:docMk/>
            <pc:sldMk cId="2127769101" sldId="266"/>
            <ac:spMk id="2" creationId="{0B6D87F1-0D58-9FAD-DAE8-7E1A427354B6}"/>
          </ac:spMkLst>
        </pc:spChg>
        <pc:picChg chg="add mod">
          <ac:chgData name="Mohanta Das" userId="S::mohanta.das@cmsenergy.com::ae36c681-8d90-4c0d-b637-b44a7861ac8e" providerId="AD" clId="Web-{8D72BA08-B97F-107A-AE94-4BD370AFEC42}" dt="2026-06-03T18:15:07.858" v="17"/>
          <ac:picMkLst>
            <pc:docMk/>
            <pc:sldMk cId="2127769101" sldId="266"/>
            <ac:picMk id="3" creationId="{433FAB4F-9D3C-8853-CB2E-4113B61538E6}"/>
          </ac:picMkLst>
        </pc:picChg>
        <pc:picChg chg="del">
          <ac:chgData name="Mohanta Das" userId="S::mohanta.das@cmsenergy.com::ae36c681-8d90-4c0d-b637-b44a7861ac8e" providerId="AD" clId="Web-{8D72BA08-B97F-107A-AE94-4BD370AFEC42}" dt="2026-06-03T18:15:01.576" v="15"/>
          <ac:picMkLst>
            <pc:docMk/>
            <pc:sldMk cId="2127769101" sldId="266"/>
            <ac:picMk id="4" creationId="{10718AE8-3AA2-716E-3748-A3644F2D0221}"/>
          </ac:picMkLst>
        </pc:picChg>
      </pc:sldChg>
      <pc:sldChg chg="add del">
        <pc:chgData name="Mohanta Das" userId="S::mohanta.das@cmsenergy.com::ae36c681-8d90-4c0d-b637-b44a7861ac8e" providerId="AD" clId="Web-{8D72BA08-B97F-107A-AE94-4BD370AFEC42}" dt="2026-06-03T18:13:45.339" v="13"/>
        <pc:sldMkLst>
          <pc:docMk/>
          <pc:sldMk cId="2563837360" sldId="266"/>
        </pc:sldMkLst>
      </pc:sldChg>
      <pc:sldChg chg="addSp delSp modSp add replId">
        <pc:chgData name="Mohanta Das" userId="S::mohanta.das@cmsenergy.com::ae36c681-8d90-4c0d-b637-b44a7861ac8e" providerId="AD" clId="Web-{8D72BA08-B97F-107A-AE94-4BD370AFEC42}" dt="2026-06-03T18:17:58.584" v="25" actId="14100"/>
        <pc:sldMkLst>
          <pc:docMk/>
          <pc:sldMk cId="3470312870" sldId="267"/>
        </pc:sldMkLst>
        <pc:picChg chg="del">
          <ac:chgData name="Mohanta Das" userId="S::mohanta.das@cmsenergy.com::ae36c681-8d90-4c0d-b637-b44a7861ac8e" providerId="AD" clId="Web-{8D72BA08-B97F-107A-AE94-4BD370AFEC42}" dt="2026-06-03T18:17:30.645" v="20"/>
          <ac:picMkLst>
            <pc:docMk/>
            <pc:sldMk cId="3470312870" sldId="267"/>
            <ac:picMk id="3" creationId="{BE8EE031-13B1-AED2-BBDF-FC404C85E592}"/>
          </ac:picMkLst>
        </pc:picChg>
        <pc:picChg chg="add mod">
          <ac:chgData name="Mohanta Das" userId="S::mohanta.das@cmsenergy.com::ae36c681-8d90-4c0d-b637-b44a7861ac8e" providerId="AD" clId="Web-{8D72BA08-B97F-107A-AE94-4BD370AFEC42}" dt="2026-06-03T18:17:58.584" v="25" actId="14100"/>
          <ac:picMkLst>
            <pc:docMk/>
            <pc:sldMk cId="3470312870" sldId="267"/>
            <ac:picMk id="4" creationId="{AAF5030A-12FD-CC1E-E8BC-CD923C0F9EE3}"/>
          </ac:picMkLst>
        </pc:picChg>
      </pc:sldChg>
      <pc:sldChg chg="del">
        <pc:chgData name="Mohanta Das" userId="S::mohanta.das@cmsenergy.com::ae36c681-8d90-4c0d-b637-b44a7861ac8e" providerId="AD" clId="Web-{8D72BA08-B97F-107A-AE94-4BD370AFEC42}" dt="2026-06-03T18:02:41.578" v="1"/>
        <pc:sldMkLst>
          <pc:docMk/>
          <pc:sldMk cId="2057988319" sldId="269"/>
        </pc:sldMkLst>
      </pc:sldChg>
      <pc:sldChg chg="addSp delSp modSp add replId">
        <pc:chgData name="Mohanta Das" userId="S::mohanta.das@cmsenergy.com::ae36c681-8d90-4c0d-b637-b44a7861ac8e" providerId="AD" clId="Web-{8D72BA08-B97F-107A-AE94-4BD370AFEC42}" dt="2026-06-03T18:19:18.009" v="30" actId="20577"/>
        <pc:sldMkLst>
          <pc:docMk/>
          <pc:sldMk cId="2605484140" sldId="269"/>
        </pc:sldMkLst>
        <pc:spChg chg="mod ord">
          <ac:chgData name="Mohanta Das" userId="S::mohanta.das@cmsenergy.com::ae36c681-8d90-4c0d-b637-b44a7861ac8e" providerId="AD" clId="Web-{8D72BA08-B97F-107A-AE94-4BD370AFEC42}" dt="2026-06-03T18:19:18.009" v="30" actId="20577"/>
          <ac:spMkLst>
            <pc:docMk/>
            <pc:sldMk cId="2605484140" sldId="269"/>
            <ac:spMk id="2" creationId="{2C00E4F9-4DEE-FAFB-0B21-ECC5193AD606}"/>
          </ac:spMkLst>
        </pc:spChg>
        <pc:picChg chg="add mod">
          <ac:chgData name="Mohanta Das" userId="S::mohanta.das@cmsenergy.com::ae36c681-8d90-4c0d-b637-b44a7861ac8e" providerId="AD" clId="Web-{8D72BA08-B97F-107A-AE94-4BD370AFEC42}" dt="2026-06-03T18:19:13.212" v="29"/>
          <ac:picMkLst>
            <pc:docMk/>
            <pc:sldMk cId="2605484140" sldId="269"/>
            <ac:picMk id="3" creationId="{CF0627B5-AA3A-6B9D-C5F3-A251E3873717}"/>
          </ac:picMkLst>
        </pc:picChg>
        <pc:picChg chg="del">
          <ac:chgData name="Mohanta Das" userId="S::mohanta.das@cmsenergy.com::ae36c681-8d90-4c0d-b637-b44a7861ac8e" providerId="AD" clId="Web-{8D72BA08-B97F-107A-AE94-4BD370AFEC42}" dt="2026-06-03T18:19:04.211" v="27"/>
          <ac:picMkLst>
            <pc:docMk/>
            <pc:sldMk cId="2605484140" sldId="269"/>
            <ac:picMk id="4" creationId="{BF0B31E6-361E-3DA2-33CA-A828594C5833}"/>
          </ac:picMkLst>
        </pc:picChg>
      </pc:sldChg>
      <pc:sldChg chg="addSp delSp modSp add replId">
        <pc:chgData name="Mohanta Das" userId="S::mohanta.das@cmsenergy.com::ae36c681-8d90-4c0d-b637-b44a7861ac8e" providerId="AD" clId="Web-{8D72BA08-B97F-107A-AE94-4BD370AFEC42}" dt="2026-06-03T18:20:49.559" v="37" actId="20577"/>
        <pc:sldMkLst>
          <pc:docMk/>
          <pc:sldMk cId="892462937" sldId="271"/>
        </pc:sldMkLst>
        <pc:spChg chg="mod ord">
          <ac:chgData name="Mohanta Das" userId="S::mohanta.das@cmsenergy.com::ae36c681-8d90-4c0d-b637-b44a7861ac8e" providerId="AD" clId="Web-{8D72BA08-B97F-107A-AE94-4BD370AFEC42}" dt="2026-06-03T18:20:49.559" v="37" actId="20577"/>
          <ac:spMkLst>
            <pc:docMk/>
            <pc:sldMk cId="892462937" sldId="271"/>
            <ac:spMk id="2" creationId="{20677233-3D88-273A-E8D4-7A52AA293C7A}"/>
          </ac:spMkLst>
        </pc:spChg>
        <pc:picChg chg="del">
          <ac:chgData name="Mohanta Das" userId="S::mohanta.das@cmsenergy.com::ae36c681-8d90-4c0d-b637-b44a7861ac8e" providerId="AD" clId="Web-{8D72BA08-B97F-107A-AE94-4BD370AFEC42}" dt="2026-06-03T18:20:30.871" v="32"/>
          <ac:picMkLst>
            <pc:docMk/>
            <pc:sldMk cId="892462937" sldId="271"/>
            <ac:picMk id="3" creationId="{A2E85222-EFA3-33FD-0D8F-FB3BC7B43E5C}"/>
          </ac:picMkLst>
        </pc:picChg>
        <pc:picChg chg="add mod">
          <ac:chgData name="Mohanta Das" userId="S::mohanta.das@cmsenergy.com::ae36c681-8d90-4c0d-b637-b44a7861ac8e" providerId="AD" clId="Web-{8D72BA08-B97F-107A-AE94-4BD370AFEC42}" dt="2026-06-03T18:20:37.918" v="34"/>
          <ac:picMkLst>
            <pc:docMk/>
            <pc:sldMk cId="892462937" sldId="271"/>
            <ac:picMk id="4" creationId="{B30CA3B9-3449-6860-798D-DE67330F05B8}"/>
          </ac:picMkLst>
        </pc:picChg>
        <pc:picChg chg="add del mod">
          <ac:chgData name="Mohanta Das" userId="S::mohanta.das@cmsenergy.com::ae36c681-8d90-4c0d-b637-b44a7861ac8e" providerId="AD" clId="Web-{8D72BA08-B97F-107A-AE94-4BD370AFEC42}" dt="2026-06-03T18:20:47.012" v="36"/>
          <ac:picMkLst>
            <pc:docMk/>
            <pc:sldMk cId="892462937" sldId="271"/>
            <ac:picMk id="5" creationId="{7A409702-925F-64B8-3337-C8F60AFECB29}"/>
          </ac:picMkLst>
        </pc:picChg>
      </pc:sldChg>
      <pc:sldChg chg="addSp delSp modSp add replId">
        <pc:chgData name="Mohanta Das" userId="S::mohanta.das@cmsenergy.com::ae36c681-8d90-4c0d-b637-b44a7861ac8e" providerId="AD" clId="Web-{8D72BA08-B97F-107A-AE94-4BD370AFEC42}" dt="2026-06-03T18:23:24.894" v="42" actId="20577"/>
        <pc:sldMkLst>
          <pc:docMk/>
          <pc:sldMk cId="2185544059" sldId="272"/>
        </pc:sldMkLst>
        <pc:spChg chg="mod ord">
          <ac:chgData name="Mohanta Das" userId="S::mohanta.das@cmsenergy.com::ae36c681-8d90-4c0d-b637-b44a7861ac8e" providerId="AD" clId="Web-{8D72BA08-B97F-107A-AE94-4BD370AFEC42}" dt="2026-06-03T18:23:24.894" v="42" actId="20577"/>
          <ac:spMkLst>
            <pc:docMk/>
            <pc:sldMk cId="2185544059" sldId="272"/>
            <ac:spMk id="2" creationId="{DD568DAD-A54A-A646-B3F2-D157A877BE62}"/>
          </ac:spMkLst>
        </pc:spChg>
        <pc:picChg chg="add mod">
          <ac:chgData name="Mohanta Das" userId="S::mohanta.das@cmsenergy.com::ae36c681-8d90-4c0d-b637-b44a7861ac8e" providerId="AD" clId="Web-{8D72BA08-B97F-107A-AE94-4BD370AFEC42}" dt="2026-06-03T18:22:55.314" v="41"/>
          <ac:picMkLst>
            <pc:docMk/>
            <pc:sldMk cId="2185544059" sldId="272"/>
            <ac:picMk id="3" creationId="{E6A55B99-A623-E0AA-4403-11E766C5E12A}"/>
          </ac:picMkLst>
        </pc:picChg>
        <pc:picChg chg="del">
          <ac:chgData name="Mohanta Das" userId="S::mohanta.das@cmsenergy.com::ae36c681-8d90-4c0d-b637-b44a7861ac8e" providerId="AD" clId="Web-{8D72BA08-B97F-107A-AE94-4BD370AFEC42}" dt="2026-06-03T18:22:48.955" v="39"/>
          <ac:picMkLst>
            <pc:docMk/>
            <pc:sldMk cId="2185544059" sldId="272"/>
            <ac:picMk id="4" creationId="{44F6A83E-802E-5CBF-552F-43E17F261529}"/>
          </ac:picMkLst>
        </pc:picChg>
      </pc:sldChg>
      <pc:sldChg chg="new del ord">
        <pc:chgData name="Mohanta Das" userId="S::mohanta.das@cmsenergy.com::ae36c681-8d90-4c0d-b637-b44a7861ac8e" providerId="AD" clId="Web-{8D72BA08-B97F-107A-AE94-4BD370AFEC42}" dt="2026-06-03T19:21:34.595" v="653"/>
        <pc:sldMkLst>
          <pc:docMk/>
          <pc:sldMk cId="3834955884" sldId="273"/>
        </pc:sldMkLst>
      </pc:sldChg>
      <pc:sldChg chg="addSp delSp modSp add">
        <pc:chgData name="Mohanta Das" userId="S::mohanta.das@cmsenergy.com::ae36c681-8d90-4c0d-b637-b44a7861ac8e" providerId="AD" clId="Web-{8D72BA08-B97F-107A-AE94-4BD370AFEC42}" dt="2026-06-03T18:39:38.496" v="198"/>
        <pc:sldMkLst>
          <pc:docMk/>
          <pc:sldMk cId="905665574" sldId="274"/>
        </pc:sldMkLst>
        <pc:spChg chg="mod">
          <ac:chgData name="Mohanta Das" userId="S::mohanta.das@cmsenergy.com::ae36c681-8d90-4c0d-b637-b44a7861ac8e" providerId="AD" clId="Web-{8D72BA08-B97F-107A-AE94-4BD370AFEC42}" dt="2026-06-03T18:39:23.932" v="196" actId="20577"/>
          <ac:spMkLst>
            <pc:docMk/>
            <pc:sldMk cId="905665574" sldId="274"/>
            <ac:spMk id="2" creationId="{5B27D3D2-134E-4AD9-64C6-DB46C76CC4C8}"/>
          </ac:spMkLst>
        </pc:spChg>
        <pc:graphicFrameChg chg="mod modGraphic">
          <ac:chgData name="Mohanta Das" userId="S::mohanta.das@cmsenergy.com::ae36c681-8d90-4c0d-b637-b44a7861ac8e" providerId="AD" clId="Web-{8D72BA08-B97F-107A-AE94-4BD370AFEC42}" dt="2026-06-03T18:39:38.496" v="198"/>
          <ac:graphicFrameMkLst>
            <pc:docMk/>
            <pc:sldMk cId="905665574" sldId="274"/>
            <ac:graphicFrameMk id="3" creationId="{84008CCB-CBE4-E16B-D21C-D7032BB834C8}"/>
          </ac:graphicFrameMkLst>
        </pc:graphicFrameChg>
        <pc:graphicFrameChg chg="add del mod">
          <ac:chgData name="Mohanta Das" userId="S::mohanta.das@cmsenergy.com::ae36c681-8d90-4c0d-b637-b44a7861ac8e" providerId="AD" clId="Web-{8D72BA08-B97F-107A-AE94-4BD370AFEC42}" dt="2026-06-03T18:29:04.126" v="65"/>
          <ac:graphicFrameMkLst>
            <pc:docMk/>
            <pc:sldMk cId="905665574" sldId="274"/>
            <ac:graphicFrameMk id="6" creationId="{150E816C-03AD-F4CE-0D97-45A5D861284C}"/>
          </ac:graphicFrameMkLst>
        </pc:graphicFrameChg>
        <pc:graphicFrameChg chg="add del mod">
          <ac:chgData name="Mohanta Das" userId="S::mohanta.das@cmsenergy.com::ae36c681-8d90-4c0d-b637-b44a7861ac8e" providerId="AD" clId="Web-{8D72BA08-B97F-107A-AE94-4BD370AFEC42}" dt="2026-06-03T18:30:06.504" v="67"/>
          <ac:graphicFrameMkLst>
            <pc:docMk/>
            <pc:sldMk cId="905665574" sldId="274"/>
            <ac:graphicFrameMk id="8" creationId="{56C5AFF8-7178-4DA1-97F4-2CA8BA559BF3}"/>
          </ac:graphicFrameMkLst>
        </pc:graphicFrameChg>
        <pc:graphicFrameChg chg="add del mod">
          <ac:chgData name="Mohanta Das" userId="S::mohanta.das@cmsenergy.com::ae36c681-8d90-4c0d-b637-b44a7861ac8e" providerId="AD" clId="Web-{8D72BA08-B97F-107A-AE94-4BD370AFEC42}" dt="2026-06-03T18:31:39.336" v="81"/>
          <ac:graphicFrameMkLst>
            <pc:docMk/>
            <pc:sldMk cId="905665574" sldId="274"/>
            <ac:graphicFrameMk id="10" creationId="{D55181FC-B2C8-0BC9-ADF9-2865ACEC1A73}"/>
          </ac:graphicFrameMkLst>
        </pc:graphicFrameChg>
      </pc:sldChg>
      <pc:sldChg chg="addSp modSp add del">
        <pc:chgData name="Mohanta Das" userId="S::mohanta.das@cmsenergy.com::ae36c681-8d90-4c0d-b637-b44a7861ac8e" providerId="AD" clId="Web-{8D72BA08-B97F-107A-AE94-4BD370AFEC42}" dt="2026-06-03T18:27:28.622" v="47"/>
        <pc:sldMkLst>
          <pc:docMk/>
          <pc:sldMk cId="4256699499" sldId="274"/>
        </pc:sldMkLst>
        <pc:graphicFrameChg chg="modGraphic">
          <ac:chgData name="Mohanta Das" userId="S::mohanta.das@cmsenergy.com::ae36c681-8d90-4c0d-b637-b44a7861ac8e" providerId="AD" clId="Web-{8D72BA08-B97F-107A-AE94-4BD370AFEC42}" dt="2026-06-03T18:26:28.917" v="45"/>
          <ac:graphicFrameMkLst>
            <pc:docMk/>
            <pc:sldMk cId="4256699499" sldId="274"/>
            <ac:graphicFrameMk id="3" creationId="{00000000-0000-0000-0000-000000000000}"/>
          </ac:graphicFrameMkLst>
        </pc:graphicFrameChg>
        <pc:picChg chg="add mod">
          <ac:chgData name="Mohanta Das" userId="S::mohanta.das@cmsenergy.com::ae36c681-8d90-4c0d-b637-b44a7861ac8e" providerId="AD" clId="Web-{8D72BA08-B97F-107A-AE94-4BD370AFEC42}" dt="2026-06-03T18:26:56.730" v="46"/>
          <ac:picMkLst>
            <pc:docMk/>
            <pc:sldMk cId="4256699499" sldId="274"/>
            <ac:picMk id="4" creationId="{F4D6A433-D5A0-B192-6EFA-B3E93188CFF7}"/>
          </ac:picMkLst>
        </pc:picChg>
      </pc:sldChg>
      <pc:sldChg chg="modSp add del ord replId">
        <pc:chgData name="Mohanta Das" userId="S::mohanta.das@cmsenergy.com::ae36c681-8d90-4c0d-b637-b44a7861ac8e" providerId="AD" clId="Web-{8D72BA08-B97F-107A-AE94-4BD370AFEC42}" dt="2026-06-03T19:15:14.972" v="226"/>
        <pc:sldMkLst>
          <pc:docMk/>
          <pc:sldMk cId="1144199401" sldId="276"/>
        </pc:sldMkLst>
        <pc:spChg chg="mod">
          <ac:chgData name="Mohanta Das" userId="S::mohanta.das@cmsenergy.com::ae36c681-8d90-4c0d-b637-b44a7861ac8e" providerId="AD" clId="Web-{8D72BA08-B97F-107A-AE94-4BD370AFEC42}" dt="2026-06-03T18:43:39.146" v="224" actId="20577"/>
          <ac:spMkLst>
            <pc:docMk/>
            <pc:sldMk cId="1144199401" sldId="276"/>
            <ac:spMk id="7" creationId="{14415BD0-9ADF-B4A4-B6E7-DEA32C82B989}"/>
          </ac:spMkLst>
        </pc:spChg>
      </pc:sldChg>
      <pc:sldChg chg="modSp">
        <pc:chgData name="Mohanta Das" userId="S::mohanta.das@cmsenergy.com::ae36c681-8d90-4c0d-b637-b44a7861ac8e" providerId="AD" clId="Web-{8D72BA08-B97F-107A-AE94-4BD370AFEC42}" dt="2026-06-03T19:20:00.014" v="651"/>
        <pc:sldMkLst>
          <pc:docMk/>
          <pc:sldMk cId="1976470321" sldId="312"/>
        </pc:sldMkLst>
        <pc:graphicFrameChg chg="mod modGraphic">
          <ac:chgData name="Mohanta Das" userId="S::mohanta.das@cmsenergy.com::ae36c681-8d90-4c0d-b637-b44a7861ac8e" providerId="AD" clId="Web-{8D72BA08-B97F-107A-AE94-4BD370AFEC42}" dt="2026-06-03T19:20:00.014" v="651"/>
          <ac:graphicFrameMkLst>
            <pc:docMk/>
            <pc:sldMk cId="1976470321" sldId="312"/>
            <ac:graphicFrameMk id="3" creationId="{9FF36DC4-0439-3B81-8D14-865ED1DE2A15}"/>
          </ac:graphicFrameMkLst>
        </pc:graphicFrameChg>
      </pc:sldChg>
      <pc:sldChg chg="ord">
        <pc:chgData name="Mohanta Das" userId="S::mohanta.das@cmsenergy.com::ae36c681-8d90-4c0d-b637-b44a7861ac8e" providerId="AD" clId="Web-{8D72BA08-B97F-107A-AE94-4BD370AFEC42}" dt="2026-06-03T18:43:25.630" v="204"/>
        <pc:sldMkLst>
          <pc:docMk/>
          <pc:sldMk cId="2347388554" sldId="317"/>
        </pc:sldMkLst>
      </pc:sldChg>
    </pc:docChg>
  </pc:docChgLst>
  <pc:docChgLst>
    <pc:chgData name="Taylor Ilov" userId="S::taylor.ilov@cmsenergy.com::b3e8fa34-e639-4d12-a6dc-5e3032b39fb7" providerId="AD" clId="Web-{05147E09-D117-7ED4-0BAE-53B6653D1AEE}"/>
    <pc:docChg chg="addSld delSld modSld modSection">
      <pc:chgData name="Taylor Ilov" userId="S::taylor.ilov@cmsenergy.com::b3e8fa34-e639-4d12-a6dc-5e3032b39fb7" providerId="AD" clId="Web-{05147E09-D117-7ED4-0BAE-53B6653D1AEE}" dt="2026-05-29T16:08:56.269" v="484" actId="20577"/>
      <pc:docMkLst>
        <pc:docMk/>
      </pc:docMkLst>
      <pc:sldChg chg="addSp delSp modSp new">
        <pc:chgData name="Taylor Ilov" userId="S::taylor.ilov@cmsenergy.com::b3e8fa34-e639-4d12-a6dc-5e3032b39fb7" providerId="AD" clId="Web-{05147E09-D117-7ED4-0BAE-53B6653D1AEE}" dt="2026-05-29T12:55:53.042" v="254" actId="1076"/>
        <pc:sldMkLst>
          <pc:docMk/>
          <pc:sldMk cId="1311532644" sldId="265"/>
        </pc:sldMkLst>
        <pc:spChg chg="mod">
          <ac:chgData name="Taylor Ilov" userId="S::taylor.ilov@cmsenergy.com::b3e8fa34-e639-4d12-a6dc-5e3032b39fb7" providerId="AD" clId="Web-{05147E09-D117-7ED4-0BAE-53B6653D1AEE}" dt="2026-05-29T12:52:30.161" v="20" actId="20577"/>
          <ac:spMkLst>
            <pc:docMk/>
            <pc:sldMk cId="1311532644" sldId="265"/>
            <ac:spMk id="3" creationId="{BC678C4B-A2EC-7692-19E7-F84888D5F54B}"/>
          </ac:spMkLst>
        </pc:spChg>
        <pc:graphicFrameChg chg="add mod modGraphic">
          <ac:chgData name="Taylor Ilov" userId="S::taylor.ilov@cmsenergy.com::b3e8fa34-e639-4d12-a6dc-5e3032b39fb7" providerId="AD" clId="Web-{05147E09-D117-7ED4-0BAE-53B6653D1AEE}" dt="2026-05-29T12:55:53.042" v="254" actId="1076"/>
          <ac:graphicFrameMkLst>
            <pc:docMk/>
            <pc:sldMk cId="1311532644" sldId="265"/>
            <ac:graphicFrameMk id="5" creationId="{DA6176CF-F69D-2D3D-C97D-9402C543D5E6}"/>
          </ac:graphicFrameMkLst>
        </pc:graphicFrameChg>
      </pc:sldChg>
    </pc:docChg>
  </pc:docChgLst>
  <pc:docChgLst>
    <pc:chgData name="Taylor Ilov" userId="S::taylor.ilov@cmsenergy.com::b3e8fa34-e639-4d12-a6dc-5e3032b39fb7" providerId="AD" clId="Web-{0C2669B3-1022-22A6-ED84-5DC891BDEC93}"/>
    <pc:docChg chg="modSld">
      <pc:chgData name="Taylor Ilov" userId="S::taylor.ilov@cmsenergy.com::b3e8fa34-e639-4d12-a6dc-5e3032b39fb7" providerId="AD" clId="Web-{0C2669B3-1022-22A6-ED84-5DC891BDEC93}" dt="2026-06-04T14:21:38.121" v="8" actId="20577"/>
      <pc:docMkLst>
        <pc:docMk/>
      </pc:docMkLst>
      <pc:sldChg chg="modSp">
        <pc:chgData name="Taylor Ilov" userId="S::taylor.ilov@cmsenergy.com::b3e8fa34-e639-4d12-a6dc-5e3032b39fb7" providerId="AD" clId="Web-{0C2669B3-1022-22A6-ED84-5DC891BDEC93}" dt="2026-06-04T14:21:38.121" v="8" actId="20577"/>
        <pc:sldMkLst>
          <pc:docMk/>
          <pc:sldMk cId="189648550" sldId="278"/>
        </pc:sldMkLst>
        <pc:spChg chg="mod">
          <ac:chgData name="Taylor Ilov" userId="S::taylor.ilov@cmsenergy.com::b3e8fa34-e639-4d12-a6dc-5e3032b39fb7" providerId="AD" clId="Web-{0C2669B3-1022-22A6-ED84-5DC891BDEC93}" dt="2026-06-04T14:21:38.121" v="8" actId="20577"/>
          <ac:spMkLst>
            <pc:docMk/>
            <pc:sldMk cId="189648550" sldId="278"/>
            <ac:spMk id="2" creationId="{965D264D-FFE0-57C3-E8A7-E78D5E1E381E}"/>
          </ac:spMkLst>
        </pc:spChg>
      </pc:sldChg>
    </pc:docChg>
  </pc:docChgLst>
  <pc:docChgLst>
    <pc:chgData name="Taylor Ilov" userId="S::taylor.ilov@cmsenergy.com::b3e8fa34-e639-4d12-a6dc-5e3032b39fb7" providerId="AD" clId="Web-{968F874D-B002-4CE8-BA02-D30333B4C952}"/>
    <pc:docChg chg="addSld delSld modSld modSection">
      <pc:chgData name="Taylor Ilov" userId="S::taylor.ilov@cmsenergy.com::b3e8fa34-e639-4d12-a6dc-5e3032b39fb7" providerId="AD" clId="Web-{968F874D-B002-4CE8-BA02-D30333B4C952}" dt="2026-05-27T03:09:37.568" v="102"/>
      <pc:docMkLst>
        <pc:docMk/>
      </pc:docMkLst>
      <pc:sldChg chg="modSp">
        <pc:chgData name="Taylor Ilov" userId="S::taylor.ilov@cmsenergy.com::b3e8fa34-e639-4d12-a6dc-5e3032b39fb7" providerId="AD" clId="Web-{968F874D-B002-4CE8-BA02-D30333B4C952}" dt="2026-05-27T03:07:48.689" v="63"/>
        <pc:sldMkLst>
          <pc:docMk/>
          <pc:sldMk cId="3155424208" sldId="256"/>
        </pc:sldMkLst>
        <pc:spChg chg="mod">
          <ac:chgData name="Taylor Ilov" userId="S::taylor.ilov@cmsenergy.com::b3e8fa34-e639-4d12-a6dc-5e3032b39fb7" providerId="AD" clId="Web-{968F874D-B002-4CE8-BA02-D30333B4C952}" dt="2026-05-27T03:07:48.689" v="63"/>
          <ac:spMkLst>
            <pc:docMk/>
            <pc:sldMk cId="3155424208" sldId="256"/>
            <ac:spMk id="7" creationId="{4262678A-31A7-55F3-F5A2-5517663349EE}"/>
          </ac:spMkLst>
        </pc:spChg>
      </pc:sldChg>
      <pc:sldChg chg="modSp">
        <pc:chgData name="Taylor Ilov" userId="S::taylor.ilov@cmsenergy.com::b3e8fa34-e639-4d12-a6dc-5e3032b39fb7" providerId="AD" clId="Web-{968F874D-B002-4CE8-BA02-D30333B4C952}" dt="2026-05-27T03:08:18.940" v="66"/>
        <pc:sldMkLst>
          <pc:docMk/>
          <pc:sldMk cId="1180415898" sldId="275"/>
        </pc:sldMkLst>
        <pc:spChg chg="mod">
          <ac:chgData name="Taylor Ilov" userId="S::taylor.ilov@cmsenergy.com::b3e8fa34-e639-4d12-a6dc-5e3032b39fb7" providerId="AD" clId="Web-{968F874D-B002-4CE8-BA02-D30333B4C952}" dt="2026-05-27T03:08:18.940" v="66"/>
          <ac:spMkLst>
            <pc:docMk/>
            <pc:sldMk cId="1180415898" sldId="275"/>
            <ac:spMk id="7" creationId="{0C66E776-CABB-A883-38E3-FB62E6868850}"/>
          </ac:spMkLst>
        </pc:spChg>
      </pc:sldChg>
      <pc:sldChg chg="modSp">
        <pc:chgData name="Taylor Ilov" userId="S::taylor.ilov@cmsenergy.com::b3e8fa34-e639-4d12-a6dc-5e3032b39fb7" providerId="AD" clId="Web-{968F874D-B002-4CE8-BA02-D30333B4C952}" dt="2026-05-27T03:07:54.954" v="64"/>
        <pc:sldMkLst>
          <pc:docMk/>
          <pc:sldMk cId="1809659380" sldId="279"/>
        </pc:sldMkLst>
        <pc:spChg chg="mod">
          <ac:chgData name="Taylor Ilov" userId="S::taylor.ilov@cmsenergy.com::b3e8fa34-e639-4d12-a6dc-5e3032b39fb7" providerId="AD" clId="Web-{968F874D-B002-4CE8-BA02-D30333B4C952}" dt="2026-05-27T03:07:54.954" v="64"/>
          <ac:spMkLst>
            <pc:docMk/>
            <pc:sldMk cId="1809659380" sldId="279"/>
            <ac:spMk id="7" creationId="{F363667B-981C-A7C5-B405-AF1006A4BA19}"/>
          </ac:spMkLst>
        </pc:spChg>
      </pc:sldChg>
      <pc:sldChg chg="add">
        <pc:chgData name="Taylor Ilov" userId="S::taylor.ilov@cmsenergy.com::b3e8fa34-e639-4d12-a6dc-5e3032b39fb7" providerId="AD" clId="Web-{968F874D-B002-4CE8-BA02-D30333B4C952}" dt="2026-05-27T03:04:43.135" v="2"/>
        <pc:sldMkLst>
          <pc:docMk/>
          <pc:sldMk cId="1110191763" sldId="286"/>
        </pc:sldMkLst>
      </pc:sldChg>
      <pc:sldChg chg="addSp delSp modSp">
        <pc:chgData name="Taylor Ilov" userId="S::taylor.ilov@cmsenergy.com::b3e8fa34-e639-4d12-a6dc-5e3032b39fb7" providerId="AD" clId="Web-{968F874D-B002-4CE8-BA02-D30333B4C952}" dt="2026-05-27T03:05:33.371" v="32"/>
        <pc:sldMkLst>
          <pc:docMk/>
          <pc:sldMk cId="3692638522" sldId="289"/>
        </pc:sldMkLst>
        <pc:graphicFrameChg chg="mod modGraphic">
          <ac:chgData name="Taylor Ilov" userId="S::taylor.ilov@cmsenergy.com::b3e8fa34-e639-4d12-a6dc-5e3032b39fb7" providerId="AD" clId="Web-{968F874D-B002-4CE8-BA02-D30333B4C952}" dt="2026-05-27T03:05:33.371" v="32"/>
          <ac:graphicFrameMkLst>
            <pc:docMk/>
            <pc:sldMk cId="3692638522" sldId="289"/>
            <ac:graphicFrameMk id="11" creationId="{17F055A7-BB2E-3BF1-B0E5-02D3240DD088}"/>
          </ac:graphicFrameMkLst>
        </pc:graphicFrameChg>
      </pc:sldChg>
      <pc:sldChg chg="modSp">
        <pc:chgData name="Taylor Ilov" userId="S::taylor.ilov@cmsenergy.com::b3e8fa34-e639-4d12-a6dc-5e3032b39fb7" providerId="AD" clId="Web-{968F874D-B002-4CE8-BA02-D30333B4C952}" dt="2026-05-27T03:08:14.158" v="65"/>
        <pc:sldMkLst>
          <pc:docMk/>
          <pc:sldMk cId="3093726476" sldId="300"/>
        </pc:sldMkLst>
        <pc:spChg chg="mod">
          <ac:chgData name="Taylor Ilov" userId="S::taylor.ilov@cmsenergy.com::b3e8fa34-e639-4d12-a6dc-5e3032b39fb7" providerId="AD" clId="Web-{968F874D-B002-4CE8-BA02-D30333B4C952}" dt="2026-05-27T03:08:14.158" v="65"/>
          <ac:spMkLst>
            <pc:docMk/>
            <pc:sldMk cId="3093726476" sldId="300"/>
            <ac:spMk id="7" creationId="{B597FD0F-3E1D-D644-5432-29FF22D04E82}"/>
          </ac:spMkLst>
        </pc:spChg>
      </pc:sldChg>
    </pc:docChg>
  </pc:docChgLst>
  <pc:docChgLst>
    <pc:chgData name="Taylor Ilov" userId="S::taylor.ilov@cmsenergy.com::b3e8fa34-e639-4d12-a6dc-5e3032b39fb7" providerId="AD" clId="Web-{B6DDDA84-C29A-3826-EA73-B92DCA944AC3}"/>
    <pc:docChg chg="addSld delSld modSld sldOrd modSection">
      <pc:chgData name="Taylor Ilov" userId="S::taylor.ilov@cmsenergy.com::b3e8fa34-e639-4d12-a6dc-5e3032b39fb7" providerId="AD" clId="Web-{B6DDDA84-C29A-3826-EA73-B92DCA944AC3}" dt="2026-06-04T02:39:09.561" v="343" actId="20577"/>
      <pc:docMkLst>
        <pc:docMk/>
      </pc:docMkLst>
      <pc:sldChg chg="modSp">
        <pc:chgData name="Taylor Ilov" userId="S::taylor.ilov@cmsenergy.com::b3e8fa34-e639-4d12-a6dc-5e3032b39fb7" providerId="AD" clId="Web-{B6DDDA84-C29A-3826-EA73-B92DCA944AC3}" dt="2026-06-04T02:37:41.789" v="323" actId="20577"/>
        <pc:sldMkLst>
          <pc:docMk/>
          <pc:sldMk cId="3155424208" sldId="256"/>
        </pc:sldMkLst>
        <pc:spChg chg="mod">
          <ac:chgData name="Taylor Ilov" userId="S::taylor.ilov@cmsenergy.com::b3e8fa34-e639-4d12-a6dc-5e3032b39fb7" providerId="AD" clId="Web-{B6DDDA84-C29A-3826-EA73-B92DCA944AC3}" dt="2026-06-04T02:37:41.789" v="323" actId="20577"/>
          <ac:spMkLst>
            <pc:docMk/>
            <pc:sldMk cId="3155424208" sldId="256"/>
            <ac:spMk id="7" creationId="{4262678A-31A7-55F3-F5A2-5517663349EE}"/>
          </ac:spMkLst>
        </pc:spChg>
      </pc:sldChg>
      <pc:sldChg chg="ord">
        <pc:chgData name="Taylor Ilov" userId="S::taylor.ilov@cmsenergy.com::b3e8fa34-e639-4d12-a6dc-5e3032b39fb7" providerId="AD" clId="Web-{B6DDDA84-C29A-3826-EA73-B92DCA944AC3}" dt="2026-06-04T02:32:15.216" v="145"/>
        <pc:sldMkLst>
          <pc:docMk/>
          <pc:sldMk cId="1450616698" sldId="260"/>
        </pc:sldMkLst>
      </pc:sldChg>
      <pc:sldChg chg="ord">
        <pc:chgData name="Taylor Ilov" userId="S::taylor.ilov@cmsenergy.com::b3e8fa34-e639-4d12-a6dc-5e3032b39fb7" providerId="AD" clId="Web-{B6DDDA84-C29A-3826-EA73-B92DCA944AC3}" dt="2026-06-04T02:32:15.200" v="144"/>
        <pc:sldMkLst>
          <pc:docMk/>
          <pc:sldMk cId="3454755435" sldId="261"/>
        </pc:sldMkLst>
      </pc:sldChg>
      <pc:sldChg chg="ord">
        <pc:chgData name="Taylor Ilov" userId="S::taylor.ilov@cmsenergy.com::b3e8fa34-e639-4d12-a6dc-5e3032b39fb7" providerId="AD" clId="Web-{B6DDDA84-C29A-3826-EA73-B92DCA944AC3}" dt="2026-06-04T02:32:15.200" v="143"/>
        <pc:sldMkLst>
          <pc:docMk/>
          <pc:sldMk cId="3907674270" sldId="262"/>
        </pc:sldMkLst>
      </pc:sldChg>
      <pc:sldChg chg="modSp">
        <pc:chgData name="Taylor Ilov" userId="S::taylor.ilov@cmsenergy.com::b3e8fa34-e639-4d12-a6dc-5e3032b39fb7" providerId="AD" clId="Web-{B6DDDA84-C29A-3826-EA73-B92DCA944AC3}" dt="2026-06-04T02:33:37.504" v="194"/>
        <pc:sldMkLst>
          <pc:docMk/>
          <pc:sldMk cId="1311532644" sldId="265"/>
        </pc:sldMkLst>
        <pc:graphicFrameChg chg="modGraphic">
          <ac:chgData name="Taylor Ilov" userId="S::taylor.ilov@cmsenergy.com::b3e8fa34-e639-4d12-a6dc-5e3032b39fb7" providerId="AD" clId="Web-{B6DDDA84-C29A-3826-EA73-B92DCA944AC3}" dt="2026-06-04T02:33:37.504" v="194"/>
          <ac:graphicFrameMkLst>
            <pc:docMk/>
            <pc:sldMk cId="1311532644" sldId="265"/>
            <ac:graphicFrameMk id="5" creationId="{DA6176CF-F69D-2D3D-C97D-9402C543D5E6}"/>
          </ac:graphicFrameMkLst>
        </pc:graphicFrameChg>
      </pc:sldChg>
      <pc:sldChg chg="modSp add replId">
        <pc:chgData name="Taylor Ilov" userId="S::taylor.ilov@cmsenergy.com::b3e8fa34-e639-4d12-a6dc-5e3032b39fb7" providerId="AD" clId="Web-{B6DDDA84-C29A-3826-EA73-B92DCA944AC3}" dt="2026-06-04T02:38:55.888" v="340" actId="20577"/>
        <pc:sldMkLst>
          <pc:docMk/>
          <pc:sldMk cId="3840213776" sldId="273"/>
        </pc:sldMkLst>
        <pc:spChg chg="mod">
          <ac:chgData name="Taylor Ilov" userId="S::taylor.ilov@cmsenergy.com::b3e8fa34-e639-4d12-a6dc-5e3032b39fb7" providerId="AD" clId="Web-{B6DDDA84-C29A-3826-EA73-B92DCA944AC3}" dt="2026-06-04T02:38:55.888" v="340" actId="20577"/>
          <ac:spMkLst>
            <pc:docMk/>
            <pc:sldMk cId="3840213776" sldId="273"/>
            <ac:spMk id="7" creationId="{FD0AEF42-9AE7-437C-7FAD-11883416900B}"/>
          </ac:spMkLst>
        </pc:spChg>
      </pc:sldChg>
      <pc:sldChg chg="modSp">
        <pc:chgData name="Taylor Ilov" userId="S::taylor.ilov@cmsenergy.com::b3e8fa34-e639-4d12-a6dc-5e3032b39fb7" providerId="AD" clId="Web-{B6DDDA84-C29A-3826-EA73-B92DCA944AC3}" dt="2026-06-04T02:39:06.514" v="342" actId="20577"/>
        <pc:sldMkLst>
          <pc:docMk/>
          <pc:sldMk cId="1180415898" sldId="275"/>
        </pc:sldMkLst>
        <pc:spChg chg="mod">
          <ac:chgData name="Taylor Ilov" userId="S::taylor.ilov@cmsenergy.com::b3e8fa34-e639-4d12-a6dc-5e3032b39fb7" providerId="AD" clId="Web-{B6DDDA84-C29A-3826-EA73-B92DCA944AC3}" dt="2026-06-04T02:39:06.514" v="342" actId="20577"/>
          <ac:spMkLst>
            <pc:docMk/>
            <pc:sldMk cId="1180415898" sldId="275"/>
            <ac:spMk id="7" creationId="{0C66E776-CABB-A883-38E3-FB62E6868850}"/>
          </ac:spMkLst>
        </pc:spChg>
      </pc:sldChg>
      <pc:sldChg chg="new del">
        <pc:chgData name="Taylor Ilov" userId="S::taylor.ilov@cmsenergy.com::b3e8fa34-e639-4d12-a6dc-5e3032b39fb7" providerId="AD" clId="Web-{B6DDDA84-C29A-3826-EA73-B92DCA944AC3}" dt="2026-06-04T02:34:18.085" v="218"/>
        <pc:sldMkLst>
          <pc:docMk/>
          <pc:sldMk cId="4007128503" sldId="276"/>
        </pc:sldMkLst>
      </pc:sldChg>
      <pc:sldChg chg="modSp new">
        <pc:chgData name="Taylor Ilov" userId="S::taylor.ilov@cmsenergy.com::b3e8fa34-e639-4d12-a6dc-5e3032b39fb7" providerId="AD" clId="Web-{B6DDDA84-C29A-3826-EA73-B92DCA944AC3}" dt="2026-06-04T02:37:31.694" v="322" actId="20577"/>
        <pc:sldMkLst>
          <pc:docMk/>
          <pc:sldMk cId="189648550" sldId="278"/>
        </pc:sldMkLst>
        <pc:spChg chg="mod">
          <ac:chgData name="Taylor Ilov" userId="S::taylor.ilov@cmsenergy.com::b3e8fa34-e639-4d12-a6dc-5e3032b39fb7" providerId="AD" clId="Web-{B6DDDA84-C29A-3826-EA73-B92DCA944AC3}" dt="2026-06-04T02:37:31.694" v="322" actId="20577"/>
          <ac:spMkLst>
            <pc:docMk/>
            <pc:sldMk cId="189648550" sldId="278"/>
            <ac:spMk id="2" creationId="{965D264D-FFE0-57C3-E8A7-E78D5E1E381E}"/>
          </ac:spMkLst>
        </pc:spChg>
        <pc:spChg chg="mod">
          <ac:chgData name="Taylor Ilov" userId="S::taylor.ilov@cmsenergy.com::b3e8fa34-e639-4d12-a6dc-5e3032b39fb7" providerId="AD" clId="Web-{B6DDDA84-C29A-3826-EA73-B92DCA944AC3}" dt="2026-06-04T02:34:30.321" v="244" actId="20577"/>
          <ac:spMkLst>
            <pc:docMk/>
            <pc:sldMk cId="189648550" sldId="278"/>
            <ac:spMk id="3" creationId="{B3504F16-D23D-AA82-F887-00CBF235FA38}"/>
          </ac:spMkLst>
        </pc:spChg>
      </pc:sldChg>
      <pc:sldChg chg="modSp">
        <pc:chgData name="Taylor Ilov" userId="S::taylor.ilov@cmsenergy.com::b3e8fa34-e639-4d12-a6dc-5e3032b39fb7" providerId="AD" clId="Web-{B6DDDA84-C29A-3826-EA73-B92DCA944AC3}" dt="2026-06-04T02:39:09.561" v="343" actId="20577"/>
        <pc:sldMkLst>
          <pc:docMk/>
          <pc:sldMk cId="3577727903" sldId="287"/>
        </pc:sldMkLst>
        <pc:spChg chg="mod">
          <ac:chgData name="Taylor Ilov" userId="S::taylor.ilov@cmsenergy.com::b3e8fa34-e639-4d12-a6dc-5e3032b39fb7" providerId="AD" clId="Web-{B6DDDA84-C29A-3826-EA73-B92DCA944AC3}" dt="2026-06-04T02:39:09.561" v="343" actId="20577"/>
          <ac:spMkLst>
            <pc:docMk/>
            <pc:sldMk cId="3577727903" sldId="287"/>
            <ac:spMk id="2" creationId="{E34B602E-2C3B-4F08-5E75-F752CAE78886}"/>
          </ac:spMkLst>
        </pc:spChg>
      </pc:sldChg>
      <pc:sldChg chg="modSp">
        <pc:chgData name="Taylor Ilov" userId="S::taylor.ilov@cmsenergy.com::b3e8fa34-e639-4d12-a6dc-5e3032b39fb7" providerId="AD" clId="Web-{B6DDDA84-C29A-3826-EA73-B92DCA944AC3}" dt="2026-06-04T02:39:02.608" v="341" actId="20577"/>
        <pc:sldMkLst>
          <pc:docMk/>
          <pc:sldMk cId="3093726476" sldId="300"/>
        </pc:sldMkLst>
        <pc:spChg chg="mod">
          <ac:chgData name="Taylor Ilov" userId="S::taylor.ilov@cmsenergy.com::b3e8fa34-e639-4d12-a6dc-5e3032b39fb7" providerId="AD" clId="Web-{B6DDDA84-C29A-3826-EA73-B92DCA944AC3}" dt="2026-06-04T02:39:02.608" v="341" actId="20577"/>
          <ac:spMkLst>
            <pc:docMk/>
            <pc:sldMk cId="3093726476" sldId="300"/>
            <ac:spMk id="7" creationId="{B597FD0F-3E1D-D644-5432-29FF22D04E82}"/>
          </ac:spMkLst>
        </pc:spChg>
      </pc:sldChg>
      <pc:sldChg chg="modSp">
        <pc:chgData name="Taylor Ilov" userId="S::taylor.ilov@cmsenergy.com::b3e8fa34-e639-4d12-a6dc-5e3032b39fb7" providerId="AD" clId="Web-{B6DDDA84-C29A-3826-EA73-B92DCA944AC3}" dt="2026-06-04T02:33:28.394" v="193"/>
        <pc:sldMkLst>
          <pc:docMk/>
          <pc:sldMk cId="1976470321" sldId="312"/>
        </pc:sldMkLst>
        <pc:graphicFrameChg chg="mod modGraphic">
          <ac:chgData name="Taylor Ilov" userId="S::taylor.ilov@cmsenergy.com::b3e8fa34-e639-4d12-a6dc-5e3032b39fb7" providerId="AD" clId="Web-{B6DDDA84-C29A-3826-EA73-B92DCA944AC3}" dt="2026-06-04T02:33:28.394" v="193"/>
          <ac:graphicFrameMkLst>
            <pc:docMk/>
            <pc:sldMk cId="1976470321" sldId="312"/>
            <ac:graphicFrameMk id="3" creationId="{9FF36DC4-0439-3B81-8D14-865ED1DE2A15}"/>
          </ac:graphicFrameMkLst>
        </pc:graphicFrameChg>
      </pc:sldChg>
      <pc:sldChg chg="addSp delSp modSp">
        <pc:chgData name="Taylor Ilov" userId="S::taylor.ilov@cmsenergy.com::b3e8fa34-e639-4d12-a6dc-5e3032b39fb7" providerId="AD" clId="Web-{B6DDDA84-C29A-3826-EA73-B92DCA944AC3}" dt="2026-06-04T02:38:41.841" v="339" actId="1076"/>
        <pc:sldMkLst>
          <pc:docMk/>
          <pc:sldMk cId="429306594" sldId="2147483632"/>
        </pc:sldMkLst>
        <pc:spChg chg="mod">
          <ac:chgData name="Taylor Ilov" userId="S::taylor.ilov@cmsenergy.com::b3e8fa34-e639-4d12-a6dc-5e3032b39fb7" providerId="AD" clId="Web-{B6DDDA84-C29A-3826-EA73-B92DCA944AC3}" dt="2026-06-04T02:38:41.841" v="339" actId="1076"/>
          <ac:spMkLst>
            <pc:docMk/>
            <pc:sldMk cId="429306594" sldId="2147483632"/>
            <ac:spMk id="2" creationId="{440C7EC6-DBBB-DA51-BFFF-8CA5BC63AD30}"/>
          </ac:spMkLst>
        </pc:spChg>
        <pc:spChg chg="add del mod">
          <ac:chgData name="Taylor Ilov" userId="S::taylor.ilov@cmsenergy.com::b3e8fa34-e639-4d12-a6dc-5e3032b39fb7" providerId="AD" clId="Web-{B6DDDA84-C29A-3826-EA73-B92DCA944AC3}" dt="2026-06-04T02:29:28.390" v="60"/>
          <ac:spMkLst>
            <pc:docMk/>
            <pc:sldMk cId="429306594" sldId="2147483632"/>
            <ac:spMk id="3" creationId="{C36E8977-5B36-CAC7-3B7E-1BC3A7064EFF}"/>
          </ac:spMkLst>
        </pc:spChg>
        <pc:spChg chg="mod">
          <ac:chgData name="Taylor Ilov" userId="S::taylor.ilov@cmsenergy.com::b3e8fa34-e639-4d12-a6dc-5e3032b39fb7" providerId="AD" clId="Web-{B6DDDA84-C29A-3826-EA73-B92DCA944AC3}" dt="2026-06-04T02:38:18.917" v="327" actId="1076"/>
          <ac:spMkLst>
            <pc:docMk/>
            <pc:sldMk cId="429306594" sldId="2147483632"/>
            <ac:spMk id="7" creationId="{31E00338-5619-11A3-BAFF-7FB71EE17928}"/>
          </ac:spMkLst>
        </pc:spChg>
        <pc:spChg chg="mod">
          <ac:chgData name="Taylor Ilov" userId="S::taylor.ilov@cmsenergy.com::b3e8fa34-e639-4d12-a6dc-5e3032b39fb7" providerId="AD" clId="Web-{B6DDDA84-C29A-3826-EA73-B92DCA944AC3}" dt="2026-06-04T02:38:34.871" v="333" actId="1076"/>
          <ac:spMkLst>
            <pc:docMk/>
            <pc:sldMk cId="429306594" sldId="2147483632"/>
            <ac:spMk id="8" creationId="{D7CD0002-0816-D81E-8E98-17B201F8556D}"/>
          </ac:spMkLst>
        </pc:spChg>
        <pc:spChg chg="mod">
          <ac:chgData name="Taylor Ilov" userId="S::taylor.ilov@cmsenergy.com::b3e8fa34-e639-4d12-a6dc-5e3032b39fb7" providerId="AD" clId="Web-{B6DDDA84-C29A-3826-EA73-B92DCA944AC3}" dt="2026-06-04T02:38:18.948" v="329" actId="1076"/>
          <ac:spMkLst>
            <pc:docMk/>
            <pc:sldMk cId="429306594" sldId="2147483632"/>
            <ac:spMk id="9" creationId="{04ABBC89-EEC8-89D8-4B2B-F5F774610ECB}"/>
          </ac:spMkLst>
        </pc:spChg>
        <pc:spChg chg="mod">
          <ac:chgData name="Taylor Ilov" userId="S::taylor.ilov@cmsenergy.com::b3e8fa34-e639-4d12-a6dc-5e3032b39fb7" providerId="AD" clId="Web-{B6DDDA84-C29A-3826-EA73-B92DCA944AC3}" dt="2026-06-04T02:38:41.825" v="337" actId="1076"/>
          <ac:spMkLst>
            <pc:docMk/>
            <pc:sldMk cId="429306594" sldId="2147483632"/>
            <ac:spMk id="12" creationId="{4E5E7236-32C8-A033-8F10-76C1A5930AEA}"/>
          </ac:spMkLst>
        </pc:spChg>
        <pc:spChg chg="mod">
          <ac:chgData name="Taylor Ilov" userId="S::taylor.ilov@cmsenergy.com::b3e8fa34-e639-4d12-a6dc-5e3032b39fb7" providerId="AD" clId="Web-{B6DDDA84-C29A-3826-EA73-B92DCA944AC3}" dt="2026-06-04T02:31:05.226" v="121" actId="20577"/>
          <ac:spMkLst>
            <pc:docMk/>
            <pc:sldMk cId="429306594" sldId="2147483632"/>
            <ac:spMk id="14" creationId="{1A3158E1-7695-0C81-4A14-28927869505A}"/>
          </ac:spMkLst>
        </pc:spChg>
        <pc:spChg chg="add del mod">
          <ac:chgData name="Taylor Ilov" userId="S::taylor.ilov@cmsenergy.com::b3e8fa34-e639-4d12-a6dc-5e3032b39fb7" providerId="AD" clId="Web-{B6DDDA84-C29A-3826-EA73-B92DCA944AC3}" dt="2026-06-04T02:30:08.815" v="96"/>
          <ac:spMkLst>
            <pc:docMk/>
            <pc:sldMk cId="429306594" sldId="2147483632"/>
            <ac:spMk id="16" creationId="{77FF25C7-3570-F06C-7DA7-727131BFA861}"/>
          </ac:spMkLst>
        </pc:spChg>
        <pc:spChg chg="add del mod">
          <ac:chgData name="Taylor Ilov" userId="S::taylor.ilov@cmsenergy.com::b3e8fa34-e639-4d12-a6dc-5e3032b39fb7" providerId="AD" clId="Web-{B6DDDA84-C29A-3826-EA73-B92DCA944AC3}" dt="2026-06-04T02:30:08.815" v="95"/>
          <ac:spMkLst>
            <pc:docMk/>
            <pc:sldMk cId="429306594" sldId="2147483632"/>
            <ac:spMk id="18" creationId="{80FB1BCB-A464-37C1-6A35-F024FD3CFF35}"/>
          </ac:spMkLst>
        </pc:spChg>
        <pc:spChg chg="add del mod">
          <ac:chgData name="Taylor Ilov" userId="S::taylor.ilov@cmsenergy.com::b3e8fa34-e639-4d12-a6dc-5e3032b39fb7" providerId="AD" clId="Web-{B6DDDA84-C29A-3826-EA73-B92DCA944AC3}" dt="2026-06-04T02:30:08.815" v="94"/>
          <ac:spMkLst>
            <pc:docMk/>
            <pc:sldMk cId="429306594" sldId="2147483632"/>
            <ac:spMk id="19" creationId="{AC0A9995-DA83-E492-172D-C253AC62D0DC}"/>
          </ac:spMkLst>
        </pc:spChg>
        <pc:spChg chg="mod">
          <ac:chgData name="Taylor Ilov" userId="S::taylor.ilov@cmsenergy.com::b3e8fa34-e639-4d12-a6dc-5e3032b39fb7" providerId="AD" clId="Web-{B6DDDA84-C29A-3826-EA73-B92DCA944AC3}" dt="2026-06-04T02:38:41.841" v="338" actId="1076"/>
          <ac:spMkLst>
            <pc:docMk/>
            <pc:sldMk cId="429306594" sldId="2147483632"/>
            <ac:spMk id="20" creationId="{E37498B5-50A6-1993-F4E6-D125CEC4558D}"/>
          </ac:spMkLst>
        </pc:spChg>
        <pc:spChg chg="add del mod">
          <ac:chgData name="Taylor Ilov" userId="S::taylor.ilov@cmsenergy.com::b3e8fa34-e639-4d12-a6dc-5e3032b39fb7" providerId="AD" clId="Web-{B6DDDA84-C29A-3826-EA73-B92DCA944AC3}" dt="2026-06-04T02:30:31.848" v="106"/>
          <ac:spMkLst>
            <pc:docMk/>
            <pc:sldMk cId="429306594" sldId="2147483632"/>
            <ac:spMk id="21" creationId="{1631774A-CF1F-B166-C6FF-99877F41BA1C}"/>
          </ac:spMkLst>
        </pc:spChg>
        <pc:spChg chg="add del mod">
          <ac:chgData name="Taylor Ilov" userId="S::taylor.ilov@cmsenergy.com::b3e8fa34-e639-4d12-a6dc-5e3032b39fb7" providerId="AD" clId="Web-{B6DDDA84-C29A-3826-EA73-B92DCA944AC3}" dt="2026-06-04T02:30:33.458" v="107"/>
          <ac:spMkLst>
            <pc:docMk/>
            <pc:sldMk cId="429306594" sldId="2147483632"/>
            <ac:spMk id="24" creationId="{AFA05CCC-7E42-7868-123B-A661A5A0C24C}"/>
          </ac:spMkLst>
        </pc:spChg>
        <pc:spChg chg="add del mod">
          <ac:chgData name="Taylor Ilov" userId="S::taylor.ilov@cmsenergy.com::b3e8fa34-e639-4d12-a6dc-5e3032b39fb7" providerId="AD" clId="Web-{B6DDDA84-C29A-3826-EA73-B92DCA944AC3}" dt="2026-06-04T02:38:00.869" v="326"/>
          <ac:spMkLst>
            <pc:docMk/>
            <pc:sldMk cId="429306594" sldId="2147483632"/>
            <ac:spMk id="26" creationId="{0C8714D1-A85B-4364-B0F1-82BFE45C33AA}"/>
          </ac:spMkLst>
        </pc:spChg>
        <pc:cxnChg chg="add del mod">
          <ac:chgData name="Taylor Ilov" userId="S::taylor.ilov@cmsenergy.com::b3e8fa34-e639-4d12-a6dc-5e3032b39fb7" providerId="AD" clId="Web-{B6DDDA84-C29A-3826-EA73-B92DCA944AC3}" dt="2026-06-04T02:31:27.165" v="142"/>
          <ac:cxnSpMkLst>
            <pc:docMk/>
            <pc:sldMk cId="429306594" sldId="2147483632"/>
            <ac:cxnSpMk id="5" creationId="{CB35B138-E1D4-8CC2-CC45-40954234A178}"/>
          </ac:cxnSpMkLst>
        </pc:cxnChg>
        <pc:cxnChg chg="add mod">
          <ac:chgData name="Taylor Ilov" userId="S::taylor.ilov@cmsenergy.com::b3e8fa34-e639-4d12-a6dc-5e3032b39fb7" providerId="AD" clId="Web-{B6DDDA84-C29A-3826-EA73-B92DCA944AC3}" dt="2026-06-04T02:31:14.743" v="132" actId="1076"/>
          <ac:cxnSpMkLst>
            <pc:docMk/>
            <pc:sldMk cId="429306594" sldId="2147483632"/>
            <ac:cxnSpMk id="10" creationId="{183BDD69-A17E-EF80-AAC6-570CB37E8D7B}"/>
          </ac:cxnSpMkLst>
        </pc:cxnChg>
        <pc:cxnChg chg="add mod">
          <ac:chgData name="Taylor Ilov" userId="S::taylor.ilov@cmsenergy.com::b3e8fa34-e639-4d12-a6dc-5e3032b39fb7" providerId="AD" clId="Web-{B6DDDA84-C29A-3826-EA73-B92DCA944AC3}" dt="2026-06-04T02:31:14.743" v="131" actId="1076"/>
          <ac:cxnSpMkLst>
            <pc:docMk/>
            <pc:sldMk cId="429306594" sldId="2147483632"/>
            <ac:cxnSpMk id="11" creationId="{47B820B1-46A9-DF4A-6A14-7F098728999F}"/>
          </ac:cxnSpMkLst>
        </pc:cxnChg>
        <pc:cxnChg chg="add del mod">
          <ac:chgData name="Taylor Ilov" userId="S::taylor.ilov@cmsenergy.com::b3e8fa34-e639-4d12-a6dc-5e3032b39fb7" providerId="AD" clId="Web-{B6DDDA84-C29A-3826-EA73-B92DCA944AC3}" dt="2026-06-04T02:29:41.032" v="69"/>
          <ac:cxnSpMkLst>
            <pc:docMk/>
            <pc:sldMk cId="429306594" sldId="2147483632"/>
            <ac:cxnSpMk id="13" creationId="{EEF4B203-675C-56D9-4106-13135C59E129}"/>
          </ac:cxnSpMkLst>
        </pc:cxnChg>
        <pc:cxnChg chg="mod">
          <ac:chgData name="Taylor Ilov" userId="S::taylor.ilov@cmsenergy.com::b3e8fa34-e639-4d12-a6dc-5e3032b39fb7" providerId="AD" clId="Web-{B6DDDA84-C29A-3826-EA73-B92DCA944AC3}" dt="2026-06-04T02:31:14.743" v="135" actId="1076"/>
          <ac:cxnSpMkLst>
            <pc:docMk/>
            <pc:sldMk cId="429306594" sldId="2147483632"/>
            <ac:cxnSpMk id="17" creationId="{23CE3659-5291-DEDD-2F76-4488BBA28AFA}"/>
          </ac:cxnSpMkLst>
        </pc:cxnChg>
        <pc:cxnChg chg="mod">
          <ac:chgData name="Taylor Ilov" userId="S::taylor.ilov@cmsenergy.com::b3e8fa34-e639-4d12-a6dc-5e3032b39fb7" providerId="AD" clId="Web-{B6DDDA84-C29A-3826-EA73-B92DCA944AC3}" dt="2026-06-04T02:31:14.743" v="137" actId="1076"/>
          <ac:cxnSpMkLst>
            <pc:docMk/>
            <pc:sldMk cId="429306594" sldId="2147483632"/>
            <ac:cxnSpMk id="151" creationId="{3F14BB83-26F6-F81B-257F-AB1BDE8BC505}"/>
          </ac:cxnSpMkLst>
        </pc:cxnChg>
      </pc:sldChg>
      <pc:sldChg chg="modSp">
        <pc:chgData name="Taylor Ilov" userId="S::taylor.ilov@cmsenergy.com::b3e8fa34-e639-4d12-a6dc-5e3032b39fb7" providerId="AD" clId="Web-{B6DDDA84-C29A-3826-EA73-B92DCA944AC3}" dt="2026-06-04T02:37:45.289" v="324" actId="20577"/>
        <pc:sldMkLst>
          <pc:docMk/>
          <pc:sldMk cId="3481139469" sldId="2147483647"/>
        </pc:sldMkLst>
        <pc:spChg chg="mod">
          <ac:chgData name="Taylor Ilov" userId="S::taylor.ilov@cmsenergy.com::b3e8fa34-e639-4d12-a6dc-5e3032b39fb7" providerId="AD" clId="Web-{B6DDDA84-C29A-3826-EA73-B92DCA944AC3}" dt="2026-06-04T02:37:45.289" v="324" actId="20577"/>
          <ac:spMkLst>
            <pc:docMk/>
            <pc:sldMk cId="3481139469" sldId="2147483647"/>
            <ac:spMk id="7" creationId="{82BA8A2C-06BD-D218-C0E4-38E9E0240B9A}"/>
          </ac:spMkLst>
        </pc:spChg>
      </pc:sldChg>
    </pc:docChg>
  </pc:docChgLst>
  <pc:docChgLst>
    <pc:chgData name="Mohanta Das" userId="S::mohanta.das@cmsenergy.com::ae36c681-8d90-4c0d-b637-b44a7861ac8e" providerId="AD" clId="Web-{1771D422-CD4F-D352-6248-41206D4A7F99}"/>
    <pc:docChg chg="addSld modSld sldOrd modSection">
      <pc:chgData name="Mohanta Das" userId="S::mohanta.das@cmsenergy.com::ae36c681-8d90-4c0d-b637-b44a7861ac8e" providerId="AD" clId="Web-{1771D422-CD4F-D352-6248-41206D4A7F99}" dt="2026-05-31T06:33:42.579" v="57"/>
      <pc:docMkLst>
        <pc:docMk/>
      </pc:docMkLst>
    </pc:docChg>
  </pc:docChgLst>
  <pc:docChgLst>
    <pc:chgData name="Taylor Ilov" userId="S::taylor.ilov@cmsenergy.com::b3e8fa34-e639-4d12-a6dc-5e3032b39fb7" providerId="AD" clId="Web-{E933A4C4-CA7F-E0F7-FF0C-416EA13538B9}"/>
    <pc:docChg chg="modSld">
      <pc:chgData name="Taylor Ilov" userId="S::taylor.ilov@cmsenergy.com::b3e8fa34-e639-4d12-a6dc-5e3032b39fb7" providerId="AD" clId="Web-{E933A4C4-CA7F-E0F7-FF0C-416EA13538B9}" dt="2026-06-08T18:26:10.232" v="91"/>
      <pc:docMkLst>
        <pc:docMk/>
      </pc:docMkLst>
      <pc:sldChg chg="modSp modNotes">
        <pc:chgData name="Taylor Ilov" userId="S::taylor.ilov@cmsenergy.com::b3e8fa34-e639-4d12-a6dc-5e3032b39fb7" providerId="AD" clId="Web-{E933A4C4-CA7F-E0F7-FF0C-416EA13538B9}" dt="2026-06-08T18:26:10.232" v="91"/>
        <pc:sldMkLst>
          <pc:docMk/>
          <pc:sldMk cId="1976470321" sldId="312"/>
        </pc:sldMkLst>
        <pc:graphicFrameChg chg="mod modGraphic">
          <ac:chgData name="Taylor Ilov" userId="S::taylor.ilov@cmsenergy.com::b3e8fa34-e639-4d12-a6dc-5e3032b39fb7" providerId="AD" clId="Web-{E933A4C4-CA7F-E0F7-FF0C-416EA13538B9}" dt="2026-06-08T18:26:08.795" v="90"/>
          <ac:graphicFrameMkLst>
            <pc:docMk/>
            <pc:sldMk cId="1976470321" sldId="312"/>
            <ac:graphicFrameMk id="3" creationId="{9FF36DC4-0439-3B81-8D14-865ED1DE2A15}"/>
          </ac:graphicFrameMkLst>
        </pc:graphicFrameChg>
      </pc:sldChg>
    </pc:docChg>
  </pc:docChgLst>
  <pc:docChgLst>
    <pc:chgData name="Taylor Ilov" userId="S::taylor.ilov@cmsenergy.com::b3e8fa34-e639-4d12-a6dc-5e3032b39fb7" providerId="AD" clId="Web-{8379CB00-8E66-9B7E-2B96-623BE1C58879}"/>
    <pc:docChg chg="delSld modSld sldOrd delSection modSection">
      <pc:chgData name="Taylor Ilov" userId="S::taylor.ilov@cmsenergy.com::b3e8fa34-e639-4d12-a6dc-5e3032b39fb7" providerId="AD" clId="Web-{8379CB00-8E66-9B7E-2B96-623BE1C58879}" dt="2026-05-22T17:20:18.943" v="42"/>
      <pc:docMkLst>
        <pc:docMk/>
      </pc:docMkLst>
      <pc:sldChg chg="del">
        <pc:chgData name="Taylor Ilov" userId="S::taylor.ilov@cmsenergy.com::b3e8fa34-e639-4d12-a6dc-5e3032b39fb7" providerId="AD" clId="Web-{8379CB00-8E66-9B7E-2B96-623BE1C58879}" dt="2026-05-22T17:14:15.982" v="10"/>
        <pc:sldMkLst>
          <pc:docMk/>
          <pc:sldMk cId="1249890033" sldId="264"/>
        </pc:sldMkLst>
      </pc:sldChg>
      <pc:sldChg chg="modSp">
        <pc:chgData name="Taylor Ilov" userId="S::taylor.ilov@cmsenergy.com::b3e8fa34-e639-4d12-a6dc-5e3032b39fb7" providerId="AD" clId="Web-{8379CB00-8E66-9B7E-2B96-623BE1C58879}" dt="2026-05-22T17:13:22.793" v="7" actId="20577"/>
        <pc:sldMkLst>
          <pc:docMk/>
          <pc:sldMk cId="3852294437" sldId="268"/>
        </pc:sldMkLst>
        <pc:spChg chg="mod">
          <ac:chgData name="Taylor Ilov" userId="S::taylor.ilov@cmsenergy.com::b3e8fa34-e639-4d12-a6dc-5e3032b39fb7" providerId="AD" clId="Web-{8379CB00-8E66-9B7E-2B96-623BE1C58879}" dt="2026-05-22T17:13:22.793" v="7" actId="20577"/>
          <ac:spMkLst>
            <pc:docMk/>
            <pc:sldMk cId="3852294437" sldId="268"/>
            <ac:spMk id="4" creationId="{81A08FD6-7E06-AEC4-FC0F-CD07B69918CC}"/>
          </ac:spMkLst>
        </pc:spChg>
      </pc:sldChg>
    </pc:docChg>
  </pc:docChgLst>
  <pc:docChgLst>
    <pc:chgData name="Taylor Ilov" userId="S::taylor.ilov@cmsenergy.com::b3e8fa34-e639-4d12-a6dc-5e3032b39fb7" providerId="AD" clId="Web-{89198F9F-F8C4-39A2-D486-A37EBEDC3D54}"/>
    <pc:docChg chg="addSld delSld modSld sldOrd addSection delSection modSection">
      <pc:chgData name="Taylor Ilov" userId="S::taylor.ilov@cmsenergy.com::b3e8fa34-e639-4d12-a6dc-5e3032b39fb7" providerId="AD" clId="Web-{89198F9F-F8C4-39A2-D486-A37EBEDC3D54}" dt="2026-05-23T12:11:12.635" v="197"/>
      <pc:docMkLst>
        <pc:docMk/>
      </pc:docMkLst>
      <pc:sldChg chg="add">
        <pc:chgData name="Taylor Ilov" userId="S::taylor.ilov@cmsenergy.com::b3e8fa34-e639-4d12-a6dc-5e3032b39fb7" providerId="AD" clId="Web-{89198F9F-F8C4-39A2-D486-A37EBEDC3D54}" dt="2026-05-23T12:01:34.489" v="123"/>
        <pc:sldMkLst>
          <pc:docMk/>
          <pc:sldMk cId="1249890033" sldId="264"/>
        </pc:sldMkLst>
      </pc:sldChg>
      <pc:sldChg chg="add del">
        <pc:chgData name="Taylor Ilov" userId="S::taylor.ilov@cmsenergy.com::b3e8fa34-e639-4d12-a6dc-5e3032b39fb7" providerId="AD" clId="Web-{89198F9F-F8C4-39A2-D486-A37EBEDC3D54}" dt="2026-05-23T12:05:51.188" v="137"/>
        <pc:sldMkLst>
          <pc:docMk/>
          <pc:sldMk cId="1180415898" sldId="275"/>
        </pc:sldMkLst>
      </pc:sldChg>
      <pc:sldChg chg="modSp">
        <pc:chgData name="Taylor Ilov" userId="S::taylor.ilov@cmsenergy.com::b3e8fa34-e639-4d12-a6dc-5e3032b39fb7" providerId="AD" clId="Web-{89198F9F-F8C4-39A2-D486-A37EBEDC3D54}" dt="2026-05-23T11:58:18.679" v="82" actId="20577"/>
        <pc:sldMkLst>
          <pc:docMk/>
          <pc:sldMk cId="1808544518" sldId="284"/>
        </pc:sldMkLst>
        <pc:spChg chg="mod">
          <ac:chgData name="Taylor Ilov" userId="S::taylor.ilov@cmsenergy.com::b3e8fa34-e639-4d12-a6dc-5e3032b39fb7" providerId="AD" clId="Web-{89198F9F-F8C4-39A2-D486-A37EBEDC3D54}" dt="2026-05-23T11:58:17.742" v="80" actId="20577"/>
          <ac:spMkLst>
            <pc:docMk/>
            <pc:sldMk cId="1808544518" sldId="284"/>
            <ac:spMk id="5" creationId="{2A0B2ECB-81D5-58D2-6118-D4651F04DC2A}"/>
          </ac:spMkLst>
        </pc:spChg>
        <pc:spChg chg="mod">
          <ac:chgData name="Taylor Ilov" userId="S::taylor.ilov@cmsenergy.com::b3e8fa34-e639-4d12-a6dc-5e3032b39fb7" providerId="AD" clId="Web-{89198F9F-F8C4-39A2-D486-A37EBEDC3D54}" dt="2026-05-23T11:58:18.679" v="82" actId="20577"/>
          <ac:spMkLst>
            <pc:docMk/>
            <pc:sldMk cId="1808544518" sldId="284"/>
            <ac:spMk id="6" creationId="{830222EA-B48B-A73B-8B97-C9D2C354B0CD}"/>
          </ac:spMkLst>
        </pc:spChg>
      </pc:sldChg>
      <pc:sldChg chg="modSp">
        <pc:chgData name="Taylor Ilov" userId="S::taylor.ilov@cmsenergy.com::b3e8fa34-e639-4d12-a6dc-5e3032b39fb7" providerId="AD" clId="Web-{89198F9F-F8C4-39A2-D486-A37EBEDC3D54}" dt="2026-05-23T11:59:23.482" v="110"/>
        <pc:sldMkLst>
          <pc:docMk/>
          <pc:sldMk cId="3692638522" sldId="289"/>
        </pc:sldMkLst>
        <pc:graphicFrameChg chg="mod modGraphic">
          <ac:chgData name="Taylor Ilov" userId="S::taylor.ilov@cmsenergy.com::b3e8fa34-e639-4d12-a6dc-5e3032b39fb7" providerId="AD" clId="Web-{89198F9F-F8C4-39A2-D486-A37EBEDC3D54}" dt="2026-05-23T11:59:23.482" v="110"/>
          <ac:graphicFrameMkLst>
            <pc:docMk/>
            <pc:sldMk cId="3692638522" sldId="289"/>
            <ac:graphicFrameMk id="11" creationId="{17F055A7-BB2E-3BF1-B0E5-02D3240DD088}"/>
          </ac:graphicFrameMkLst>
        </pc:graphicFrameChg>
      </pc:sldChg>
      <pc:sldChg chg="modSp ord">
        <pc:chgData name="Taylor Ilov" userId="S::taylor.ilov@cmsenergy.com::b3e8fa34-e639-4d12-a6dc-5e3032b39fb7" providerId="AD" clId="Web-{89198F9F-F8C4-39A2-D486-A37EBEDC3D54}" dt="2026-05-23T12:07:49.308" v="163" actId="20577"/>
        <pc:sldMkLst>
          <pc:docMk/>
          <pc:sldMk cId="3093726476" sldId="300"/>
        </pc:sldMkLst>
        <pc:spChg chg="mod">
          <ac:chgData name="Taylor Ilov" userId="S::taylor.ilov@cmsenergy.com::b3e8fa34-e639-4d12-a6dc-5e3032b39fb7" providerId="AD" clId="Web-{89198F9F-F8C4-39A2-D486-A37EBEDC3D54}" dt="2026-05-23T12:07:49.308" v="163" actId="20577"/>
          <ac:spMkLst>
            <pc:docMk/>
            <pc:sldMk cId="3093726476" sldId="300"/>
            <ac:spMk id="7" creationId="{B597FD0F-3E1D-D644-5432-29FF22D04E82}"/>
          </ac:spMkLst>
        </pc:spChg>
      </pc:sldChg>
      <pc:sldChg chg="delSp modSp">
        <pc:chgData name="Taylor Ilov" userId="S::taylor.ilov@cmsenergy.com::b3e8fa34-e639-4d12-a6dc-5e3032b39fb7" providerId="AD" clId="Web-{89198F9F-F8C4-39A2-D486-A37EBEDC3D54}" dt="2026-05-23T11:57:55.256" v="73"/>
        <pc:sldMkLst>
          <pc:docMk/>
          <pc:sldMk cId="429306594" sldId="2147483632"/>
        </pc:sldMkLst>
        <pc:spChg chg="mod">
          <ac:chgData name="Taylor Ilov" userId="S::taylor.ilov@cmsenergy.com::b3e8fa34-e639-4d12-a6dc-5e3032b39fb7" providerId="AD" clId="Web-{89198F9F-F8C4-39A2-D486-A37EBEDC3D54}" dt="2026-05-23T11:57:33.254" v="63" actId="1076"/>
          <ac:spMkLst>
            <pc:docMk/>
            <pc:sldMk cId="429306594" sldId="2147483632"/>
            <ac:spMk id="2" creationId="{440C7EC6-DBBB-DA51-BFFF-8CA5BC63AD30}"/>
          </ac:spMkLst>
        </pc:spChg>
        <pc:spChg chg="mod">
          <ac:chgData name="Taylor Ilov" userId="S::taylor.ilov@cmsenergy.com::b3e8fa34-e639-4d12-a6dc-5e3032b39fb7" providerId="AD" clId="Web-{89198F9F-F8C4-39A2-D486-A37EBEDC3D54}" dt="2026-05-23T11:57:33.192" v="59" actId="1076"/>
          <ac:spMkLst>
            <pc:docMk/>
            <pc:sldMk cId="429306594" sldId="2147483632"/>
            <ac:spMk id="7" creationId="{31E00338-5619-11A3-BAFF-7FB71EE17928}"/>
          </ac:spMkLst>
        </pc:spChg>
        <pc:spChg chg="mod">
          <ac:chgData name="Taylor Ilov" userId="S::taylor.ilov@cmsenergy.com::b3e8fa34-e639-4d12-a6dc-5e3032b39fb7" providerId="AD" clId="Web-{89198F9F-F8C4-39A2-D486-A37EBEDC3D54}" dt="2026-05-23T11:57:33.208" v="60" actId="1076"/>
          <ac:spMkLst>
            <pc:docMk/>
            <pc:sldMk cId="429306594" sldId="2147483632"/>
            <ac:spMk id="8" creationId="{D7CD0002-0816-D81E-8E98-17B201F8556D}"/>
          </ac:spMkLst>
        </pc:spChg>
        <pc:spChg chg="mod">
          <ac:chgData name="Taylor Ilov" userId="S::taylor.ilov@cmsenergy.com::b3e8fa34-e639-4d12-a6dc-5e3032b39fb7" providerId="AD" clId="Web-{89198F9F-F8C4-39A2-D486-A37EBEDC3D54}" dt="2026-05-23T11:57:33.223" v="61" actId="1076"/>
          <ac:spMkLst>
            <pc:docMk/>
            <pc:sldMk cId="429306594" sldId="2147483632"/>
            <ac:spMk id="12" creationId="{4E5E7236-32C8-A033-8F10-76C1A5930AEA}"/>
          </ac:spMkLst>
        </pc:spChg>
        <pc:spChg chg="mod">
          <ac:chgData name="Taylor Ilov" userId="S::taylor.ilov@cmsenergy.com::b3e8fa34-e639-4d12-a6dc-5e3032b39fb7" providerId="AD" clId="Web-{89198F9F-F8C4-39A2-D486-A37EBEDC3D54}" dt="2026-05-23T11:57:22.785" v="58" actId="20577"/>
          <ac:spMkLst>
            <pc:docMk/>
            <pc:sldMk cId="429306594" sldId="2147483632"/>
            <ac:spMk id="14" creationId="{1A3158E1-7695-0C81-4A14-28927869505A}"/>
          </ac:spMkLst>
        </pc:spChg>
        <pc:spChg chg="mod">
          <ac:chgData name="Taylor Ilov" userId="S::taylor.ilov@cmsenergy.com::b3e8fa34-e639-4d12-a6dc-5e3032b39fb7" providerId="AD" clId="Web-{89198F9F-F8C4-39A2-D486-A37EBEDC3D54}" dt="2026-05-23T11:57:33.239" v="62" actId="1076"/>
          <ac:spMkLst>
            <pc:docMk/>
            <pc:sldMk cId="429306594" sldId="2147483632"/>
            <ac:spMk id="20" creationId="{E37498B5-50A6-1993-F4E6-D125CEC4558D}"/>
          </ac:spMkLst>
        </pc:spChg>
        <pc:cxnChg chg="mod">
          <ac:chgData name="Taylor Ilov" userId="S::taylor.ilov@cmsenergy.com::b3e8fa34-e639-4d12-a6dc-5e3032b39fb7" providerId="AD" clId="Web-{89198F9F-F8C4-39A2-D486-A37EBEDC3D54}" dt="2026-05-23T11:57:42.583" v="69" actId="1076"/>
          <ac:cxnSpMkLst>
            <pc:docMk/>
            <pc:sldMk cId="429306594" sldId="2147483632"/>
            <ac:cxnSpMk id="17" creationId="{23CE3659-5291-DEDD-2F76-4488BBA28AFA}"/>
          </ac:cxnSpMkLst>
        </pc:cxnChg>
        <pc:cxnChg chg="mod">
          <ac:chgData name="Taylor Ilov" userId="S::taylor.ilov@cmsenergy.com::b3e8fa34-e639-4d12-a6dc-5e3032b39fb7" providerId="AD" clId="Web-{89198F9F-F8C4-39A2-D486-A37EBEDC3D54}" dt="2026-05-23T11:57:42.552" v="66" actId="1076"/>
          <ac:cxnSpMkLst>
            <pc:docMk/>
            <pc:sldMk cId="429306594" sldId="2147483632"/>
            <ac:cxnSpMk id="23" creationId="{4C43B979-0628-FFA5-3D81-2A6A3E21E52F}"/>
          </ac:cxnSpMkLst>
        </pc:cxnChg>
        <pc:cxnChg chg="mod">
          <ac:chgData name="Taylor Ilov" userId="S::taylor.ilov@cmsenergy.com::b3e8fa34-e639-4d12-a6dc-5e3032b39fb7" providerId="AD" clId="Web-{89198F9F-F8C4-39A2-D486-A37EBEDC3D54}" dt="2026-05-23T11:57:42.568" v="67" actId="1076"/>
          <ac:cxnSpMkLst>
            <pc:docMk/>
            <pc:sldMk cId="429306594" sldId="2147483632"/>
            <ac:cxnSpMk id="25" creationId="{95DD4D7D-C580-3745-9E64-E7C176966FB6}"/>
          </ac:cxnSpMkLst>
        </pc:cxnChg>
        <pc:cxnChg chg="mod">
          <ac:chgData name="Taylor Ilov" userId="S::taylor.ilov@cmsenergy.com::b3e8fa34-e639-4d12-a6dc-5e3032b39fb7" providerId="AD" clId="Web-{89198F9F-F8C4-39A2-D486-A37EBEDC3D54}" dt="2026-05-23T11:57:42.583" v="68" actId="1076"/>
          <ac:cxnSpMkLst>
            <pc:docMk/>
            <pc:sldMk cId="429306594" sldId="2147483632"/>
            <ac:cxnSpMk id="33" creationId="{829CAA55-934B-FEA2-EA64-6A32CCB94014}"/>
          </ac:cxnSpMkLst>
        </pc:cxnChg>
        <pc:cxnChg chg="mod">
          <ac:chgData name="Taylor Ilov" userId="S::taylor.ilov@cmsenergy.com::b3e8fa34-e639-4d12-a6dc-5e3032b39fb7" providerId="AD" clId="Web-{89198F9F-F8C4-39A2-D486-A37EBEDC3D54}" dt="2026-05-23T11:57:42.552" v="65" actId="1076"/>
          <ac:cxnSpMkLst>
            <pc:docMk/>
            <pc:sldMk cId="429306594" sldId="2147483632"/>
            <ac:cxnSpMk id="151" creationId="{3F14BB83-26F6-F81B-257F-AB1BDE8BC505}"/>
          </ac:cxnSpMkLst>
        </pc:cxnChg>
      </pc:sldChg>
    </pc:docChg>
  </pc:docChgLst>
  <pc:docChgLst>
    <pc:chgData name="Taylor Ilov" userId="S::taylor.ilov@cmsenergy.com::b3e8fa34-e639-4d12-a6dc-5e3032b39fb7" providerId="AD" clId="Web-{F9796A32-1624-F75A-C1FC-75FDEEB3A776}"/>
    <pc:docChg chg="addSld delSld modSld sldOrd addSection delSection modSection">
      <pc:chgData name="Taylor Ilov" userId="S::taylor.ilov@cmsenergy.com::b3e8fa34-e639-4d12-a6dc-5e3032b39fb7" providerId="AD" clId="Web-{F9796A32-1624-F75A-C1FC-75FDEEB3A776}" dt="2026-06-01T18:26:18.041" v="205" actId="20577"/>
      <pc:docMkLst>
        <pc:docMk/>
      </pc:docMkLst>
      <pc:sldChg chg="modSp">
        <pc:chgData name="Taylor Ilov" userId="S::taylor.ilov@cmsenergy.com::b3e8fa34-e639-4d12-a6dc-5e3032b39fb7" providerId="AD" clId="Web-{F9796A32-1624-F75A-C1FC-75FDEEB3A776}" dt="2026-06-01T18:17:05.035" v="154" actId="20577"/>
        <pc:sldMkLst>
          <pc:docMk/>
          <pc:sldMk cId="3155424208" sldId="256"/>
        </pc:sldMkLst>
        <pc:spChg chg="mod">
          <ac:chgData name="Taylor Ilov" userId="S::taylor.ilov@cmsenergy.com::b3e8fa34-e639-4d12-a6dc-5e3032b39fb7" providerId="AD" clId="Web-{F9796A32-1624-F75A-C1FC-75FDEEB3A776}" dt="2026-06-01T18:17:05.035" v="154" actId="20577"/>
          <ac:spMkLst>
            <pc:docMk/>
            <pc:sldMk cId="3155424208" sldId="256"/>
            <ac:spMk id="7" creationId="{4262678A-31A7-55F3-F5A2-5517663349EE}"/>
          </ac:spMkLst>
        </pc:spChg>
      </pc:sldChg>
      <pc:sldChg chg="modSp">
        <pc:chgData name="Taylor Ilov" userId="S::taylor.ilov@cmsenergy.com::b3e8fa34-e639-4d12-a6dc-5e3032b39fb7" providerId="AD" clId="Web-{F9796A32-1624-F75A-C1FC-75FDEEB3A776}" dt="2026-06-01T18:22:21.314" v="166" actId="20577"/>
        <pc:sldMkLst>
          <pc:docMk/>
          <pc:sldMk cId="3852294437" sldId="268"/>
        </pc:sldMkLst>
        <pc:spChg chg="mod">
          <ac:chgData name="Taylor Ilov" userId="S::taylor.ilov@cmsenergy.com::b3e8fa34-e639-4d12-a6dc-5e3032b39fb7" providerId="AD" clId="Web-{F9796A32-1624-F75A-C1FC-75FDEEB3A776}" dt="2026-06-01T18:22:21.314" v="166" actId="20577"/>
          <ac:spMkLst>
            <pc:docMk/>
            <pc:sldMk cId="3852294437" sldId="268"/>
            <ac:spMk id="4" creationId="{81A08FD6-7E06-AEC4-FC0F-CD07B69918CC}"/>
          </ac:spMkLst>
        </pc:spChg>
      </pc:sldChg>
      <pc:sldChg chg="modSp">
        <pc:chgData name="Taylor Ilov" userId="S::taylor.ilov@cmsenergy.com::b3e8fa34-e639-4d12-a6dc-5e3032b39fb7" providerId="AD" clId="Web-{F9796A32-1624-F75A-C1FC-75FDEEB3A776}" dt="2026-06-01T18:26:18.041" v="205" actId="20577"/>
        <pc:sldMkLst>
          <pc:docMk/>
          <pc:sldMk cId="1180415898" sldId="275"/>
        </pc:sldMkLst>
        <pc:spChg chg="mod">
          <ac:chgData name="Taylor Ilov" userId="S::taylor.ilov@cmsenergy.com::b3e8fa34-e639-4d12-a6dc-5e3032b39fb7" providerId="AD" clId="Web-{F9796A32-1624-F75A-C1FC-75FDEEB3A776}" dt="2026-06-01T18:26:18.041" v="205" actId="20577"/>
          <ac:spMkLst>
            <pc:docMk/>
            <pc:sldMk cId="1180415898" sldId="275"/>
            <ac:spMk id="7" creationId="{0C66E776-CABB-A883-38E3-FB62E6868850}"/>
          </ac:spMkLst>
        </pc:spChg>
      </pc:sldChg>
      <pc:sldChg chg="modSp">
        <pc:chgData name="Taylor Ilov" userId="S::taylor.ilov@cmsenergy.com::b3e8fa34-e639-4d12-a6dc-5e3032b39fb7" providerId="AD" clId="Web-{F9796A32-1624-F75A-C1FC-75FDEEB3A776}" dt="2026-06-01T18:16:20.393" v="132" actId="20577"/>
        <pc:sldMkLst>
          <pc:docMk/>
          <pc:sldMk cId="1808544518" sldId="284"/>
        </pc:sldMkLst>
        <pc:spChg chg="mod">
          <ac:chgData name="Taylor Ilov" userId="S::taylor.ilov@cmsenergy.com::b3e8fa34-e639-4d12-a6dc-5e3032b39fb7" providerId="AD" clId="Web-{F9796A32-1624-F75A-C1FC-75FDEEB3A776}" dt="2026-06-01T18:16:20.393" v="132" actId="20577"/>
          <ac:spMkLst>
            <pc:docMk/>
            <pc:sldMk cId="1808544518" sldId="284"/>
            <ac:spMk id="5" creationId="{2A0B2ECB-81D5-58D2-6118-D4651F04DC2A}"/>
          </ac:spMkLst>
        </pc:spChg>
        <pc:spChg chg="mod">
          <ac:chgData name="Taylor Ilov" userId="S::taylor.ilov@cmsenergy.com::b3e8fa34-e639-4d12-a6dc-5e3032b39fb7" providerId="AD" clId="Web-{F9796A32-1624-F75A-C1FC-75FDEEB3A776}" dt="2026-06-01T18:16:11.533" v="131" actId="20577"/>
          <ac:spMkLst>
            <pc:docMk/>
            <pc:sldMk cId="1808544518" sldId="284"/>
            <ac:spMk id="6" creationId="{830222EA-B48B-A73B-8B97-C9D2C354B0CD}"/>
          </ac:spMkLst>
        </pc:spChg>
      </pc:sldChg>
      <pc:sldChg chg="modSp">
        <pc:chgData name="Taylor Ilov" userId="S::taylor.ilov@cmsenergy.com::b3e8fa34-e639-4d12-a6dc-5e3032b39fb7" providerId="AD" clId="Web-{F9796A32-1624-F75A-C1FC-75FDEEB3A776}" dt="2026-06-01T18:26:05.900" v="204" actId="20577"/>
        <pc:sldMkLst>
          <pc:docMk/>
          <pc:sldMk cId="3577727903" sldId="287"/>
        </pc:sldMkLst>
        <pc:spChg chg="mod">
          <ac:chgData name="Taylor Ilov" userId="S::taylor.ilov@cmsenergy.com::b3e8fa34-e639-4d12-a6dc-5e3032b39fb7" providerId="AD" clId="Web-{F9796A32-1624-F75A-C1FC-75FDEEB3A776}" dt="2026-06-01T18:26:05.900" v="204" actId="20577"/>
          <ac:spMkLst>
            <pc:docMk/>
            <pc:sldMk cId="3577727903" sldId="287"/>
            <ac:spMk id="2" creationId="{E34B602E-2C3B-4F08-5E75-F752CAE78886}"/>
          </ac:spMkLst>
        </pc:spChg>
      </pc:sldChg>
      <pc:sldChg chg="modSp">
        <pc:chgData name="Taylor Ilov" userId="S::taylor.ilov@cmsenergy.com::b3e8fa34-e639-4d12-a6dc-5e3032b39fb7" providerId="AD" clId="Web-{F9796A32-1624-F75A-C1FC-75FDEEB3A776}" dt="2026-06-01T18:13:52.013" v="48"/>
        <pc:sldMkLst>
          <pc:docMk/>
          <pc:sldMk cId="3692638522" sldId="289"/>
        </pc:sldMkLst>
        <pc:graphicFrameChg chg="mod modGraphic">
          <ac:chgData name="Taylor Ilov" userId="S::taylor.ilov@cmsenergy.com::b3e8fa34-e639-4d12-a6dc-5e3032b39fb7" providerId="AD" clId="Web-{F9796A32-1624-F75A-C1FC-75FDEEB3A776}" dt="2026-06-01T18:13:52.013" v="48"/>
          <ac:graphicFrameMkLst>
            <pc:docMk/>
            <pc:sldMk cId="3692638522" sldId="289"/>
            <ac:graphicFrameMk id="11" creationId="{17F055A7-BB2E-3BF1-B0E5-02D3240DD088}"/>
          </ac:graphicFrameMkLst>
        </pc:graphicFrameChg>
      </pc:sldChg>
      <pc:sldChg chg="modSp">
        <pc:chgData name="Taylor Ilov" userId="S::taylor.ilov@cmsenergy.com::b3e8fa34-e639-4d12-a6dc-5e3032b39fb7" providerId="AD" clId="Web-{F9796A32-1624-F75A-C1FC-75FDEEB3A776}" dt="2026-06-01T18:24:59.648" v="170" actId="20577"/>
        <pc:sldMkLst>
          <pc:docMk/>
          <pc:sldMk cId="2347388554" sldId="317"/>
        </pc:sldMkLst>
        <pc:spChg chg="mod">
          <ac:chgData name="Taylor Ilov" userId="S::taylor.ilov@cmsenergy.com::b3e8fa34-e639-4d12-a6dc-5e3032b39fb7" providerId="AD" clId="Web-{F9796A32-1624-F75A-C1FC-75FDEEB3A776}" dt="2026-06-01T18:24:59.648" v="170" actId="20577"/>
          <ac:spMkLst>
            <pc:docMk/>
            <pc:sldMk cId="2347388554" sldId="317"/>
            <ac:spMk id="7" creationId="{B597FD0F-3E1D-D644-5432-29FF22D04E82}"/>
          </ac:spMkLst>
        </pc:spChg>
      </pc:sldChg>
      <pc:sldChg chg="delSp modSp">
        <pc:chgData name="Taylor Ilov" userId="S::taylor.ilov@cmsenergy.com::b3e8fa34-e639-4d12-a6dc-5e3032b39fb7" providerId="AD" clId="Web-{F9796A32-1624-F75A-C1FC-75FDEEB3A776}" dt="2026-06-01T18:15:24.500" v="119" actId="20577"/>
        <pc:sldMkLst>
          <pc:docMk/>
          <pc:sldMk cId="429306594" sldId="2147483632"/>
        </pc:sldMkLst>
        <pc:spChg chg="mod">
          <ac:chgData name="Taylor Ilov" userId="S::taylor.ilov@cmsenergy.com::b3e8fa34-e639-4d12-a6dc-5e3032b39fb7" providerId="AD" clId="Web-{F9796A32-1624-F75A-C1FC-75FDEEB3A776}" dt="2026-06-01T18:15:24.500" v="119" actId="20577"/>
          <ac:spMkLst>
            <pc:docMk/>
            <pc:sldMk cId="429306594" sldId="2147483632"/>
            <ac:spMk id="6" creationId="{4CC7DFAC-34D3-91D3-2C54-3811D96D4D08}"/>
          </ac:spMkLst>
        </pc:spChg>
        <pc:spChg chg="mod">
          <ac:chgData name="Taylor Ilov" userId="S::taylor.ilov@cmsenergy.com::b3e8fa34-e639-4d12-a6dc-5e3032b39fb7" providerId="AD" clId="Web-{F9796A32-1624-F75A-C1FC-75FDEEB3A776}" dt="2026-06-01T18:15:07.906" v="113" actId="20577"/>
          <ac:spMkLst>
            <pc:docMk/>
            <pc:sldMk cId="429306594" sldId="2147483632"/>
            <ac:spMk id="14" creationId="{1A3158E1-7695-0C81-4A14-28927869505A}"/>
          </ac:spMkLst>
        </pc:spChg>
      </pc:sldChg>
      <pc:sldChg chg="modSp add replId">
        <pc:chgData name="Taylor Ilov" userId="S::taylor.ilov@cmsenergy.com::b3e8fa34-e639-4d12-a6dc-5e3032b39fb7" providerId="AD" clId="Web-{F9796A32-1624-F75A-C1FC-75FDEEB3A776}" dt="2026-06-01T18:17:40.740" v="165" actId="20577"/>
        <pc:sldMkLst>
          <pc:docMk/>
          <pc:sldMk cId="3481139469" sldId="2147483647"/>
        </pc:sldMkLst>
        <pc:spChg chg="mod">
          <ac:chgData name="Taylor Ilov" userId="S::taylor.ilov@cmsenergy.com::b3e8fa34-e639-4d12-a6dc-5e3032b39fb7" providerId="AD" clId="Web-{F9796A32-1624-F75A-C1FC-75FDEEB3A776}" dt="2026-06-01T18:17:40.740" v="165" actId="20577"/>
          <ac:spMkLst>
            <pc:docMk/>
            <pc:sldMk cId="3481139469" sldId="2147483647"/>
            <ac:spMk id="7" creationId="{82BA8A2C-06BD-D218-C0E4-38E9E0240B9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57D2410-54B8-004B-9C14-849172F995CE}" type="datetimeFigureOut">
              <a:rPr lang="en-US" smtClean="0"/>
              <a:t>6/8/2026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11CCEC3-7244-3C46-9DB9-806F778100A4}" type="slidenum">
              <a:rPr lang="en-US" smtClean="0"/>
              <a:t>‹#›</a:t>
            </a:fld>
            <a:endParaRPr lang="en-US"/>
          </a:p>
        </p:txBody>
      </p:sp>
    </p:spTree>
    <p:extLst>
      <p:ext uri="{BB962C8B-B14F-4D97-AF65-F5344CB8AC3E}">
        <p14:creationId xmlns:p14="http://schemas.microsoft.com/office/powerpoint/2010/main" val="33543047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g32789fbb2d8_0_389:notes"/>
          <p:cNvSpPr txBox="1">
            <a:spLocks noGrp="1"/>
          </p:cNvSpPr>
          <p:nvPr>
            <p:ph type="body" idx="1"/>
          </p:nvPr>
        </p:nvSpPr>
        <p:spPr>
          <a:xfrm>
            <a:off x="731520" y="4560570"/>
            <a:ext cx="5852160" cy="4320540"/>
          </a:xfrm>
          <a:prstGeom prst="rect">
            <a:avLst/>
          </a:prstGeom>
        </p:spPr>
        <p:txBody>
          <a:bodyPr spcFirstLastPara="1" wrap="square" lIns="96645" tIns="48309" rIns="96645" bIns="48309" anchor="t" anchorCtr="0">
            <a:noAutofit/>
          </a:bodyPr>
          <a:lstStyle/>
          <a:p>
            <a:pPr marL="0" indent="0"/>
            <a:endParaRPr/>
          </a:p>
        </p:txBody>
      </p:sp>
      <p:sp>
        <p:nvSpPr>
          <p:cNvPr id="403" name="Google Shape;403;g32789fbb2d8_0_389: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17230790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11CCEC3-7244-3C46-9DB9-806F778100A4}" type="slidenum">
              <a:rPr lang="en-US" smtClean="0"/>
              <a:t>3</a:t>
            </a:fld>
            <a:endParaRPr lang="en-US"/>
          </a:p>
        </p:txBody>
      </p:sp>
    </p:spTree>
    <p:extLst>
      <p:ext uri="{BB962C8B-B14F-4D97-AF65-F5344CB8AC3E}">
        <p14:creationId xmlns:p14="http://schemas.microsoft.com/office/powerpoint/2010/main" val="12485558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Calibri"/>
              <a:ea typeface="Calibri"/>
              <a:cs typeface="Calibri"/>
            </a:endParaRPr>
          </a:p>
        </p:txBody>
      </p:sp>
      <p:sp>
        <p:nvSpPr>
          <p:cNvPr id="4" name="Slide Number Placeholder 3"/>
          <p:cNvSpPr>
            <a:spLocks noGrp="1"/>
          </p:cNvSpPr>
          <p:nvPr>
            <p:ph type="sldNum" sz="quarter" idx="5"/>
          </p:nvPr>
        </p:nvSpPr>
        <p:spPr/>
        <p:txBody>
          <a:bodyPr/>
          <a:lstStyle/>
          <a:p>
            <a:fld id="{611CCEC3-7244-3C46-9DB9-806F778100A4}" type="slidenum">
              <a:rPr lang="en-US" smtClean="0"/>
              <a:t>27</a:t>
            </a:fld>
            <a:endParaRPr lang="en-US"/>
          </a:p>
        </p:txBody>
      </p:sp>
    </p:spTree>
    <p:extLst>
      <p:ext uri="{BB962C8B-B14F-4D97-AF65-F5344CB8AC3E}">
        <p14:creationId xmlns:p14="http://schemas.microsoft.com/office/powerpoint/2010/main" val="300444056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lue_Consumers Energy TITLE Slid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90CA405F-B3CD-76DC-CAA3-F740ED934F6D}"/>
              </a:ext>
            </a:extLst>
          </p:cNvPr>
          <p:cNvSpPr/>
          <p:nvPr userDrawn="1"/>
        </p:nvSpPr>
        <p:spPr>
          <a:xfrm>
            <a:off x="0" y="63260"/>
            <a:ext cx="12192000" cy="6435720"/>
          </a:xfrm>
          <a:prstGeom prst="rect">
            <a:avLst/>
          </a:prstGeom>
          <a:solidFill>
            <a:srgbClr val="0067A5"/>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67" b="0" i="0">
              <a:latin typeface="Montserrat" pitchFamily="2" charset="77"/>
            </a:endParaRPr>
          </a:p>
        </p:txBody>
      </p:sp>
      <p:pic>
        <p:nvPicPr>
          <p:cNvPr id="7" name="Picture 6">
            <a:extLst>
              <a:ext uri="{FF2B5EF4-FFF2-40B4-BE49-F238E27FC236}">
                <a16:creationId xmlns:a16="http://schemas.microsoft.com/office/drawing/2014/main" id="{B5C6FA4A-C1E9-5357-C9A5-5FFC82FC26F4}"/>
              </a:ext>
            </a:extLst>
          </p:cNvPr>
          <p:cNvPicPr>
            <a:picLocks noChangeAspect="1"/>
          </p:cNvPicPr>
          <p:nvPr userDrawn="1"/>
        </p:nvPicPr>
        <p:blipFill>
          <a:blip r:embed="rId2"/>
          <a:srcRect l="200" t="918" r="-200" b="27132"/>
          <a:stretch/>
        </p:blipFill>
        <p:spPr>
          <a:xfrm>
            <a:off x="0" y="4448042"/>
            <a:ext cx="12228576" cy="2458393"/>
          </a:xfrm>
          <a:prstGeom prst="rect">
            <a:avLst/>
          </a:prstGeom>
        </p:spPr>
      </p:pic>
      <p:sp>
        <p:nvSpPr>
          <p:cNvPr id="3" name="Subtitle "/>
          <p:cNvSpPr>
            <a:spLocks noGrp="1"/>
          </p:cNvSpPr>
          <p:nvPr>
            <p:ph type="subTitle" idx="1" hasCustomPrompt="1"/>
          </p:nvPr>
        </p:nvSpPr>
        <p:spPr>
          <a:xfrm>
            <a:off x="2067149" y="3391505"/>
            <a:ext cx="9448800" cy="1752600"/>
          </a:xfrm>
        </p:spPr>
        <p:txBody>
          <a:bodyPr>
            <a:normAutofit/>
          </a:bodyPr>
          <a:lstStyle>
            <a:lvl1pPr marL="0" indent="0" algn="r">
              <a:buNone/>
              <a:defRPr sz="2400" b="0" i="0">
                <a:solidFill>
                  <a:schemeClr val="bg1"/>
                </a:solidFill>
                <a:latin typeface="Montserrat" pitchFamily="2" charset="77"/>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enter presenter’s name/date</a:t>
            </a:r>
          </a:p>
        </p:txBody>
      </p:sp>
      <p:sp>
        <p:nvSpPr>
          <p:cNvPr id="2" name="Title "/>
          <p:cNvSpPr>
            <a:spLocks noGrp="1"/>
          </p:cNvSpPr>
          <p:nvPr>
            <p:ph type="ctrTitle" hasCustomPrompt="1"/>
          </p:nvPr>
        </p:nvSpPr>
        <p:spPr>
          <a:xfrm>
            <a:off x="1152749" y="1631952"/>
            <a:ext cx="10363200" cy="1470025"/>
          </a:xfrm>
        </p:spPr>
        <p:txBody>
          <a:bodyPr/>
          <a:lstStyle>
            <a:lvl1pPr algn="r">
              <a:defRPr sz="4267" b="0" i="0" baseline="0">
                <a:solidFill>
                  <a:schemeClr val="bg1"/>
                </a:solidFill>
                <a:latin typeface="Montserrat" pitchFamily="2" charset="77"/>
              </a:defRPr>
            </a:lvl1pPr>
          </a:lstStyle>
          <a:p>
            <a:r>
              <a:rPr lang="en-US"/>
              <a:t>Consumers Energy Title Page </a:t>
            </a:r>
            <a:br>
              <a:rPr lang="en-US"/>
            </a:br>
            <a:r>
              <a:rPr lang="en-US"/>
              <a:t>Click to enter presentation title</a:t>
            </a:r>
          </a:p>
        </p:txBody>
      </p:sp>
      <p:pic>
        <p:nvPicPr>
          <p:cNvPr id="6" name="Picture 5">
            <a:extLst>
              <a:ext uri="{FF2B5EF4-FFF2-40B4-BE49-F238E27FC236}">
                <a16:creationId xmlns:a16="http://schemas.microsoft.com/office/drawing/2014/main" id="{2D8D15BC-A084-C6D9-EEE3-4A46CC2A531F}"/>
              </a:ext>
            </a:extLst>
          </p:cNvPr>
          <p:cNvPicPr>
            <a:picLocks noChangeAspect="1"/>
          </p:cNvPicPr>
          <p:nvPr userDrawn="1"/>
        </p:nvPicPr>
        <p:blipFill>
          <a:blip r:embed="rId3"/>
          <a:stretch>
            <a:fillRect/>
          </a:stretch>
        </p:blipFill>
        <p:spPr>
          <a:xfrm>
            <a:off x="230583" y="6070185"/>
            <a:ext cx="2084131" cy="656644"/>
          </a:xfrm>
          <a:prstGeom prst="rect">
            <a:avLst/>
          </a:prstGeom>
        </p:spPr>
      </p:pic>
      <p:sp>
        <p:nvSpPr>
          <p:cNvPr id="8" name="Green top line">
            <a:extLst>
              <a:ext uri="{FF2B5EF4-FFF2-40B4-BE49-F238E27FC236}">
                <a16:creationId xmlns:a16="http://schemas.microsoft.com/office/drawing/2014/main" id="{03CF2A64-7CD1-4C22-7B38-A723A28DFEF4}"/>
              </a:ext>
            </a:extLst>
          </p:cNvPr>
          <p:cNvSpPr/>
          <p:nvPr userDrawn="1"/>
        </p:nvSpPr>
        <p:spPr>
          <a:xfrm flipV="1">
            <a:off x="0" y="0"/>
            <a:ext cx="12192000" cy="36576"/>
          </a:xfrm>
          <a:prstGeom prst="rect">
            <a:avLst/>
          </a:prstGeom>
          <a:solidFill>
            <a:srgbClr val="8DC63F"/>
          </a:solidFill>
          <a:ln>
            <a:solidFill>
              <a:srgbClr val="8EBB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133" b="0" i="0" baseline="0">
              <a:solidFill>
                <a:schemeClr val="tx1"/>
              </a:solidFill>
              <a:latin typeface="Montserrat" pitchFamily="2" charset="77"/>
            </a:endParaRPr>
          </a:p>
        </p:txBody>
      </p:sp>
      <p:pic>
        <p:nvPicPr>
          <p:cNvPr id="9" name="Picture 8" descr="A black background with a black square&#10;&#10;AI-generated content may be incorrect.">
            <a:extLst>
              <a:ext uri="{FF2B5EF4-FFF2-40B4-BE49-F238E27FC236}">
                <a16:creationId xmlns:a16="http://schemas.microsoft.com/office/drawing/2014/main" id="{90E030D4-1768-E3AD-266E-7222A4E8C0BF}"/>
              </a:ext>
            </a:extLst>
          </p:cNvPr>
          <p:cNvPicPr>
            <a:picLocks noChangeAspect="1"/>
          </p:cNvPicPr>
          <p:nvPr userDrawn="1"/>
        </p:nvPicPr>
        <p:blipFill>
          <a:blip r:embed="rId4"/>
          <a:stretch>
            <a:fillRect/>
          </a:stretch>
        </p:blipFill>
        <p:spPr>
          <a:xfrm>
            <a:off x="9119636" y="5610087"/>
            <a:ext cx="2850587" cy="1097595"/>
          </a:xfrm>
          <a:prstGeom prst="rect">
            <a:avLst/>
          </a:prstGeom>
        </p:spPr>
      </p:pic>
    </p:spTree>
    <p:extLst>
      <p:ext uri="{BB962C8B-B14F-4D97-AF65-F5344CB8AC3E}">
        <p14:creationId xmlns:p14="http://schemas.microsoft.com/office/powerpoint/2010/main" val="2581683181"/>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Blue_CMS 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329B655-E050-2CEF-2CE1-0A53AA4DC649}"/>
              </a:ext>
            </a:extLst>
          </p:cNvPr>
          <p:cNvSpPr/>
          <p:nvPr userDrawn="1"/>
        </p:nvSpPr>
        <p:spPr>
          <a:xfrm>
            <a:off x="0" y="36576"/>
            <a:ext cx="12192000" cy="6435720"/>
          </a:xfrm>
          <a:prstGeom prst="rect">
            <a:avLst/>
          </a:prstGeom>
          <a:solidFill>
            <a:srgbClr val="0067A5"/>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67" b="0" i="0">
              <a:latin typeface="Montserrat" pitchFamily="2" charset="77"/>
            </a:endParaRPr>
          </a:p>
        </p:txBody>
      </p:sp>
      <p:sp>
        <p:nvSpPr>
          <p:cNvPr id="3" name="Subtitle "/>
          <p:cNvSpPr>
            <a:spLocks noGrp="1"/>
          </p:cNvSpPr>
          <p:nvPr>
            <p:ph type="subTitle" idx="1" hasCustomPrompt="1"/>
          </p:nvPr>
        </p:nvSpPr>
        <p:spPr>
          <a:xfrm>
            <a:off x="2067149" y="3391505"/>
            <a:ext cx="9448800" cy="1752600"/>
          </a:xfrm>
        </p:spPr>
        <p:txBody>
          <a:bodyPr>
            <a:normAutofit/>
          </a:bodyPr>
          <a:lstStyle>
            <a:lvl1pPr marL="0" indent="0" algn="r">
              <a:buNone/>
              <a:defRPr sz="2400" b="0" i="0">
                <a:solidFill>
                  <a:schemeClr val="bg1"/>
                </a:solidFill>
                <a:latin typeface="Montserrat" pitchFamily="2" charset="77"/>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enter presenter’s name/date</a:t>
            </a:r>
          </a:p>
        </p:txBody>
      </p:sp>
      <p:sp>
        <p:nvSpPr>
          <p:cNvPr id="2" name="Title "/>
          <p:cNvSpPr>
            <a:spLocks noGrp="1"/>
          </p:cNvSpPr>
          <p:nvPr>
            <p:ph type="ctrTitle" hasCustomPrompt="1"/>
          </p:nvPr>
        </p:nvSpPr>
        <p:spPr>
          <a:xfrm>
            <a:off x="1152749" y="1631952"/>
            <a:ext cx="10363200" cy="1470025"/>
          </a:xfrm>
        </p:spPr>
        <p:txBody>
          <a:bodyPr/>
          <a:lstStyle>
            <a:lvl1pPr algn="r">
              <a:defRPr sz="4267" b="0" i="0" baseline="0">
                <a:solidFill>
                  <a:schemeClr val="bg1"/>
                </a:solidFill>
                <a:latin typeface="Montserrat" pitchFamily="2" charset="77"/>
              </a:defRPr>
            </a:lvl1pPr>
          </a:lstStyle>
          <a:p>
            <a:r>
              <a:rPr lang="en-US"/>
              <a:t>CMS Energy Title Page </a:t>
            </a:r>
            <a:br>
              <a:rPr lang="en-US"/>
            </a:br>
            <a:r>
              <a:rPr lang="en-US"/>
              <a:t>Click to enter presentation title</a:t>
            </a:r>
          </a:p>
        </p:txBody>
      </p:sp>
      <p:pic>
        <p:nvPicPr>
          <p:cNvPr id="9" name="Picture 8">
            <a:extLst>
              <a:ext uri="{FF2B5EF4-FFF2-40B4-BE49-F238E27FC236}">
                <a16:creationId xmlns:a16="http://schemas.microsoft.com/office/drawing/2014/main" id="{709AEF07-3191-3F4A-3F7A-19EC791E9DAA}"/>
              </a:ext>
            </a:extLst>
          </p:cNvPr>
          <p:cNvPicPr>
            <a:picLocks noChangeAspect="1"/>
          </p:cNvPicPr>
          <p:nvPr userDrawn="1"/>
        </p:nvPicPr>
        <p:blipFill rotWithShape="1">
          <a:blip r:embed="rId2"/>
          <a:srcRect l="24126" t="305" r="-34" b="-305"/>
          <a:stretch/>
        </p:blipFill>
        <p:spPr>
          <a:xfrm>
            <a:off x="0" y="4420754"/>
            <a:ext cx="12216384" cy="2455953"/>
          </a:xfrm>
          <a:prstGeom prst="rect">
            <a:avLst/>
          </a:prstGeom>
        </p:spPr>
      </p:pic>
      <p:pic>
        <p:nvPicPr>
          <p:cNvPr id="6" name="Picture 5">
            <a:extLst>
              <a:ext uri="{FF2B5EF4-FFF2-40B4-BE49-F238E27FC236}">
                <a16:creationId xmlns:a16="http://schemas.microsoft.com/office/drawing/2014/main" id="{2D8D15BC-A084-C6D9-EEE3-4A46CC2A531F}"/>
              </a:ext>
            </a:extLst>
          </p:cNvPr>
          <p:cNvPicPr>
            <a:picLocks noChangeAspect="1"/>
          </p:cNvPicPr>
          <p:nvPr userDrawn="1"/>
        </p:nvPicPr>
        <p:blipFill rotWithShape="1">
          <a:blip r:embed="rId3"/>
          <a:srcRect l="-1000" t="-13025" b="-13798"/>
          <a:stretch/>
        </p:blipFill>
        <p:spPr>
          <a:xfrm>
            <a:off x="154612" y="5982816"/>
            <a:ext cx="2280355" cy="691685"/>
          </a:xfrm>
          <a:prstGeom prst="rect">
            <a:avLst/>
          </a:prstGeom>
        </p:spPr>
      </p:pic>
      <p:sp>
        <p:nvSpPr>
          <p:cNvPr id="4" name="Green top line">
            <a:extLst>
              <a:ext uri="{FF2B5EF4-FFF2-40B4-BE49-F238E27FC236}">
                <a16:creationId xmlns:a16="http://schemas.microsoft.com/office/drawing/2014/main" id="{265938C9-7DBB-F010-0315-57D2F87C9106}"/>
              </a:ext>
            </a:extLst>
          </p:cNvPr>
          <p:cNvSpPr/>
          <p:nvPr userDrawn="1"/>
        </p:nvSpPr>
        <p:spPr>
          <a:xfrm flipV="1">
            <a:off x="0" y="0"/>
            <a:ext cx="12192000" cy="36576"/>
          </a:xfrm>
          <a:prstGeom prst="rect">
            <a:avLst/>
          </a:prstGeom>
          <a:solidFill>
            <a:srgbClr val="8DC63F"/>
          </a:solidFill>
          <a:ln>
            <a:solidFill>
              <a:srgbClr val="8EBB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133" b="0" i="0" baseline="0">
              <a:solidFill>
                <a:schemeClr val="tx1"/>
              </a:solidFill>
              <a:latin typeface="Montserrat" pitchFamily="2" charset="77"/>
            </a:endParaRPr>
          </a:p>
        </p:txBody>
      </p:sp>
      <p:pic>
        <p:nvPicPr>
          <p:cNvPr id="10" name="Picture 9" descr="A black background with a black square&#10;&#10;AI-generated content may be incorrect.">
            <a:extLst>
              <a:ext uri="{FF2B5EF4-FFF2-40B4-BE49-F238E27FC236}">
                <a16:creationId xmlns:a16="http://schemas.microsoft.com/office/drawing/2014/main" id="{5E3F8541-C6A9-5757-9A4E-81D643DAAA20}"/>
              </a:ext>
            </a:extLst>
          </p:cNvPr>
          <p:cNvPicPr>
            <a:picLocks noChangeAspect="1"/>
          </p:cNvPicPr>
          <p:nvPr userDrawn="1"/>
        </p:nvPicPr>
        <p:blipFill>
          <a:blip r:embed="rId4"/>
          <a:stretch>
            <a:fillRect/>
          </a:stretch>
        </p:blipFill>
        <p:spPr>
          <a:xfrm>
            <a:off x="9119636" y="5610087"/>
            <a:ext cx="2850587" cy="1097595"/>
          </a:xfrm>
          <a:prstGeom prst="rect">
            <a:avLst/>
          </a:prstGeom>
        </p:spPr>
      </p:pic>
    </p:spTree>
    <p:extLst>
      <p:ext uri="{BB962C8B-B14F-4D97-AF65-F5344CB8AC3E}">
        <p14:creationId xmlns:p14="http://schemas.microsoft.com/office/powerpoint/2010/main" val="1750889491"/>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Consumers Energy TITLE Slide">
    <p:spTree>
      <p:nvGrpSpPr>
        <p:cNvPr id="1" name=""/>
        <p:cNvGrpSpPr/>
        <p:nvPr/>
      </p:nvGrpSpPr>
      <p:grpSpPr>
        <a:xfrm>
          <a:off x="0" y="0"/>
          <a:ext cx="0" cy="0"/>
          <a:chOff x="0" y="0"/>
          <a:chExt cx="0" cy="0"/>
        </a:xfrm>
      </p:grpSpPr>
      <p:sp>
        <p:nvSpPr>
          <p:cNvPr id="7" name="Background"/>
          <p:cNvSpPr/>
          <p:nvPr userDrawn="1"/>
        </p:nvSpPr>
        <p:spPr>
          <a:xfrm>
            <a:off x="3048" y="88003"/>
            <a:ext cx="12192000" cy="6769997"/>
          </a:xfrm>
          <a:prstGeom prst="rect">
            <a:avLst/>
          </a:prstGeom>
          <a:pattFill prst="ltDnDiag">
            <a:fgClr>
              <a:srgbClr val="E1E4E5"/>
            </a:fgClr>
            <a:bgClr>
              <a:schemeClr val="bg1"/>
            </a:bgClr>
          </a:pattFill>
          <a:ln>
            <a:noFill/>
          </a:ln>
          <a:effectLst/>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sz="2400" b="0" i="0">
              <a:latin typeface="Montserrat" pitchFamily="2" charset="77"/>
            </a:endParaRPr>
          </a:p>
        </p:txBody>
      </p:sp>
      <p:pic>
        <p:nvPicPr>
          <p:cNvPr id="4" name="Picture 3">
            <a:extLst>
              <a:ext uri="{FF2B5EF4-FFF2-40B4-BE49-F238E27FC236}">
                <a16:creationId xmlns:a16="http://schemas.microsoft.com/office/drawing/2014/main" id="{4C05E742-6DCA-666E-9947-B0EE936494F7}"/>
              </a:ext>
            </a:extLst>
          </p:cNvPr>
          <p:cNvPicPr>
            <a:picLocks noChangeAspect="1"/>
          </p:cNvPicPr>
          <p:nvPr userDrawn="1"/>
        </p:nvPicPr>
        <p:blipFill>
          <a:blip r:embed="rId2"/>
          <a:srcRect t="-3895" b="35306"/>
          <a:stretch/>
        </p:blipFill>
        <p:spPr>
          <a:xfrm>
            <a:off x="3048" y="4549389"/>
            <a:ext cx="12188952" cy="2308611"/>
          </a:xfrm>
          <a:prstGeom prst="rect">
            <a:avLst/>
          </a:prstGeom>
        </p:spPr>
      </p:pic>
      <p:pic>
        <p:nvPicPr>
          <p:cNvPr id="12" name="CE Logo">
            <a:extLst>
              <a:ext uri="{FF2B5EF4-FFF2-40B4-BE49-F238E27FC236}">
                <a16:creationId xmlns:a16="http://schemas.microsoft.com/office/drawing/2014/main" id="{91ECB4FD-021B-A84F-9C74-397F7A945692}"/>
              </a:ext>
            </a:extLst>
          </p:cNvPr>
          <p:cNvPicPr>
            <a:picLocks noChangeAspect="1"/>
          </p:cNvPicPr>
          <p:nvPr userDrawn="1"/>
        </p:nvPicPr>
        <p:blipFill rotWithShape="1">
          <a:blip r:embed="rId3"/>
          <a:srcRect l="9122" t="10605" r="9079" b="11083"/>
          <a:stretch/>
        </p:blipFill>
        <p:spPr>
          <a:xfrm>
            <a:off x="189070" y="5913969"/>
            <a:ext cx="2205157" cy="791683"/>
          </a:xfrm>
          <a:prstGeom prst="rect">
            <a:avLst/>
          </a:prstGeom>
        </p:spPr>
      </p:pic>
      <p:sp>
        <p:nvSpPr>
          <p:cNvPr id="3" name="Subtitle "/>
          <p:cNvSpPr>
            <a:spLocks noGrp="1"/>
          </p:cNvSpPr>
          <p:nvPr>
            <p:ph type="subTitle" idx="1" hasCustomPrompt="1"/>
          </p:nvPr>
        </p:nvSpPr>
        <p:spPr>
          <a:xfrm>
            <a:off x="2067149" y="3391505"/>
            <a:ext cx="9448800" cy="1752600"/>
          </a:xfrm>
        </p:spPr>
        <p:txBody>
          <a:bodyPr>
            <a:normAutofit/>
          </a:bodyPr>
          <a:lstStyle>
            <a:lvl1pPr marL="0" indent="0" algn="r">
              <a:buNone/>
              <a:defRPr sz="2400" b="0" i="0">
                <a:solidFill>
                  <a:schemeClr val="tx1"/>
                </a:solidFill>
                <a:latin typeface="Montserrat" pitchFamily="2" charset="77"/>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enter presenter’s name/date</a:t>
            </a:r>
          </a:p>
        </p:txBody>
      </p:sp>
      <p:sp>
        <p:nvSpPr>
          <p:cNvPr id="2" name="Title "/>
          <p:cNvSpPr>
            <a:spLocks noGrp="1"/>
          </p:cNvSpPr>
          <p:nvPr>
            <p:ph type="ctrTitle" hasCustomPrompt="1"/>
          </p:nvPr>
        </p:nvSpPr>
        <p:spPr>
          <a:xfrm>
            <a:off x="1152749" y="1631952"/>
            <a:ext cx="10363200" cy="1470025"/>
          </a:xfrm>
        </p:spPr>
        <p:txBody>
          <a:bodyPr/>
          <a:lstStyle>
            <a:lvl1pPr algn="r">
              <a:defRPr sz="4267" b="0" i="0" baseline="0">
                <a:solidFill>
                  <a:srgbClr val="0067A5"/>
                </a:solidFill>
                <a:latin typeface="Montserrat" pitchFamily="2" charset="77"/>
              </a:defRPr>
            </a:lvl1pPr>
          </a:lstStyle>
          <a:p>
            <a:r>
              <a:rPr lang="en-US"/>
              <a:t>Consumers Energy Title Page </a:t>
            </a:r>
            <a:br>
              <a:rPr lang="en-US"/>
            </a:br>
            <a:r>
              <a:rPr lang="en-US"/>
              <a:t>Click to enter presentation title</a:t>
            </a:r>
          </a:p>
        </p:txBody>
      </p:sp>
      <p:pic>
        <p:nvPicPr>
          <p:cNvPr id="9" name="Picture 8" descr="A white text on a black background&#10;&#10;AI-generated content may be incorrect.">
            <a:extLst>
              <a:ext uri="{FF2B5EF4-FFF2-40B4-BE49-F238E27FC236}">
                <a16:creationId xmlns:a16="http://schemas.microsoft.com/office/drawing/2014/main" id="{1DC64331-E5B9-B4C2-135F-7D91D7FFA2BF}"/>
              </a:ext>
            </a:extLst>
          </p:cNvPr>
          <p:cNvPicPr>
            <a:picLocks noChangeAspect="1"/>
          </p:cNvPicPr>
          <p:nvPr userDrawn="1"/>
        </p:nvPicPr>
        <p:blipFill>
          <a:blip r:embed="rId4"/>
          <a:stretch>
            <a:fillRect/>
          </a:stretch>
        </p:blipFill>
        <p:spPr>
          <a:xfrm>
            <a:off x="9212048" y="5584119"/>
            <a:ext cx="2790883" cy="1121533"/>
          </a:xfrm>
          <a:prstGeom prst="rect">
            <a:avLst/>
          </a:prstGeom>
        </p:spPr>
      </p:pic>
    </p:spTree>
    <p:extLst>
      <p:ext uri="{BB962C8B-B14F-4D97-AF65-F5344CB8AC3E}">
        <p14:creationId xmlns:p14="http://schemas.microsoft.com/office/powerpoint/2010/main" val="4243960502"/>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CMS Energy TITLE SLIDE">
    <p:spTree>
      <p:nvGrpSpPr>
        <p:cNvPr id="1" name=""/>
        <p:cNvGrpSpPr/>
        <p:nvPr/>
      </p:nvGrpSpPr>
      <p:grpSpPr>
        <a:xfrm>
          <a:off x="0" y="0"/>
          <a:ext cx="0" cy="0"/>
          <a:chOff x="0" y="0"/>
          <a:chExt cx="0" cy="0"/>
        </a:xfrm>
      </p:grpSpPr>
      <p:sp>
        <p:nvSpPr>
          <p:cNvPr id="6" name="Background">
            <a:extLst>
              <a:ext uri="{FF2B5EF4-FFF2-40B4-BE49-F238E27FC236}">
                <a16:creationId xmlns:a16="http://schemas.microsoft.com/office/drawing/2014/main" id="{6E3FDA63-1642-2C7F-F7CA-C7BBCAEC20E0}"/>
              </a:ext>
            </a:extLst>
          </p:cNvPr>
          <p:cNvSpPr/>
          <p:nvPr userDrawn="1"/>
        </p:nvSpPr>
        <p:spPr>
          <a:xfrm>
            <a:off x="0" y="88003"/>
            <a:ext cx="12192000" cy="6769997"/>
          </a:xfrm>
          <a:prstGeom prst="rect">
            <a:avLst/>
          </a:prstGeom>
          <a:pattFill prst="ltDnDiag">
            <a:fgClr>
              <a:srgbClr val="E1E4E5"/>
            </a:fgClr>
            <a:bgClr>
              <a:schemeClr val="bg1"/>
            </a:bgClr>
          </a:pattFill>
          <a:ln>
            <a:noFill/>
          </a:ln>
          <a:effectLst/>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sz="2400" b="0" i="0">
              <a:latin typeface="Montserrat" pitchFamily="2" charset="77"/>
            </a:endParaRPr>
          </a:p>
        </p:txBody>
      </p:sp>
      <p:pic>
        <p:nvPicPr>
          <p:cNvPr id="4" name="Picture 3">
            <a:extLst>
              <a:ext uri="{FF2B5EF4-FFF2-40B4-BE49-F238E27FC236}">
                <a16:creationId xmlns:a16="http://schemas.microsoft.com/office/drawing/2014/main" id="{90B87A2A-DEBD-3AA2-CBF5-D11C589099D2}"/>
              </a:ext>
            </a:extLst>
          </p:cNvPr>
          <p:cNvPicPr>
            <a:picLocks noChangeAspect="1"/>
          </p:cNvPicPr>
          <p:nvPr userDrawn="1"/>
        </p:nvPicPr>
        <p:blipFill>
          <a:blip r:embed="rId2"/>
          <a:srcRect t="-3895" b="35306"/>
          <a:stretch/>
        </p:blipFill>
        <p:spPr>
          <a:xfrm>
            <a:off x="3048" y="4549389"/>
            <a:ext cx="12188952" cy="2308611"/>
          </a:xfrm>
          <a:prstGeom prst="rect">
            <a:avLst/>
          </a:prstGeom>
        </p:spPr>
      </p:pic>
      <p:pic>
        <p:nvPicPr>
          <p:cNvPr id="11" name="CMS Energy Logo"/>
          <p:cNvPicPr>
            <a:picLocks noChangeAspect="1"/>
          </p:cNvPicPr>
          <p:nvPr userDrawn="1"/>
        </p:nvPicPr>
        <p:blipFill>
          <a:blip r:embed="rId3"/>
          <a:srcRect l="12" r="12"/>
          <a:stretch/>
        </p:blipFill>
        <p:spPr>
          <a:xfrm>
            <a:off x="100995" y="5981919"/>
            <a:ext cx="2279792" cy="609600"/>
          </a:xfrm>
          <a:prstGeom prst="rect">
            <a:avLst/>
          </a:prstGeom>
        </p:spPr>
      </p:pic>
      <p:sp>
        <p:nvSpPr>
          <p:cNvPr id="3" name="Subtitle"/>
          <p:cNvSpPr>
            <a:spLocks noGrp="1"/>
          </p:cNvSpPr>
          <p:nvPr>
            <p:ph type="subTitle" idx="1" hasCustomPrompt="1"/>
          </p:nvPr>
        </p:nvSpPr>
        <p:spPr>
          <a:xfrm>
            <a:off x="2067152" y="3391505"/>
            <a:ext cx="9448800" cy="1752600"/>
          </a:xfrm>
        </p:spPr>
        <p:txBody>
          <a:bodyPr>
            <a:normAutofit/>
          </a:bodyPr>
          <a:lstStyle>
            <a:lvl1pPr marL="0" indent="0" algn="r">
              <a:buNone/>
              <a:defRPr sz="2400" b="0" i="0">
                <a:solidFill>
                  <a:srgbClr val="000000"/>
                </a:solidFill>
                <a:latin typeface="Montserrat" pitchFamily="2" charset="77"/>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enter presenter’s name/date</a:t>
            </a:r>
          </a:p>
        </p:txBody>
      </p:sp>
      <p:sp>
        <p:nvSpPr>
          <p:cNvPr id="2" name="Title "/>
          <p:cNvSpPr>
            <a:spLocks noGrp="1"/>
          </p:cNvSpPr>
          <p:nvPr>
            <p:ph type="ctrTitle" hasCustomPrompt="1"/>
          </p:nvPr>
        </p:nvSpPr>
        <p:spPr>
          <a:xfrm>
            <a:off x="1158720" y="1631952"/>
            <a:ext cx="10363200" cy="1470025"/>
          </a:xfrm>
        </p:spPr>
        <p:txBody>
          <a:bodyPr/>
          <a:lstStyle>
            <a:lvl1pPr algn="r">
              <a:defRPr sz="4267" b="0" i="0" baseline="0">
                <a:solidFill>
                  <a:srgbClr val="0067A5"/>
                </a:solidFill>
                <a:latin typeface="Montserrat" pitchFamily="2" charset="77"/>
              </a:defRPr>
            </a:lvl1pPr>
          </a:lstStyle>
          <a:p>
            <a:r>
              <a:rPr lang="en-US"/>
              <a:t>CMS Energy Title Page </a:t>
            </a:r>
            <a:br>
              <a:rPr lang="en-US"/>
            </a:br>
            <a:r>
              <a:rPr lang="en-US"/>
              <a:t>Click to enter presentation title</a:t>
            </a:r>
          </a:p>
        </p:txBody>
      </p:sp>
      <p:pic>
        <p:nvPicPr>
          <p:cNvPr id="8" name="Picture 7" descr="A white text on a black background&#10;&#10;AI-generated content may be incorrect.">
            <a:extLst>
              <a:ext uri="{FF2B5EF4-FFF2-40B4-BE49-F238E27FC236}">
                <a16:creationId xmlns:a16="http://schemas.microsoft.com/office/drawing/2014/main" id="{BE3E4CB9-D420-3CAB-8B68-2F5CDB9EB788}"/>
              </a:ext>
            </a:extLst>
          </p:cNvPr>
          <p:cNvPicPr>
            <a:picLocks noChangeAspect="1"/>
          </p:cNvPicPr>
          <p:nvPr userDrawn="1"/>
        </p:nvPicPr>
        <p:blipFill>
          <a:blip r:embed="rId4"/>
          <a:stretch>
            <a:fillRect/>
          </a:stretch>
        </p:blipFill>
        <p:spPr>
          <a:xfrm>
            <a:off x="9212048" y="5584119"/>
            <a:ext cx="2790883" cy="1121533"/>
          </a:xfrm>
          <a:prstGeom prst="rect">
            <a:avLst/>
          </a:prstGeom>
        </p:spPr>
      </p:pic>
    </p:spTree>
    <p:extLst>
      <p:ext uri="{BB962C8B-B14F-4D97-AF65-F5344CB8AC3E}">
        <p14:creationId xmlns:p14="http://schemas.microsoft.com/office/powerpoint/2010/main" val="989286330"/>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p:cNvSpPr>
            <a:spLocks noGrp="1"/>
          </p:cNvSpPr>
          <p:nvPr>
            <p:ph idx="1"/>
          </p:nvPr>
        </p:nvSpPr>
        <p:spPr>
          <a:xfrm>
            <a:off x="414528" y="1219201"/>
            <a:ext cx="11375136" cy="4895447"/>
          </a:xfrm>
        </p:spPr>
        <p:txBody>
          <a:bodyPr>
            <a:normAutofit/>
          </a:bodyPr>
          <a:lstStyle>
            <a:lvl1pPr marL="0" indent="0">
              <a:buClr>
                <a:schemeClr val="tx2"/>
              </a:buClr>
              <a:buFont typeface="Wingdings" charset="2"/>
              <a:buNone/>
              <a:defRPr sz="2133" b="0" i="0">
                <a:solidFill>
                  <a:schemeClr val="tx1"/>
                </a:solidFill>
                <a:latin typeface="Montserrat" pitchFamily="2" charset="77"/>
              </a:defRPr>
            </a:lvl1pPr>
            <a:lvl2pPr marL="365751" indent="-243834">
              <a:buClr>
                <a:schemeClr val="tx2"/>
              </a:buClr>
              <a:buFont typeface="Arial" panose="020B0604020202020204" pitchFamily="34" charset="0"/>
              <a:buChar char="•"/>
              <a:defRPr sz="1867" b="0" i="0">
                <a:solidFill>
                  <a:schemeClr val="tx1"/>
                </a:solidFill>
                <a:latin typeface="Montserrat" pitchFamily="2" charset="77"/>
              </a:defRPr>
            </a:lvl2pPr>
            <a:lvl3pPr marL="731502" indent="-243834">
              <a:buClr>
                <a:schemeClr val="tx2"/>
              </a:buClr>
              <a:buFont typeface="Arial" panose="020B0604020202020204" pitchFamily="34" charset="0"/>
              <a:buChar char="•"/>
              <a:defRPr sz="1600" b="0" i="0">
                <a:solidFill>
                  <a:schemeClr val="tx1"/>
                </a:solidFill>
                <a:latin typeface="Montserrat" pitchFamily="2" charset="77"/>
              </a:defRPr>
            </a:lvl3pPr>
            <a:lvl4pPr marL="1097253" indent="-243834">
              <a:buClr>
                <a:schemeClr val="tx2"/>
              </a:buClr>
              <a:buFont typeface="Arial" panose="020B0604020202020204" pitchFamily="34" charset="0"/>
              <a:buChar char="•"/>
              <a:defRPr sz="1467" b="0" i="0">
                <a:solidFill>
                  <a:schemeClr val="tx1"/>
                </a:solidFill>
                <a:latin typeface="Montserrat" pitchFamily="2" charset="77"/>
              </a:defRPr>
            </a:lvl4pPr>
            <a:lvl5pPr marL="1463003" indent="-243834">
              <a:buClr>
                <a:schemeClr val="tx2"/>
              </a:buClr>
              <a:buFont typeface="Arial" panose="020B0604020202020204" pitchFamily="34" charset="0"/>
              <a:buChar char="•"/>
              <a:defRPr sz="1467" b="0" i="0">
                <a:solidFill>
                  <a:schemeClr val="tx1"/>
                </a:solidFill>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p:cNvSpPr>
            <a:spLocks noGrp="1"/>
          </p:cNvSpPr>
          <p:nvPr>
            <p:ph type="title"/>
          </p:nvPr>
        </p:nvSpPr>
        <p:spPr>
          <a:xfrm>
            <a:off x="414528" y="438912"/>
            <a:ext cx="11375136" cy="609600"/>
          </a:xfrm>
        </p:spPr>
        <p:txBody>
          <a:bodyPr lIns="0"/>
          <a:lstStyle>
            <a:lvl1pPr>
              <a:defRPr b="0" i="0">
                <a:solidFill>
                  <a:srgbClr val="1866AE"/>
                </a:solidFill>
                <a:latin typeface="Montserrat" pitchFamily="2" charset="77"/>
              </a:defRPr>
            </a:lvl1pPr>
          </a:lstStyle>
          <a:p>
            <a:r>
              <a:rPr lang="en-US"/>
              <a:t>Click to edit Master title style</a:t>
            </a:r>
          </a:p>
        </p:txBody>
      </p:sp>
      <p:pic>
        <p:nvPicPr>
          <p:cNvPr id="7" name="Picture 6" descr="A blue rocket with yellow flames&#10;&#10;AI-generated content may be incorrect.">
            <a:extLst>
              <a:ext uri="{FF2B5EF4-FFF2-40B4-BE49-F238E27FC236}">
                <a16:creationId xmlns:a16="http://schemas.microsoft.com/office/drawing/2014/main" id="{3441B6A3-22F6-3738-6E9B-7AFE278268E8}"/>
              </a:ext>
            </a:extLst>
          </p:cNvPr>
          <p:cNvPicPr>
            <a:picLocks noChangeAspect="1"/>
          </p:cNvPicPr>
          <p:nvPr userDrawn="1"/>
        </p:nvPicPr>
        <p:blipFill>
          <a:blip r:embed="rId2"/>
          <a:stretch>
            <a:fillRect/>
          </a:stretch>
        </p:blipFill>
        <p:spPr>
          <a:xfrm>
            <a:off x="11322425" y="4961854"/>
            <a:ext cx="715337" cy="1180425"/>
          </a:xfrm>
          <a:prstGeom prst="rect">
            <a:avLst/>
          </a:prstGeom>
        </p:spPr>
      </p:pic>
    </p:spTree>
    <p:extLst>
      <p:ext uri="{BB962C8B-B14F-4D97-AF65-F5344CB8AC3E}">
        <p14:creationId xmlns:p14="http://schemas.microsoft.com/office/powerpoint/2010/main" val="2171572221"/>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3" name="Content Placeholder"/>
          <p:cNvSpPr>
            <a:spLocks noGrp="1"/>
          </p:cNvSpPr>
          <p:nvPr>
            <p:ph idx="1"/>
          </p:nvPr>
        </p:nvSpPr>
        <p:spPr>
          <a:xfrm>
            <a:off x="414528" y="1219201"/>
            <a:ext cx="11375136" cy="4895447"/>
          </a:xfrm>
        </p:spPr>
        <p:txBody>
          <a:bodyPr>
            <a:normAutofit/>
          </a:bodyPr>
          <a:lstStyle>
            <a:lvl1pPr marL="0" indent="0">
              <a:buClr>
                <a:schemeClr val="tx2"/>
              </a:buClr>
              <a:buFont typeface="Wingdings" charset="2"/>
              <a:buNone/>
              <a:defRPr sz="2133" b="0" i="0">
                <a:solidFill>
                  <a:schemeClr val="tx1"/>
                </a:solidFill>
                <a:latin typeface="Montserrat" pitchFamily="2" charset="77"/>
              </a:defRPr>
            </a:lvl1pPr>
            <a:lvl2pPr marL="365751" indent="-243834">
              <a:buClr>
                <a:schemeClr val="tx2"/>
              </a:buClr>
              <a:buFont typeface="Arial" panose="020B0604020202020204" pitchFamily="34" charset="0"/>
              <a:buChar char="•"/>
              <a:defRPr sz="1867" b="0" i="0">
                <a:solidFill>
                  <a:schemeClr val="tx1"/>
                </a:solidFill>
                <a:latin typeface="Montserrat" pitchFamily="2" charset="77"/>
              </a:defRPr>
            </a:lvl2pPr>
            <a:lvl3pPr marL="731502" indent="-243834">
              <a:buClr>
                <a:schemeClr val="tx2"/>
              </a:buClr>
              <a:buFont typeface="Arial" panose="020B0604020202020204" pitchFamily="34" charset="0"/>
              <a:buChar char="•"/>
              <a:defRPr sz="1600" b="0" i="0">
                <a:solidFill>
                  <a:schemeClr val="tx1"/>
                </a:solidFill>
                <a:latin typeface="Montserrat" pitchFamily="2" charset="77"/>
              </a:defRPr>
            </a:lvl3pPr>
            <a:lvl4pPr marL="1097253" indent="-243834">
              <a:buClr>
                <a:schemeClr val="tx2"/>
              </a:buClr>
              <a:buFont typeface="Arial" panose="020B0604020202020204" pitchFamily="34" charset="0"/>
              <a:buChar char="•"/>
              <a:defRPr sz="1467" b="0" i="0">
                <a:solidFill>
                  <a:schemeClr val="tx1"/>
                </a:solidFill>
                <a:latin typeface="Montserrat" pitchFamily="2" charset="77"/>
              </a:defRPr>
            </a:lvl4pPr>
            <a:lvl5pPr marL="1463003" indent="-243834">
              <a:buClr>
                <a:schemeClr val="tx2"/>
              </a:buClr>
              <a:buFont typeface="Arial" panose="020B0604020202020204" pitchFamily="34" charset="0"/>
              <a:buChar char="•"/>
              <a:defRPr sz="1467" b="0" i="0">
                <a:solidFill>
                  <a:schemeClr val="tx1"/>
                </a:solidFill>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p:cNvSpPr>
            <a:spLocks noGrp="1"/>
          </p:cNvSpPr>
          <p:nvPr>
            <p:ph type="title"/>
          </p:nvPr>
        </p:nvSpPr>
        <p:spPr>
          <a:xfrm>
            <a:off x="414528" y="438912"/>
            <a:ext cx="11375136" cy="609600"/>
          </a:xfrm>
        </p:spPr>
        <p:txBody>
          <a:bodyPr lIns="0"/>
          <a:lstStyle>
            <a:lvl1pPr>
              <a:defRPr b="0" i="0">
                <a:solidFill>
                  <a:srgbClr val="1866AE"/>
                </a:solidFill>
                <a:latin typeface="Montserrat" pitchFamily="2" charset="77"/>
              </a:defRPr>
            </a:lvl1pPr>
          </a:lstStyle>
          <a:p>
            <a:r>
              <a:rPr lang="en-US"/>
              <a:t>Click to edit Master title style</a:t>
            </a:r>
          </a:p>
        </p:txBody>
      </p:sp>
      <p:pic>
        <p:nvPicPr>
          <p:cNvPr id="6" name="Picture 5" descr="A black background with a black square&#10;&#10;AI-generated content may be incorrect.">
            <a:extLst>
              <a:ext uri="{FF2B5EF4-FFF2-40B4-BE49-F238E27FC236}">
                <a16:creationId xmlns:a16="http://schemas.microsoft.com/office/drawing/2014/main" id="{AED62B44-7DFB-726F-5071-FA040D62A808}"/>
              </a:ext>
            </a:extLst>
          </p:cNvPr>
          <p:cNvPicPr>
            <a:picLocks noChangeAspect="1"/>
          </p:cNvPicPr>
          <p:nvPr userDrawn="1"/>
        </p:nvPicPr>
        <p:blipFill>
          <a:blip r:embed="rId2"/>
          <a:stretch>
            <a:fillRect/>
          </a:stretch>
        </p:blipFill>
        <p:spPr>
          <a:xfrm>
            <a:off x="10315782" y="5459865"/>
            <a:ext cx="1697999" cy="682035"/>
          </a:xfrm>
          <a:prstGeom prst="rect">
            <a:avLst/>
          </a:prstGeom>
        </p:spPr>
      </p:pic>
    </p:spTree>
    <p:extLst>
      <p:ext uri="{BB962C8B-B14F-4D97-AF65-F5344CB8AC3E}">
        <p14:creationId xmlns:p14="http://schemas.microsoft.com/office/powerpoint/2010/main" val="3460100026"/>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2_Title and Content">
    <p:spTree>
      <p:nvGrpSpPr>
        <p:cNvPr id="1" name=""/>
        <p:cNvGrpSpPr/>
        <p:nvPr/>
      </p:nvGrpSpPr>
      <p:grpSpPr>
        <a:xfrm>
          <a:off x="0" y="0"/>
          <a:ext cx="0" cy="0"/>
          <a:chOff x="0" y="0"/>
          <a:chExt cx="0" cy="0"/>
        </a:xfrm>
      </p:grpSpPr>
      <p:sp>
        <p:nvSpPr>
          <p:cNvPr id="3" name="Content Placeholder"/>
          <p:cNvSpPr>
            <a:spLocks noGrp="1"/>
          </p:cNvSpPr>
          <p:nvPr>
            <p:ph idx="1"/>
          </p:nvPr>
        </p:nvSpPr>
        <p:spPr>
          <a:xfrm>
            <a:off x="414528" y="1219201"/>
            <a:ext cx="11375136" cy="4895447"/>
          </a:xfrm>
        </p:spPr>
        <p:txBody>
          <a:bodyPr>
            <a:normAutofit/>
          </a:bodyPr>
          <a:lstStyle>
            <a:lvl1pPr marL="0" indent="0">
              <a:buClr>
                <a:schemeClr val="tx2"/>
              </a:buClr>
              <a:buFont typeface="Wingdings" charset="2"/>
              <a:buNone/>
              <a:defRPr sz="2133" b="0" i="0">
                <a:solidFill>
                  <a:schemeClr val="tx1"/>
                </a:solidFill>
                <a:latin typeface="Montserrat" pitchFamily="2" charset="77"/>
              </a:defRPr>
            </a:lvl1pPr>
            <a:lvl2pPr marL="365751" indent="-243834">
              <a:buClr>
                <a:schemeClr val="tx2"/>
              </a:buClr>
              <a:buFont typeface="Arial" panose="020B0604020202020204" pitchFamily="34" charset="0"/>
              <a:buChar char="•"/>
              <a:defRPr sz="1867" b="0" i="0">
                <a:solidFill>
                  <a:schemeClr val="tx1"/>
                </a:solidFill>
                <a:latin typeface="Montserrat" pitchFamily="2" charset="77"/>
              </a:defRPr>
            </a:lvl2pPr>
            <a:lvl3pPr marL="731502" indent="-243834">
              <a:buClr>
                <a:schemeClr val="tx2"/>
              </a:buClr>
              <a:buFont typeface="Arial" panose="020B0604020202020204" pitchFamily="34" charset="0"/>
              <a:buChar char="•"/>
              <a:defRPr sz="1600" b="0" i="0">
                <a:solidFill>
                  <a:schemeClr val="tx1"/>
                </a:solidFill>
                <a:latin typeface="Montserrat" pitchFamily="2" charset="77"/>
              </a:defRPr>
            </a:lvl3pPr>
            <a:lvl4pPr marL="1097253" indent="-243834">
              <a:buClr>
                <a:schemeClr val="tx2"/>
              </a:buClr>
              <a:buFont typeface="Arial" panose="020B0604020202020204" pitchFamily="34" charset="0"/>
              <a:buChar char="•"/>
              <a:defRPr sz="1467" b="0" i="0">
                <a:solidFill>
                  <a:schemeClr val="tx1"/>
                </a:solidFill>
                <a:latin typeface="Montserrat" pitchFamily="2" charset="77"/>
              </a:defRPr>
            </a:lvl4pPr>
            <a:lvl5pPr marL="1463003" indent="-243834">
              <a:buClr>
                <a:schemeClr val="tx2"/>
              </a:buClr>
              <a:buFont typeface="Arial" panose="020B0604020202020204" pitchFamily="34" charset="0"/>
              <a:buChar char="•"/>
              <a:defRPr sz="1467" b="0" i="0">
                <a:solidFill>
                  <a:schemeClr val="tx1"/>
                </a:solidFill>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p:cNvSpPr>
            <a:spLocks noGrp="1"/>
          </p:cNvSpPr>
          <p:nvPr>
            <p:ph type="title"/>
          </p:nvPr>
        </p:nvSpPr>
        <p:spPr>
          <a:xfrm>
            <a:off x="414528" y="438912"/>
            <a:ext cx="11375136" cy="609600"/>
          </a:xfrm>
        </p:spPr>
        <p:txBody>
          <a:bodyPr lIns="0"/>
          <a:lstStyle>
            <a:lvl1pPr>
              <a:defRPr b="0" i="0">
                <a:solidFill>
                  <a:srgbClr val="1866AE"/>
                </a:solidFill>
                <a:latin typeface="Montserrat" pitchFamily="2" charset="77"/>
              </a:defRPr>
            </a:lvl1pPr>
          </a:lstStyle>
          <a:p>
            <a:r>
              <a:rPr lang="en-US"/>
              <a:t>Click to edit Master title style</a:t>
            </a:r>
          </a:p>
        </p:txBody>
      </p:sp>
    </p:spTree>
    <p:extLst>
      <p:ext uri="{BB962C8B-B14F-4D97-AF65-F5344CB8AC3E}">
        <p14:creationId xmlns:p14="http://schemas.microsoft.com/office/powerpoint/2010/main" val="2651319644"/>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
          <p:cNvSpPr>
            <a:spLocks noGrp="1"/>
          </p:cNvSpPr>
          <p:nvPr>
            <p:ph type="title"/>
          </p:nvPr>
        </p:nvSpPr>
        <p:spPr>
          <a:xfrm>
            <a:off x="414528" y="4389120"/>
            <a:ext cx="11375136" cy="609600"/>
          </a:xfrm>
        </p:spPr>
        <p:txBody>
          <a:bodyPr anchor="b" anchorCtr="0"/>
          <a:lstStyle>
            <a:lvl1pPr algn="l">
              <a:defRPr sz="3200" b="0" i="0" cap="none" baseline="0">
                <a:solidFill>
                  <a:srgbClr val="1866AE"/>
                </a:solidFill>
                <a:latin typeface="Montserrat" pitchFamily="2" charset="77"/>
              </a:defRPr>
            </a:lvl1pPr>
          </a:lstStyle>
          <a:p>
            <a:r>
              <a:rPr lang="en-US"/>
              <a:t>Click to edit Master title style</a:t>
            </a:r>
          </a:p>
        </p:txBody>
      </p:sp>
      <p:sp>
        <p:nvSpPr>
          <p:cNvPr id="3" name="Text Placeholder "/>
          <p:cNvSpPr>
            <a:spLocks noGrp="1"/>
          </p:cNvSpPr>
          <p:nvPr>
            <p:ph type="body" idx="1"/>
          </p:nvPr>
        </p:nvSpPr>
        <p:spPr>
          <a:xfrm>
            <a:off x="414528" y="3535680"/>
            <a:ext cx="11375136" cy="853440"/>
          </a:xfrm>
        </p:spPr>
        <p:txBody>
          <a:bodyPr anchor="b">
            <a:normAutofit/>
          </a:bodyPr>
          <a:lstStyle>
            <a:lvl1pPr marL="0" indent="0">
              <a:buNone/>
              <a:defRPr sz="2400" b="0" i="0">
                <a:solidFill>
                  <a:schemeClr val="tx1"/>
                </a:solidFill>
                <a:latin typeface="Montserrat" pitchFamily="2" charset="77"/>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en-US"/>
              <a:t>Click to edit Master text styles</a:t>
            </a:r>
          </a:p>
        </p:txBody>
      </p:sp>
      <p:pic>
        <p:nvPicPr>
          <p:cNvPr id="7" name="Picture 6" descr="A black background with a black square&#10;&#10;AI-generated content may be incorrect.">
            <a:extLst>
              <a:ext uri="{FF2B5EF4-FFF2-40B4-BE49-F238E27FC236}">
                <a16:creationId xmlns:a16="http://schemas.microsoft.com/office/drawing/2014/main" id="{AEE6D58A-F04B-D2E8-EFD8-3D2275F6284D}"/>
              </a:ext>
            </a:extLst>
          </p:cNvPr>
          <p:cNvPicPr>
            <a:picLocks noChangeAspect="1"/>
          </p:cNvPicPr>
          <p:nvPr userDrawn="1"/>
        </p:nvPicPr>
        <p:blipFill>
          <a:blip r:embed="rId2"/>
          <a:stretch>
            <a:fillRect/>
          </a:stretch>
        </p:blipFill>
        <p:spPr>
          <a:xfrm>
            <a:off x="9373809" y="5075956"/>
            <a:ext cx="2680107" cy="1031952"/>
          </a:xfrm>
          <a:prstGeom prst="rect">
            <a:avLst/>
          </a:prstGeom>
        </p:spPr>
      </p:pic>
    </p:spTree>
    <p:extLst>
      <p:ext uri="{BB962C8B-B14F-4D97-AF65-F5344CB8AC3E}">
        <p14:creationId xmlns:p14="http://schemas.microsoft.com/office/powerpoint/2010/main" val="1101242476"/>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4" name="Content Placeholder 2"/>
          <p:cNvSpPr>
            <a:spLocks noGrp="1"/>
          </p:cNvSpPr>
          <p:nvPr>
            <p:ph sz="half" idx="2"/>
          </p:nvPr>
        </p:nvSpPr>
        <p:spPr>
          <a:xfrm>
            <a:off x="6400800" y="1219201"/>
            <a:ext cx="5384800" cy="3986607"/>
          </a:xfrm>
        </p:spPr>
        <p:txBody>
          <a:bodyPr>
            <a:normAutofit/>
          </a:bodyPr>
          <a:lstStyle>
            <a:lvl1pPr marL="0" indent="0">
              <a:buNone/>
              <a:defRPr sz="2400" b="0" i="0">
                <a:solidFill>
                  <a:schemeClr val="tx1"/>
                </a:solidFill>
                <a:latin typeface="Montserrat" pitchFamily="2" charset="77"/>
              </a:defRPr>
            </a:lvl1pPr>
            <a:lvl2pPr marL="365751" indent="-243834">
              <a:buFont typeface="Arial" panose="020B0604020202020204" pitchFamily="34" charset="0"/>
              <a:buChar char="•"/>
              <a:defRPr lang="en-US" sz="2133" b="0" i="0" kern="1200" dirty="0" smtClean="0">
                <a:solidFill>
                  <a:schemeClr val="tx1"/>
                </a:solidFill>
                <a:latin typeface="Montserrat" pitchFamily="2" charset="77"/>
                <a:ea typeface="+mn-ea"/>
                <a:cs typeface="+mn-cs"/>
              </a:defRPr>
            </a:lvl2pPr>
            <a:lvl3pPr marL="731502" indent="-243834">
              <a:buFont typeface="Arial" panose="020B0604020202020204" pitchFamily="34" charset="0"/>
              <a:buChar char="•"/>
              <a:defRPr sz="1867" b="0" i="0">
                <a:solidFill>
                  <a:schemeClr val="tx1"/>
                </a:solidFill>
                <a:latin typeface="Montserrat" pitchFamily="2" charset="77"/>
              </a:defRPr>
            </a:lvl3pPr>
            <a:lvl4pPr marL="1097253" indent="-243834">
              <a:buFont typeface="Arial" panose="020B0604020202020204" pitchFamily="34" charset="0"/>
              <a:buChar char="•"/>
              <a:defRPr sz="1600" b="0" i="0">
                <a:solidFill>
                  <a:schemeClr val="tx1"/>
                </a:solidFill>
                <a:latin typeface="Montserrat" pitchFamily="2" charset="77"/>
              </a:defRPr>
            </a:lvl4pPr>
            <a:lvl5pPr marL="1463003" indent="-243834">
              <a:buFont typeface="Arial" panose="020B0604020202020204" pitchFamily="34" charset="0"/>
              <a:buChar char="•"/>
              <a:defRPr sz="1600" b="0" i="0">
                <a:solidFill>
                  <a:schemeClr val="tx1"/>
                </a:solidFill>
                <a:latin typeface="Montserrat" pitchFamily="2" charset="77"/>
              </a:defRPr>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1"/>
          <p:cNvSpPr>
            <a:spLocks noGrp="1"/>
          </p:cNvSpPr>
          <p:nvPr>
            <p:ph sz="half" idx="1"/>
          </p:nvPr>
        </p:nvSpPr>
        <p:spPr>
          <a:xfrm>
            <a:off x="414528" y="1219201"/>
            <a:ext cx="5384800" cy="4352993"/>
          </a:xfrm>
        </p:spPr>
        <p:txBody>
          <a:bodyPr>
            <a:normAutofit/>
          </a:bodyPr>
          <a:lstStyle>
            <a:lvl1pPr marL="0" indent="0">
              <a:buNone/>
              <a:defRPr sz="2400" b="0" i="0">
                <a:solidFill>
                  <a:schemeClr val="tx1"/>
                </a:solidFill>
                <a:latin typeface="Montserrat" pitchFamily="2" charset="77"/>
              </a:defRPr>
            </a:lvl1pPr>
            <a:lvl2pPr marL="365751" indent="-243834">
              <a:buFont typeface="Arial" panose="020B0604020202020204" pitchFamily="34" charset="0"/>
              <a:buChar char="•"/>
              <a:defRPr sz="2133" b="0" i="0">
                <a:solidFill>
                  <a:schemeClr val="tx1"/>
                </a:solidFill>
                <a:latin typeface="Montserrat" pitchFamily="2" charset="77"/>
              </a:defRPr>
            </a:lvl2pPr>
            <a:lvl3pPr marL="731502" indent="-243834">
              <a:buFont typeface="Arial" panose="020B0604020202020204" pitchFamily="34" charset="0"/>
              <a:buChar char="•"/>
              <a:defRPr sz="1867" b="0" i="0">
                <a:solidFill>
                  <a:schemeClr val="tx1"/>
                </a:solidFill>
                <a:latin typeface="Montserrat" pitchFamily="2" charset="77"/>
              </a:defRPr>
            </a:lvl3pPr>
            <a:lvl4pPr marL="1097253" indent="-243834">
              <a:buFont typeface="Arial" panose="020B0604020202020204" pitchFamily="34" charset="0"/>
              <a:buChar char="•"/>
              <a:defRPr sz="1600" b="0" i="0">
                <a:solidFill>
                  <a:schemeClr val="tx1"/>
                </a:solidFill>
                <a:latin typeface="Montserrat" pitchFamily="2" charset="77"/>
              </a:defRPr>
            </a:lvl4pPr>
            <a:lvl5pPr marL="1463003" indent="-243834">
              <a:buFont typeface="Arial" panose="020B0604020202020204" pitchFamily="34" charset="0"/>
              <a:buChar char="•"/>
              <a:defRPr sz="1600" b="0" i="0">
                <a:solidFill>
                  <a:schemeClr val="tx1"/>
                </a:solidFill>
                <a:latin typeface="Montserrat" pitchFamily="2" charset="77"/>
              </a:defRPr>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p:cNvSpPr>
            <a:spLocks noGrp="1"/>
          </p:cNvSpPr>
          <p:nvPr>
            <p:ph type="title"/>
          </p:nvPr>
        </p:nvSpPr>
        <p:spPr>
          <a:xfrm>
            <a:off x="414528" y="438912"/>
            <a:ext cx="11375136" cy="609600"/>
          </a:xfrm>
        </p:spPr>
        <p:txBody>
          <a:bodyPr wrap="none" lIns="0" tIns="45720" rIns="91440" bIns="0"/>
          <a:lstStyle>
            <a:lvl1pPr>
              <a:defRPr b="0" i="0">
                <a:solidFill>
                  <a:srgbClr val="1866AE"/>
                </a:solidFill>
                <a:latin typeface="Montserrat" pitchFamily="2" charset="77"/>
              </a:defRPr>
            </a:lvl1pPr>
          </a:lstStyle>
          <a:p>
            <a:r>
              <a:rPr lang="en-US"/>
              <a:t>Click to edit Master title style</a:t>
            </a:r>
          </a:p>
        </p:txBody>
      </p:sp>
      <p:pic>
        <p:nvPicPr>
          <p:cNvPr id="5" name="Picture 4" descr="A blue rocket with yellow flames&#10;&#10;AI-generated content may be incorrect.">
            <a:extLst>
              <a:ext uri="{FF2B5EF4-FFF2-40B4-BE49-F238E27FC236}">
                <a16:creationId xmlns:a16="http://schemas.microsoft.com/office/drawing/2014/main" id="{A46DFA08-46CD-F086-6119-EF05D73433B7}"/>
              </a:ext>
            </a:extLst>
          </p:cNvPr>
          <p:cNvPicPr>
            <a:picLocks noChangeAspect="1"/>
          </p:cNvPicPr>
          <p:nvPr userDrawn="1"/>
        </p:nvPicPr>
        <p:blipFill>
          <a:blip r:embed="rId2"/>
          <a:stretch>
            <a:fillRect/>
          </a:stretch>
        </p:blipFill>
        <p:spPr>
          <a:xfrm>
            <a:off x="11322425" y="4961854"/>
            <a:ext cx="715337" cy="1180425"/>
          </a:xfrm>
          <a:prstGeom prst="rect">
            <a:avLst/>
          </a:prstGeom>
        </p:spPr>
      </p:pic>
    </p:spTree>
    <p:extLst>
      <p:ext uri="{BB962C8B-B14F-4D97-AF65-F5344CB8AC3E}">
        <p14:creationId xmlns:p14="http://schemas.microsoft.com/office/powerpoint/2010/main" val="2551461444"/>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DAF98E-6AAF-3ACB-63F7-A2C28BFC474C}"/>
              </a:ext>
            </a:extLst>
          </p:cNvPr>
          <p:cNvSpPr>
            <a:spLocks noGrp="1"/>
          </p:cNvSpPr>
          <p:nvPr>
            <p:ph type="title"/>
          </p:nvPr>
        </p:nvSpPr>
        <p:spPr/>
        <p:txBody>
          <a:bodyPr/>
          <a:lstStyle>
            <a:lvl1pPr>
              <a:defRPr b="0" i="0">
                <a:latin typeface="Montserrat" pitchFamily="2" charset="77"/>
              </a:defRPr>
            </a:lvl1pPr>
          </a:lstStyle>
          <a:p>
            <a:r>
              <a:rPr lang="en-US"/>
              <a:t>Click to edit Master title style</a:t>
            </a:r>
          </a:p>
        </p:txBody>
      </p:sp>
      <p:sp>
        <p:nvSpPr>
          <p:cNvPr id="13" name="Picture Placeholder 12">
            <a:extLst>
              <a:ext uri="{FF2B5EF4-FFF2-40B4-BE49-F238E27FC236}">
                <a16:creationId xmlns:a16="http://schemas.microsoft.com/office/drawing/2014/main" id="{A0E233A6-DBBA-2515-B63A-9166DCE9B71F}"/>
              </a:ext>
            </a:extLst>
          </p:cNvPr>
          <p:cNvSpPr>
            <a:spLocks noGrp="1"/>
          </p:cNvSpPr>
          <p:nvPr>
            <p:ph type="pic" sz="quarter" idx="13"/>
          </p:nvPr>
        </p:nvSpPr>
        <p:spPr>
          <a:xfrm>
            <a:off x="411732" y="1219199"/>
            <a:ext cx="3608832" cy="2926080"/>
          </a:xfrm>
        </p:spPr>
        <p:txBody>
          <a:bodyPr/>
          <a:lstStyle>
            <a:lvl1pPr>
              <a:defRPr b="0" i="0">
                <a:latin typeface="Montserrat" pitchFamily="2" charset="77"/>
              </a:defRPr>
            </a:lvl1pPr>
          </a:lstStyle>
          <a:p>
            <a:r>
              <a:rPr lang="en-US"/>
              <a:t>Click icon to add picture</a:t>
            </a:r>
          </a:p>
        </p:txBody>
      </p:sp>
      <p:sp>
        <p:nvSpPr>
          <p:cNvPr id="15" name="Picture Placeholder 14">
            <a:extLst>
              <a:ext uri="{FF2B5EF4-FFF2-40B4-BE49-F238E27FC236}">
                <a16:creationId xmlns:a16="http://schemas.microsoft.com/office/drawing/2014/main" id="{716CDDDB-E2E6-96CF-7794-2CB281875CFF}"/>
              </a:ext>
            </a:extLst>
          </p:cNvPr>
          <p:cNvSpPr>
            <a:spLocks noGrp="1"/>
          </p:cNvSpPr>
          <p:nvPr>
            <p:ph type="pic" sz="quarter" idx="14"/>
          </p:nvPr>
        </p:nvSpPr>
        <p:spPr>
          <a:xfrm>
            <a:off x="4302609" y="1219199"/>
            <a:ext cx="3608832" cy="2926080"/>
          </a:xfrm>
        </p:spPr>
        <p:txBody>
          <a:bodyPr/>
          <a:lstStyle>
            <a:lvl1pPr>
              <a:defRPr b="0" i="0">
                <a:latin typeface="Montserrat" pitchFamily="2" charset="77"/>
              </a:defRPr>
            </a:lvl1pPr>
          </a:lstStyle>
          <a:p>
            <a:r>
              <a:rPr lang="en-US"/>
              <a:t>Click icon to add picture</a:t>
            </a:r>
          </a:p>
        </p:txBody>
      </p:sp>
      <p:sp>
        <p:nvSpPr>
          <p:cNvPr id="17" name="Picture Placeholder 16">
            <a:extLst>
              <a:ext uri="{FF2B5EF4-FFF2-40B4-BE49-F238E27FC236}">
                <a16:creationId xmlns:a16="http://schemas.microsoft.com/office/drawing/2014/main" id="{EC2F74D7-F259-ED94-FAC1-892474DA4DCD}"/>
              </a:ext>
            </a:extLst>
          </p:cNvPr>
          <p:cNvSpPr>
            <a:spLocks noGrp="1"/>
          </p:cNvSpPr>
          <p:nvPr>
            <p:ph type="pic" sz="quarter" idx="15"/>
          </p:nvPr>
        </p:nvSpPr>
        <p:spPr>
          <a:xfrm>
            <a:off x="8185992" y="1219199"/>
            <a:ext cx="3608832" cy="2926080"/>
          </a:xfrm>
        </p:spPr>
        <p:txBody>
          <a:bodyPr/>
          <a:lstStyle>
            <a:lvl1pPr>
              <a:defRPr b="0" i="0">
                <a:latin typeface="Montserrat" pitchFamily="2" charset="77"/>
              </a:defRPr>
            </a:lvl1pPr>
          </a:lstStyle>
          <a:p>
            <a:r>
              <a:rPr lang="en-US"/>
              <a:t>Click icon to add picture</a:t>
            </a:r>
          </a:p>
        </p:txBody>
      </p:sp>
      <p:sp>
        <p:nvSpPr>
          <p:cNvPr id="19" name="Text Placeholder 18">
            <a:extLst>
              <a:ext uri="{FF2B5EF4-FFF2-40B4-BE49-F238E27FC236}">
                <a16:creationId xmlns:a16="http://schemas.microsoft.com/office/drawing/2014/main" id="{8C7D399D-8CB9-19E1-9EC0-25CC0E8D1ADF}"/>
              </a:ext>
            </a:extLst>
          </p:cNvPr>
          <p:cNvSpPr>
            <a:spLocks noGrp="1"/>
          </p:cNvSpPr>
          <p:nvPr>
            <p:ph type="body" sz="quarter" idx="16" hasCustomPrompt="1"/>
          </p:nvPr>
        </p:nvSpPr>
        <p:spPr>
          <a:xfrm>
            <a:off x="411732" y="4231341"/>
            <a:ext cx="3608832" cy="951744"/>
          </a:xfrm>
        </p:spPr>
        <p:txBody>
          <a:bodyPr>
            <a:normAutofit/>
          </a:bodyPr>
          <a:lstStyle>
            <a:lvl1pPr algn="ctr">
              <a:defRPr sz="1600" b="0" i="0">
                <a:latin typeface="Montserrat" pitchFamily="2" charset="77"/>
              </a:defRPr>
            </a:lvl1pPr>
          </a:lstStyle>
          <a:p>
            <a:pPr lvl="0"/>
            <a:r>
              <a:rPr lang="en-US"/>
              <a:t>Click to edit text</a:t>
            </a:r>
          </a:p>
        </p:txBody>
      </p:sp>
      <p:sp>
        <p:nvSpPr>
          <p:cNvPr id="20" name="Text Placeholder 18">
            <a:extLst>
              <a:ext uri="{FF2B5EF4-FFF2-40B4-BE49-F238E27FC236}">
                <a16:creationId xmlns:a16="http://schemas.microsoft.com/office/drawing/2014/main" id="{6D3E4421-7396-C90C-5119-84E1DA3263BF}"/>
              </a:ext>
            </a:extLst>
          </p:cNvPr>
          <p:cNvSpPr>
            <a:spLocks noGrp="1"/>
          </p:cNvSpPr>
          <p:nvPr>
            <p:ph type="body" sz="quarter" idx="17" hasCustomPrompt="1"/>
          </p:nvPr>
        </p:nvSpPr>
        <p:spPr>
          <a:xfrm>
            <a:off x="4302609" y="4231341"/>
            <a:ext cx="3608832" cy="951744"/>
          </a:xfrm>
        </p:spPr>
        <p:txBody>
          <a:bodyPr>
            <a:normAutofit/>
          </a:bodyPr>
          <a:lstStyle>
            <a:lvl1pPr algn="ctr">
              <a:defRPr sz="1600" b="0" i="0">
                <a:latin typeface="Montserrat" pitchFamily="2" charset="77"/>
              </a:defRPr>
            </a:lvl1pPr>
          </a:lstStyle>
          <a:p>
            <a:pPr lvl="0"/>
            <a:r>
              <a:rPr lang="en-US"/>
              <a:t>Click to edit text</a:t>
            </a:r>
          </a:p>
        </p:txBody>
      </p:sp>
      <p:sp>
        <p:nvSpPr>
          <p:cNvPr id="21" name="Text Placeholder 18">
            <a:extLst>
              <a:ext uri="{FF2B5EF4-FFF2-40B4-BE49-F238E27FC236}">
                <a16:creationId xmlns:a16="http://schemas.microsoft.com/office/drawing/2014/main" id="{BB0FC328-3EDB-117F-B241-774C52C45C03}"/>
              </a:ext>
            </a:extLst>
          </p:cNvPr>
          <p:cNvSpPr>
            <a:spLocks noGrp="1"/>
          </p:cNvSpPr>
          <p:nvPr>
            <p:ph type="body" sz="quarter" idx="18" hasCustomPrompt="1"/>
          </p:nvPr>
        </p:nvSpPr>
        <p:spPr>
          <a:xfrm>
            <a:off x="8185992" y="4231341"/>
            <a:ext cx="3608832" cy="951744"/>
          </a:xfrm>
        </p:spPr>
        <p:txBody>
          <a:bodyPr>
            <a:normAutofit/>
          </a:bodyPr>
          <a:lstStyle>
            <a:lvl1pPr algn="ctr">
              <a:defRPr sz="1600" b="0" i="0">
                <a:latin typeface="Montserrat" pitchFamily="2" charset="77"/>
              </a:defRPr>
            </a:lvl1pPr>
          </a:lstStyle>
          <a:p>
            <a:pPr lvl="0"/>
            <a:r>
              <a:rPr lang="en-US"/>
              <a:t>Click to edit text</a:t>
            </a:r>
          </a:p>
        </p:txBody>
      </p:sp>
      <p:pic>
        <p:nvPicPr>
          <p:cNvPr id="6" name="Picture 5" descr="A blue rocket with yellow flames&#10;&#10;AI-generated content may be incorrect.">
            <a:extLst>
              <a:ext uri="{FF2B5EF4-FFF2-40B4-BE49-F238E27FC236}">
                <a16:creationId xmlns:a16="http://schemas.microsoft.com/office/drawing/2014/main" id="{38FD594C-5CE2-2E39-47A0-730C3B552014}"/>
              </a:ext>
            </a:extLst>
          </p:cNvPr>
          <p:cNvPicPr>
            <a:picLocks noChangeAspect="1"/>
          </p:cNvPicPr>
          <p:nvPr userDrawn="1"/>
        </p:nvPicPr>
        <p:blipFill>
          <a:blip r:embed="rId2"/>
          <a:stretch>
            <a:fillRect/>
          </a:stretch>
        </p:blipFill>
        <p:spPr>
          <a:xfrm>
            <a:off x="11322425" y="4961854"/>
            <a:ext cx="715337" cy="1180425"/>
          </a:xfrm>
          <a:prstGeom prst="rect">
            <a:avLst/>
          </a:prstGeom>
        </p:spPr>
      </p:pic>
    </p:spTree>
    <p:extLst>
      <p:ext uri="{BB962C8B-B14F-4D97-AF65-F5344CB8AC3E}">
        <p14:creationId xmlns:p14="http://schemas.microsoft.com/office/powerpoint/2010/main" val="3574346584"/>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6" name="Content Placeholder 2"/>
          <p:cNvSpPr>
            <a:spLocks noGrp="1"/>
          </p:cNvSpPr>
          <p:nvPr>
            <p:ph sz="quarter" idx="4"/>
          </p:nvPr>
        </p:nvSpPr>
        <p:spPr>
          <a:xfrm>
            <a:off x="6400801" y="1999488"/>
            <a:ext cx="5389033" cy="3309112"/>
          </a:xfrm>
        </p:spPr>
        <p:txBody>
          <a:bodyPr>
            <a:normAutofit/>
          </a:bodyPr>
          <a:lstStyle>
            <a:lvl1pPr marL="0" indent="0">
              <a:buNone/>
              <a:defRPr sz="1867" b="0" i="0">
                <a:solidFill>
                  <a:schemeClr val="tx1"/>
                </a:solidFill>
                <a:latin typeface="Montserrat" pitchFamily="2" charset="77"/>
              </a:defRPr>
            </a:lvl1pPr>
            <a:lvl2pPr marL="365751" indent="-243834">
              <a:buFont typeface="Arial" panose="020B0604020202020204" pitchFamily="34" charset="0"/>
              <a:buChar char="•"/>
              <a:defRPr sz="1600" b="0" i="0">
                <a:solidFill>
                  <a:schemeClr val="tx1"/>
                </a:solidFill>
                <a:latin typeface="Montserrat" pitchFamily="2" charset="77"/>
              </a:defRPr>
            </a:lvl2pPr>
            <a:lvl3pPr marL="731502" indent="-243834">
              <a:buFont typeface="Arial" panose="020B0604020202020204" pitchFamily="34" charset="0"/>
              <a:buChar char="•"/>
              <a:defRPr sz="1467" b="0" i="0">
                <a:solidFill>
                  <a:schemeClr val="tx1"/>
                </a:solidFill>
                <a:latin typeface="Montserrat" pitchFamily="2" charset="77"/>
              </a:defRPr>
            </a:lvl3pPr>
            <a:lvl4pPr marL="1097253" indent="-243834">
              <a:buFont typeface="Arial" panose="020B0604020202020204" pitchFamily="34" charset="0"/>
              <a:buChar char="•"/>
              <a:defRPr sz="1400" b="0" i="0">
                <a:solidFill>
                  <a:schemeClr val="tx1"/>
                </a:solidFill>
                <a:latin typeface="Montserrat" pitchFamily="2" charset="77"/>
              </a:defRPr>
            </a:lvl4pPr>
            <a:lvl5pPr marL="1463003" indent="-243834">
              <a:buFont typeface="Arial" panose="020B0604020202020204" pitchFamily="34" charset="0"/>
              <a:buChar char="•"/>
              <a:defRPr sz="1400" b="0" i="0">
                <a:solidFill>
                  <a:schemeClr val="tx1"/>
                </a:solidFill>
                <a:latin typeface="Montserrat" pitchFamily="2" charset="77"/>
              </a:defRPr>
            </a:lvl5pPr>
            <a:lvl6pPr>
              <a:defRPr sz="2133"/>
            </a:lvl6pPr>
            <a:lvl7pPr>
              <a:defRPr sz="2133"/>
            </a:lvl7pPr>
            <a:lvl8pPr>
              <a:defRPr sz="2133"/>
            </a:lvl8pPr>
            <a:lvl9pPr>
              <a:defRPr sz="21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ub-title 2"/>
          <p:cNvSpPr>
            <a:spLocks noGrp="1"/>
          </p:cNvSpPr>
          <p:nvPr>
            <p:ph type="body" sz="quarter" idx="3" hasCustomPrompt="1"/>
          </p:nvPr>
        </p:nvSpPr>
        <p:spPr>
          <a:xfrm>
            <a:off x="6400801" y="1219200"/>
            <a:ext cx="5389033" cy="609600"/>
          </a:xfrm>
        </p:spPr>
        <p:txBody>
          <a:bodyPr bIns="0" anchor="b">
            <a:normAutofit/>
          </a:bodyPr>
          <a:lstStyle>
            <a:lvl1pPr marL="0" indent="0">
              <a:buNone/>
              <a:defRPr sz="2133" b="0" i="0">
                <a:solidFill>
                  <a:schemeClr val="tx1"/>
                </a:solidFill>
                <a:latin typeface="Montserrat" pitchFamily="2" charset="77"/>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Click to edit text styles</a:t>
            </a:r>
          </a:p>
        </p:txBody>
      </p:sp>
      <p:sp>
        <p:nvSpPr>
          <p:cNvPr id="4" name="Content Placeholder 1"/>
          <p:cNvSpPr>
            <a:spLocks noGrp="1"/>
          </p:cNvSpPr>
          <p:nvPr>
            <p:ph sz="half" idx="2"/>
          </p:nvPr>
        </p:nvSpPr>
        <p:spPr>
          <a:xfrm>
            <a:off x="414528" y="1982049"/>
            <a:ext cx="5386917" cy="3583521"/>
          </a:xfrm>
        </p:spPr>
        <p:txBody>
          <a:bodyPr>
            <a:normAutofit/>
          </a:bodyPr>
          <a:lstStyle>
            <a:lvl1pPr marL="0" indent="0">
              <a:buNone/>
              <a:defRPr sz="1867" b="0" i="0">
                <a:solidFill>
                  <a:schemeClr val="tx1"/>
                </a:solidFill>
                <a:latin typeface="Montserrat" pitchFamily="2" charset="77"/>
              </a:defRPr>
            </a:lvl1pPr>
            <a:lvl2pPr marL="365751" indent="-243834">
              <a:buFont typeface="Arial" panose="020B0604020202020204" pitchFamily="34" charset="0"/>
              <a:buChar char="•"/>
              <a:defRPr sz="1600" b="0" i="0">
                <a:solidFill>
                  <a:schemeClr val="tx1"/>
                </a:solidFill>
                <a:latin typeface="Montserrat" pitchFamily="2" charset="77"/>
              </a:defRPr>
            </a:lvl2pPr>
            <a:lvl3pPr marL="731502" indent="-243834">
              <a:buFont typeface="Arial" panose="020B0604020202020204" pitchFamily="34" charset="0"/>
              <a:buChar char="•"/>
              <a:defRPr sz="1467" b="0" i="0">
                <a:solidFill>
                  <a:schemeClr val="tx1"/>
                </a:solidFill>
                <a:latin typeface="Montserrat" pitchFamily="2" charset="77"/>
              </a:defRPr>
            </a:lvl3pPr>
            <a:lvl4pPr marL="1097253" indent="-243834">
              <a:buFont typeface="Arial" panose="020B0604020202020204" pitchFamily="34" charset="0"/>
              <a:buChar char="•"/>
              <a:defRPr sz="1400" b="0" i="0">
                <a:solidFill>
                  <a:schemeClr val="tx1"/>
                </a:solidFill>
                <a:latin typeface="Montserrat" pitchFamily="2" charset="77"/>
              </a:defRPr>
            </a:lvl4pPr>
            <a:lvl5pPr marL="1463003" indent="-243834">
              <a:buFont typeface="Arial" panose="020B0604020202020204" pitchFamily="34" charset="0"/>
              <a:buChar char="•"/>
              <a:defRPr sz="1400" b="0" i="0">
                <a:solidFill>
                  <a:schemeClr val="tx1"/>
                </a:solidFill>
                <a:latin typeface="Montserrat" pitchFamily="2" charset="77"/>
              </a:defRPr>
            </a:lvl5pPr>
            <a:lvl6pPr>
              <a:defRPr sz="2133"/>
            </a:lvl6pPr>
            <a:lvl7pPr>
              <a:defRPr sz="2133"/>
            </a:lvl7pPr>
            <a:lvl8pPr>
              <a:defRPr sz="2133"/>
            </a:lvl8pPr>
            <a:lvl9pPr>
              <a:defRPr sz="21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Sub-title 1"/>
          <p:cNvSpPr>
            <a:spLocks noGrp="1"/>
          </p:cNvSpPr>
          <p:nvPr>
            <p:ph type="body" idx="1" hasCustomPrompt="1"/>
          </p:nvPr>
        </p:nvSpPr>
        <p:spPr>
          <a:xfrm>
            <a:off x="414528" y="1219200"/>
            <a:ext cx="5386917" cy="609600"/>
          </a:xfrm>
        </p:spPr>
        <p:txBody>
          <a:bodyPr bIns="0" anchor="b">
            <a:normAutofit/>
          </a:bodyPr>
          <a:lstStyle>
            <a:lvl1pPr marL="0" indent="0">
              <a:buNone/>
              <a:defRPr sz="2133" b="0" i="0">
                <a:solidFill>
                  <a:schemeClr val="tx1"/>
                </a:solidFill>
                <a:latin typeface="Montserrat" pitchFamily="2" charset="77"/>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Click to edit text styles</a:t>
            </a:r>
          </a:p>
        </p:txBody>
      </p:sp>
      <p:sp>
        <p:nvSpPr>
          <p:cNvPr id="2" name="Title "/>
          <p:cNvSpPr>
            <a:spLocks noGrp="1"/>
          </p:cNvSpPr>
          <p:nvPr>
            <p:ph type="title"/>
          </p:nvPr>
        </p:nvSpPr>
        <p:spPr>
          <a:xfrm>
            <a:off x="414528" y="438912"/>
            <a:ext cx="11375136" cy="609600"/>
          </a:xfrm>
        </p:spPr>
        <p:txBody>
          <a:bodyPr anchor="b"/>
          <a:lstStyle>
            <a:lvl1pPr>
              <a:defRPr b="0" i="0">
                <a:solidFill>
                  <a:srgbClr val="1465C1"/>
                </a:solidFill>
                <a:latin typeface="Montserrat" pitchFamily="2" charset="77"/>
              </a:defRPr>
            </a:lvl1pPr>
          </a:lstStyle>
          <a:p>
            <a:r>
              <a:rPr lang="en-US"/>
              <a:t>Click to edit Master title style</a:t>
            </a:r>
          </a:p>
        </p:txBody>
      </p:sp>
      <p:pic>
        <p:nvPicPr>
          <p:cNvPr id="9" name="Picture 8" descr="A blue rocket with yellow flames&#10;&#10;AI-generated content may be incorrect.">
            <a:extLst>
              <a:ext uri="{FF2B5EF4-FFF2-40B4-BE49-F238E27FC236}">
                <a16:creationId xmlns:a16="http://schemas.microsoft.com/office/drawing/2014/main" id="{E0979A95-488D-09C8-AE26-774FF0CB30C5}"/>
              </a:ext>
            </a:extLst>
          </p:cNvPr>
          <p:cNvPicPr>
            <a:picLocks noChangeAspect="1"/>
          </p:cNvPicPr>
          <p:nvPr userDrawn="1"/>
        </p:nvPicPr>
        <p:blipFill>
          <a:blip r:embed="rId2"/>
          <a:stretch>
            <a:fillRect/>
          </a:stretch>
        </p:blipFill>
        <p:spPr>
          <a:xfrm>
            <a:off x="11322425" y="4961854"/>
            <a:ext cx="715337" cy="1180425"/>
          </a:xfrm>
          <a:prstGeom prst="rect">
            <a:avLst/>
          </a:prstGeom>
        </p:spPr>
      </p:pic>
    </p:spTree>
    <p:extLst>
      <p:ext uri="{BB962C8B-B14F-4D97-AF65-F5344CB8AC3E}">
        <p14:creationId xmlns:p14="http://schemas.microsoft.com/office/powerpoint/2010/main" val="224031552"/>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9" name="Picture Placeholder "/>
          <p:cNvSpPr>
            <a:spLocks noGrp="1"/>
          </p:cNvSpPr>
          <p:nvPr>
            <p:ph type="pic" sz="quarter" idx="13"/>
          </p:nvPr>
        </p:nvSpPr>
        <p:spPr>
          <a:xfrm>
            <a:off x="8077200" y="1202568"/>
            <a:ext cx="4114800" cy="3220197"/>
          </a:xfrm>
        </p:spPr>
        <p:txBody>
          <a:bodyPr>
            <a:normAutofit/>
          </a:bodyPr>
          <a:lstStyle>
            <a:lvl1pPr marL="0" indent="0">
              <a:buNone/>
              <a:defRPr sz="2400" b="0" i="0">
                <a:solidFill>
                  <a:schemeClr val="tx1"/>
                </a:solidFill>
                <a:latin typeface="Montserrat" pitchFamily="2" charset="77"/>
              </a:defRPr>
            </a:lvl1pPr>
          </a:lstStyle>
          <a:p>
            <a:r>
              <a:rPr lang="en-US"/>
              <a:t>Click icon to add picture</a:t>
            </a:r>
          </a:p>
        </p:txBody>
      </p:sp>
      <p:sp>
        <p:nvSpPr>
          <p:cNvPr id="4" name="Text Placeholder "/>
          <p:cNvSpPr>
            <a:spLocks noGrp="1"/>
          </p:cNvSpPr>
          <p:nvPr>
            <p:ph type="body" sz="half" idx="2"/>
          </p:nvPr>
        </p:nvSpPr>
        <p:spPr>
          <a:xfrm>
            <a:off x="414528" y="1202569"/>
            <a:ext cx="7489251" cy="4394668"/>
          </a:xfrm>
        </p:spPr>
        <p:txBody>
          <a:bodyPr>
            <a:normAutofit/>
          </a:bodyPr>
          <a:lstStyle>
            <a:lvl1pPr marL="0" indent="0">
              <a:buNone/>
              <a:defRPr sz="2133" b="0" i="0">
                <a:solidFill>
                  <a:schemeClr val="tx1"/>
                </a:solidFill>
                <a:latin typeface="Montserrat" pitchFamily="2" charset="77"/>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Click to edit Master text styles</a:t>
            </a:r>
          </a:p>
        </p:txBody>
      </p:sp>
      <p:sp>
        <p:nvSpPr>
          <p:cNvPr id="2" name="Title"/>
          <p:cNvSpPr>
            <a:spLocks noGrp="1"/>
          </p:cNvSpPr>
          <p:nvPr>
            <p:ph type="title" hasCustomPrompt="1"/>
          </p:nvPr>
        </p:nvSpPr>
        <p:spPr>
          <a:xfrm>
            <a:off x="414528" y="438912"/>
            <a:ext cx="7662672" cy="609600"/>
          </a:xfrm>
        </p:spPr>
        <p:txBody>
          <a:bodyPr anchor="b"/>
          <a:lstStyle>
            <a:lvl1pPr algn="l">
              <a:defRPr sz="3200" b="0" i="0" baseline="0">
                <a:solidFill>
                  <a:srgbClr val="1866AE"/>
                </a:solidFill>
                <a:latin typeface="Montserrat" pitchFamily="2" charset="77"/>
              </a:defRPr>
            </a:lvl1pPr>
          </a:lstStyle>
          <a:p>
            <a:r>
              <a:rPr lang="en-US"/>
              <a:t>Click to enter title</a:t>
            </a:r>
          </a:p>
        </p:txBody>
      </p:sp>
      <p:pic>
        <p:nvPicPr>
          <p:cNvPr id="5" name="Picture 4" descr="A blue rocket with yellow flames&#10;&#10;AI-generated content may be incorrect.">
            <a:extLst>
              <a:ext uri="{FF2B5EF4-FFF2-40B4-BE49-F238E27FC236}">
                <a16:creationId xmlns:a16="http://schemas.microsoft.com/office/drawing/2014/main" id="{C4F7D118-FEE1-1BB0-CD7C-74505B797651}"/>
              </a:ext>
            </a:extLst>
          </p:cNvPr>
          <p:cNvPicPr>
            <a:picLocks noChangeAspect="1"/>
          </p:cNvPicPr>
          <p:nvPr userDrawn="1"/>
        </p:nvPicPr>
        <p:blipFill>
          <a:blip r:embed="rId2"/>
          <a:stretch>
            <a:fillRect/>
          </a:stretch>
        </p:blipFill>
        <p:spPr>
          <a:xfrm>
            <a:off x="11322425" y="4961854"/>
            <a:ext cx="715337" cy="1180425"/>
          </a:xfrm>
          <a:prstGeom prst="rect">
            <a:avLst/>
          </a:prstGeom>
        </p:spPr>
      </p:pic>
    </p:spTree>
    <p:extLst>
      <p:ext uri="{BB962C8B-B14F-4D97-AF65-F5344CB8AC3E}">
        <p14:creationId xmlns:p14="http://schemas.microsoft.com/office/powerpoint/2010/main" val="2157628530"/>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Left Image-Full height">
    <p:spTree>
      <p:nvGrpSpPr>
        <p:cNvPr id="1" name=""/>
        <p:cNvGrpSpPr/>
        <p:nvPr/>
      </p:nvGrpSpPr>
      <p:grpSpPr>
        <a:xfrm>
          <a:off x="0" y="0"/>
          <a:ext cx="0" cy="0"/>
          <a:chOff x="0" y="0"/>
          <a:chExt cx="0" cy="0"/>
        </a:xfrm>
      </p:grpSpPr>
      <p:sp>
        <p:nvSpPr>
          <p:cNvPr id="10" name="White Background">
            <a:extLst>
              <a:ext uri="{FF2B5EF4-FFF2-40B4-BE49-F238E27FC236}">
                <a16:creationId xmlns:a16="http://schemas.microsoft.com/office/drawing/2014/main" id="{902DAFEE-672B-5531-AF4D-6EDB10B89A39}"/>
              </a:ext>
            </a:extLst>
          </p:cNvPr>
          <p:cNvSpPr/>
          <p:nvPr userDrawn="1"/>
        </p:nvSpPr>
        <p:spPr>
          <a:xfrm>
            <a:off x="0" y="122863"/>
            <a:ext cx="4064000" cy="673513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b="0" i="0">
              <a:solidFill>
                <a:schemeClr val="tx1"/>
              </a:solidFill>
              <a:latin typeface="Montserrat" pitchFamily="2" charset="77"/>
            </a:endParaRPr>
          </a:p>
        </p:txBody>
      </p:sp>
      <p:sp>
        <p:nvSpPr>
          <p:cNvPr id="12" name="Picture Placeholder ">
            <a:extLst>
              <a:ext uri="{FF2B5EF4-FFF2-40B4-BE49-F238E27FC236}">
                <a16:creationId xmlns:a16="http://schemas.microsoft.com/office/drawing/2014/main" id="{FECA367A-4BF0-0C0F-3498-6E6DCA02C6C2}"/>
              </a:ext>
            </a:extLst>
          </p:cNvPr>
          <p:cNvSpPr>
            <a:spLocks noGrp="1"/>
          </p:cNvSpPr>
          <p:nvPr>
            <p:ph type="pic" sz="quarter" idx="13"/>
          </p:nvPr>
        </p:nvSpPr>
        <p:spPr>
          <a:xfrm>
            <a:off x="10517" y="122862"/>
            <a:ext cx="4053483" cy="6735137"/>
          </a:xfrm>
        </p:spPr>
        <p:txBody>
          <a:bodyPr/>
          <a:lstStyle>
            <a:lvl1pPr marL="0" indent="0" algn="ctr">
              <a:buNone/>
              <a:defRPr b="0" i="0">
                <a:solidFill>
                  <a:schemeClr val="tx1"/>
                </a:solidFill>
                <a:latin typeface="Montserrat" pitchFamily="2" charset="77"/>
              </a:defRPr>
            </a:lvl1pPr>
          </a:lstStyle>
          <a:p>
            <a:r>
              <a:rPr lang="en-US"/>
              <a:t>Click icon to add picture</a:t>
            </a:r>
          </a:p>
        </p:txBody>
      </p:sp>
      <p:sp>
        <p:nvSpPr>
          <p:cNvPr id="14" name="Text Placeholder ">
            <a:extLst>
              <a:ext uri="{FF2B5EF4-FFF2-40B4-BE49-F238E27FC236}">
                <a16:creationId xmlns:a16="http://schemas.microsoft.com/office/drawing/2014/main" id="{46316DF1-26A9-2E6B-73C8-3D75A8FE6392}"/>
              </a:ext>
            </a:extLst>
          </p:cNvPr>
          <p:cNvSpPr>
            <a:spLocks noGrp="1"/>
          </p:cNvSpPr>
          <p:nvPr>
            <p:ph type="body" sz="half" idx="2"/>
          </p:nvPr>
        </p:nvSpPr>
        <p:spPr>
          <a:xfrm>
            <a:off x="4330263" y="1202767"/>
            <a:ext cx="7463676" cy="4985627"/>
          </a:xfrm>
        </p:spPr>
        <p:txBody>
          <a:bodyPr>
            <a:normAutofit/>
          </a:bodyPr>
          <a:lstStyle>
            <a:lvl1pPr marL="0" indent="0">
              <a:buNone/>
              <a:defRPr sz="2133" b="0" i="0">
                <a:solidFill>
                  <a:schemeClr val="tx1"/>
                </a:solidFill>
                <a:latin typeface="Montserrat" pitchFamily="2" charset="77"/>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Click to edit Master text styles</a:t>
            </a:r>
          </a:p>
        </p:txBody>
      </p:sp>
      <p:sp>
        <p:nvSpPr>
          <p:cNvPr id="13" name="Title 1">
            <a:extLst>
              <a:ext uri="{FF2B5EF4-FFF2-40B4-BE49-F238E27FC236}">
                <a16:creationId xmlns:a16="http://schemas.microsoft.com/office/drawing/2014/main" id="{24B4795F-48D0-3560-24E9-9EED8A3F95E7}"/>
              </a:ext>
            </a:extLst>
          </p:cNvPr>
          <p:cNvSpPr>
            <a:spLocks noGrp="1"/>
          </p:cNvSpPr>
          <p:nvPr>
            <p:ph type="title" hasCustomPrompt="1"/>
          </p:nvPr>
        </p:nvSpPr>
        <p:spPr>
          <a:xfrm>
            <a:off x="4328161" y="438912"/>
            <a:ext cx="7463676" cy="609600"/>
          </a:xfrm>
        </p:spPr>
        <p:txBody>
          <a:bodyPr anchor="b"/>
          <a:lstStyle>
            <a:lvl1pPr algn="l">
              <a:defRPr sz="3200" b="0" i="0" baseline="0">
                <a:solidFill>
                  <a:srgbClr val="1866AE"/>
                </a:solidFill>
                <a:latin typeface="Montserrat" pitchFamily="2" charset="77"/>
              </a:defRPr>
            </a:lvl1pPr>
          </a:lstStyle>
          <a:p>
            <a:r>
              <a:rPr lang="en-US"/>
              <a:t>Click to enter title</a:t>
            </a:r>
          </a:p>
        </p:txBody>
      </p:sp>
      <p:pic>
        <p:nvPicPr>
          <p:cNvPr id="2" name="Picture 1" descr="A blue rocket with yellow flames&#10;&#10;AI-generated content may be incorrect.">
            <a:extLst>
              <a:ext uri="{FF2B5EF4-FFF2-40B4-BE49-F238E27FC236}">
                <a16:creationId xmlns:a16="http://schemas.microsoft.com/office/drawing/2014/main" id="{1F91E5E3-C052-DFF7-0F22-4D1D49D5D032}"/>
              </a:ext>
            </a:extLst>
          </p:cNvPr>
          <p:cNvPicPr>
            <a:picLocks noChangeAspect="1"/>
          </p:cNvPicPr>
          <p:nvPr userDrawn="1"/>
        </p:nvPicPr>
        <p:blipFill>
          <a:blip r:embed="rId2"/>
          <a:stretch>
            <a:fillRect/>
          </a:stretch>
        </p:blipFill>
        <p:spPr>
          <a:xfrm>
            <a:off x="11322425" y="4961854"/>
            <a:ext cx="715337" cy="1180425"/>
          </a:xfrm>
          <a:prstGeom prst="rect">
            <a:avLst/>
          </a:prstGeom>
        </p:spPr>
      </p:pic>
    </p:spTree>
    <p:extLst>
      <p:ext uri="{BB962C8B-B14F-4D97-AF65-F5344CB8AC3E}">
        <p14:creationId xmlns:p14="http://schemas.microsoft.com/office/powerpoint/2010/main" val="784552128"/>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Only Layout">
    <p:spTree>
      <p:nvGrpSpPr>
        <p:cNvPr id="1" name=""/>
        <p:cNvGrpSpPr/>
        <p:nvPr/>
      </p:nvGrpSpPr>
      <p:grpSpPr>
        <a:xfrm>
          <a:off x="0" y="0"/>
          <a:ext cx="0" cy="0"/>
          <a:chOff x="0" y="0"/>
          <a:chExt cx="0" cy="0"/>
        </a:xfrm>
      </p:grpSpPr>
      <p:sp>
        <p:nvSpPr>
          <p:cNvPr id="2" name="Title"/>
          <p:cNvSpPr>
            <a:spLocks noGrp="1"/>
          </p:cNvSpPr>
          <p:nvPr>
            <p:ph type="title"/>
          </p:nvPr>
        </p:nvSpPr>
        <p:spPr>
          <a:xfrm>
            <a:off x="418073" y="437960"/>
            <a:ext cx="11375136" cy="609600"/>
          </a:xfrm>
        </p:spPr>
        <p:txBody>
          <a:bodyPr/>
          <a:lstStyle>
            <a:lvl1pPr>
              <a:defRPr b="0" i="0">
                <a:solidFill>
                  <a:srgbClr val="1866AE"/>
                </a:solidFill>
                <a:latin typeface="Montserrat" pitchFamily="2" charset="77"/>
              </a:defRPr>
            </a:lvl1pPr>
          </a:lstStyle>
          <a:p>
            <a:r>
              <a:rPr lang="en-US"/>
              <a:t>Click to edit Master title style</a:t>
            </a:r>
          </a:p>
        </p:txBody>
      </p:sp>
      <p:pic>
        <p:nvPicPr>
          <p:cNvPr id="3" name="Picture 2" descr="A blue rocket with yellow flames&#10;&#10;AI-generated content may be incorrect.">
            <a:extLst>
              <a:ext uri="{FF2B5EF4-FFF2-40B4-BE49-F238E27FC236}">
                <a16:creationId xmlns:a16="http://schemas.microsoft.com/office/drawing/2014/main" id="{7221C18D-5754-F22D-33AC-963EC05E9973}"/>
              </a:ext>
            </a:extLst>
          </p:cNvPr>
          <p:cNvPicPr>
            <a:picLocks noChangeAspect="1"/>
          </p:cNvPicPr>
          <p:nvPr userDrawn="1"/>
        </p:nvPicPr>
        <p:blipFill>
          <a:blip r:embed="rId2"/>
          <a:stretch>
            <a:fillRect/>
          </a:stretch>
        </p:blipFill>
        <p:spPr>
          <a:xfrm>
            <a:off x="11322425" y="4961854"/>
            <a:ext cx="715337" cy="1180425"/>
          </a:xfrm>
          <a:prstGeom prst="rect">
            <a:avLst/>
          </a:prstGeom>
        </p:spPr>
      </p:pic>
    </p:spTree>
    <p:extLst>
      <p:ext uri="{BB962C8B-B14F-4D97-AF65-F5344CB8AC3E}">
        <p14:creationId xmlns:p14="http://schemas.microsoft.com/office/powerpoint/2010/main" val="1229960417"/>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Blue top line">
            <a:extLst>
              <a:ext uri="{FF2B5EF4-FFF2-40B4-BE49-F238E27FC236}">
                <a16:creationId xmlns:a16="http://schemas.microsoft.com/office/drawing/2014/main" id="{E698F46C-0450-0A42-69F4-4CA2C83E49C9}"/>
              </a:ext>
            </a:extLst>
          </p:cNvPr>
          <p:cNvSpPr/>
          <p:nvPr userDrawn="1"/>
        </p:nvSpPr>
        <p:spPr>
          <a:xfrm flipV="1">
            <a:off x="0" y="-7257"/>
            <a:ext cx="12192000" cy="9753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133" b="0" i="0" baseline="0">
              <a:solidFill>
                <a:schemeClr val="tx1"/>
              </a:solidFill>
              <a:latin typeface="Montserrat" pitchFamily="2" charset="77"/>
            </a:endParaRPr>
          </a:p>
        </p:txBody>
      </p:sp>
      <p:sp>
        <p:nvSpPr>
          <p:cNvPr id="7" name="Green top line">
            <a:extLst>
              <a:ext uri="{FF2B5EF4-FFF2-40B4-BE49-F238E27FC236}">
                <a16:creationId xmlns:a16="http://schemas.microsoft.com/office/drawing/2014/main" id="{12C9F3AD-9532-11E6-E672-6F10181290C1}"/>
              </a:ext>
            </a:extLst>
          </p:cNvPr>
          <p:cNvSpPr/>
          <p:nvPr userDrawn="1"/>
        </p:nvSpPr>
        <p:spPr>
          <a:xfrm flipV="1">
            <a:off x="0" y="0"/>
            <a:ext cx="12192000" cy="36576"/>
          </a:xfrm>
          <a:prstGeom prst="rect">
            <a:avLst/>
          </a:prstGeom>
          <a:solidFill>
            <a:srgbClr val="8EBB37"/>
          </a:solidFill>
          <a:ln>
            <a:solidFill>
              <a:srgbClr val="8EBB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133" b="0" i="0" baseline="0">
              <a:solidFill>
                <a:schemeClr val="tx1"/>
              </a:solidFill>
              <a:latin typeface="Montserrat" pitchFamily="2" charset="77"/>
            </a:endParaRPr>
          </a:p>
        </p:txBody>
      </p:sp>
      <p:pic>
        <p:nvPicPr>
          <p:cNvPr id="2" name="Picture 1" descr="A blue rocket with yellow flames&#10;&#10;AI-generated content may be incorrect.">
            <a:extLst>
              <a:ext uri="{FF2B5EF4-FFF2-40B4-BE49-F238E27FC236}">
                <a16:creationId xmlns:a16="http://schemas.microsoft.com/office/drawing/2014/main" id="{64C7FB6B-3110-4907-76D3-A00724A380C8}"/>
              </a:ext>
            </a:extLst>
          </p:cNvPr>
          <p:cNvPicPr>
            <a:picLocks noChangeAspect="1"/>
          </p:cNvPicPr>
          <p:nvPr userDrawn="1"/>
        </p:nvPicPr>
        <p:blipFill>
          <a:blip r:embed="rId2"/>
          <a:stretch>
            <a:fillRect/>
          </a:stretch>
        </p:blipFill>
        <p:spPr>
          <a:xfrm>
            <a:off x="11322425" y="4961854"/>
            <a:ext cx="715337" cy="1180425"/>
          </a:xfrm>
          <a:prstGeom prst="rect">
            <a:avLst/>
          </a:prstGeom>
        </p:spPr>
      </p:pic>
    </p:spTree>
    <p:extLst>
      <p:ext uri="{BB962C8B-B14F-4D97-AF65-F5344CB8AC3E}">
        <p14:creationId xmlns:p14="http://schemas.microsoft.com/office/powerpoint/2010/main" val="603649305"/>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_Title Only Layout">
    <p:spTree>
      <p:nvGrpSpPr>
        <p:cNvPr id="1" name=""/>
        <p:cNvGrpSpPr/>
        <p:nvPr/>
      </p:nvGrpSpPr>
      <p:grpSpPr>
        <a:xfrm>
          <a:off x="0" y="0"/>
          <a:ext cx="0" cy="0"/>
          <a:chOff x="0" y="0"/>
          <a:chExt cx="0" cy="0"/>
        </a:xfrm>
      </p:grpSpPr>
      <p:pic>
        <p:nvPicPr>
          <p:cNvPr id="3" name="Picture 2" descr="A blue rocket with yellow flames&#10;&#10;AI-generated content may be incorrect.">
            <a:extLst>
              <a:ext uri="{FF2B5EF4-FFF2-40B4-BE49-F238E27FC236}">
                <a16:creationId xmlns:a16="http://schemas.microsoft.com/office/drawing/2014/main" id="{7221C18D-5754-F22D-33AC-963EC05E9973}"/>
              </a:ext>
            </a:extLst>
          </p:cNvPr>
          <p:cNvPicPr>
            <a:picLocks noChangeAspect="1"/>
          </p:cNvPicPr>
          <p:nvPr userDrawn="1"/>
        </p:nvPicPr>
        <p:blipFill>
          <a:blip r:embed="rId2">
            <a:alphaModFix amt="15000"/>
          </a:blip>
          <a:stretch>
            <a:fillRect/>
          </a:stretch>
        </p:blipFill>
        <p:spPr>
          <a:xfrm>
            <a:off x="10430932" y="3565994"/>
            <a:ext cx="1465792" cy="2418799"/>
          </a:xfrm>
          <a:prstGeom prst="rect">
            <a:avLst/>
          </a:prstGeom>
        </p:spPr>
      </p:pic>
    </p:spTree>
    <p:extLst>
      <p:ext uri="{BB962C8B-B14F-4D97-AF65-F5344CB8AC3E}">
        <p14:creationId xmlns:p14="http://schemas.microsoft.com/office/powerpoint/2010/main" val="835790497"/>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Title Only Layout">
    <p:spTree>
      <p:nvGrpSpPr>
        <p:cNvPr id="1" name=""/>
        <p:cNvGrpSpPr/>
        <p:nvPr/>
      </p:nvGrpSpPr>
      <p:grpSpPr>
        <a:xfrm>
          <a:off x="0" y="0"/>
          <a:ext cx="0" cy="0"/>
          <a:chOff x="0" y="0"/>
          <a:chExt cx="0" cy="0"/>
        </a:xfrm>
      </p:grpSpPr>
      <p:pic>
        <p:nvPicPr>
          <p:cNvPr id="3" name="Picture 2" descr="A blue rocket with yellow flames&#10;&#10;AI-generated content may be incorrect.">
            <a:extLst>
              <a:ext uri="{FF2B5EF4-FFF2-40B4-BE49-F238E27FC236}">
                <a16:creationId xmlns:a16="http://schemas.microsoft.com/office/drawing/2014/main" id="{7221C18D-5754-F22D-33AC-963EC05E9973}"/>
              </a:ext>
            </a:extLst>
          </p:cNvPr>
          <p:cNvPicPr>
            <a:picLocks noChangeAspect="1"/>
          </p:cNvPicPr>
          <p:nvPr userDrawn="1"/>
        </p:nvPicPr>
        <p:blipFill>
          <a:blip r:embed="rId2">
            <a:alphaModFix amt="15000"/>
          </a:blip>
          <a:stretch>
            <a:fillRect/>
          </a:stretch>
        </p:blipFill>
        <p:spPr>
          <a:xfrm>
            <a:off x="8331200" y="793048"/>
            <a:ext cx="2888192" cy="4765995"/>
          </a:xfrm>
          <a:prstGeom prst="rect">
            <a:avLst/>
          </a:prstGeom>
        </p:spPr>
      </p:pic>
    </p:spTree>
    <p:extLst>
      <p:ext uri="{BB962C8B-B14F-4D97-AF65-F5344CB8AC3E}">
        <p14:creationId xmlns:p14="http://schemas.microsoft.com/office/powerpoint/2010/main" val="310078276"/>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1_Title Only Layout">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757027" y="4424859"/>
            <a:ext cx="5213183" cy="576471"/>
          </a:xfrm>
        </p:spPr>
        <p:txBody>
          <a:bodyPr anchor="t" anchorCtr="0"/>
          <a:lstStyle>
            <a:lvl1pPr>
              <a:defRPr sz="4267" b="0" i="0">
                <a:solidFill>
                  <a:srgbClr val="1866AE"/>
                </a:solidFill>
                <a:latin typeface="Montserrat" pitchFamily="2" charset="77"/>
              </a:defRPr>
            </a:lvl1pPr>
          </a:lstStyle>
          <a:p>
            <a:r>
              <a:rPr lang="en-US"/>
              <a:t>Transition Slide</a:t>
            </a:r>
          </a:p>
        </p:txBody>
      </p:sp>
      <p:pic>
        <p:nvPicPr>
          <p:cNvPr id="3" name="Picture 2" descr="A blue rocket with yellow flames&#10;&#10;AI-generated content may be incorrect.">
            <a:extLst>
              <a:ext uri="{FF2B5EF4-FFF2-40B4-BE49-F238E27FC236}">
                <a16:creationId xmlns:a16="http://schemas.microsoft.com/office/drawing/2014/main" id="{7221C18D-5754-F22D-33AC-963EC05E9973}"/>
              </a:ext>
            </a:extLst>
          </p:cNvPr>
          <p:cNvPicPr>
            <a:picLocks noChangeAspect="1"/>
          </p:cNvPicPr>
          <p:nvPr userDrawn="1"/>
        </p:nvPicPr>
        <p:blipFill>
          <a:blip r:embed="rId2">
            <a:alphaModFix amt="15000"/>
          </a:blip>
          <a:stretch>
            <a:fillRect/>
          </a:stretch>
        </p:blipFill>
        <p:spPr>
          <a:xfrm>
            <a:off x="8331200" y="793048"/>
            <a:ext cx="2888192" cy="4765995"/>
          </a:xfrm>
          <a:prstGeom prst="rect">
            <a:avLst/>
          </a:prstGeom>
        </p:spPr>
      </p:pic>
    </p:spTree>
    <p:extLst>
      <p:ext uri="{BB962C8B-B14F-4D97-AF65-F5344CB8AC3E}">
        <p14:creationId xmlns:p14="http://schemas.microsoft.com/office/powerpoint/2010/main" val="214122337"/>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8_Title Only Layou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EA14F74-9AE4-FE3D-5B7E-FF0B9D75F257}"/>
              </a:ext>
            </a:extLst>
          </p:cNvPr>
          <p:cNvSpPr>
            <a:spLocks noGrp="1" noRot="1" noMove="1" noResize="1" noEditPoints="1" noAdjustHandles="1" noChangeArrowheads="1" noChangeShapeType="1"/>
          </p:cNvSpPr>
          <p:nvPr userDrawn="1"/>
        </p:nvSpPr>
        <p:spPr>
          <a:xfrm>
            <a:off x="0" y="0"/>
            <a:ext cx="12192000" cy="6858000"/>
          </a:xfrm>
          <a:prstGeom prst="rect">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33" b="0" i="0">
              <a:latin typeface="Montserrat" pitchFamily="2" charset="77"/>
            </a:endParaRPr>
          </a:p>
        </p:txBody>
      </p:sp>
      <p:pic>
        <p:nvPicPr>
          <p:cNvPr id="2" name="Picture 1" descr="A black background with white text&#10;&#10;AI-generated content may be incorrect.">
            <a:extLst>
              <a:ext uri="{FF2B5EF4-FFF2-40B4-BE49-F238E27FC236}">
                <a16:creationId xmlns:a16="http://schemas.microsoft.com/office/drawing/2014/main" id="{8F797F84-1016-68FE-191B-45D27B0C4524}"/>
              </a:ext>
            </a:extLst>
          </p:cNvPr>
          <p:cNvPicPr>
            <a:picLocks noChangeAspect="1"/>
          </p:cNvPicPr>
          <p:nvPr userDrawn="1"/>
        </p:nvPicPr>
        <p:blipFill>
          <a:blip r:embed="rId2">
            <a:alphaModFix amt="50000"/>
          </a:blip>
          <a:srcRect l="79031" t="-2797" b="-1"/>
          <a:stretch>
            <a:fillRect/>
          </a:stretch>
        </p:blipFill>
        <p:spPr>
          <a:xfrm>
            <a:off x="7905447" y="934345"/>
            <a:ext cx="2934692" cy="4845921"/>
          </a:xfrm>
          <a:prstGeom prst="rect">
            <a:avLst/>
          </a:prstGeom>
        </p:spPr>
      </p:pic>
      <p:sp>
        <p:nvSpPr>
          <p:cNvPr id="3" name="Title">
            <a:extLst>
              <a:ext uri="{FF2B5EF4-FFF2-40B4-BE49-F238E27FC236}">
                <a16:creationId xmlns:a16="http://schemas.microsoft.com/office/drawing/2014/main" id="{19FDF49E-F19D-7966-5841-E8FE9E5F2A9C}"/>
              </a:ext>
            </a:extLst>
          </p:cNvPr>
          <p:cNvSpPr>
            <a:spLocks noGrp="1"/>
          </p:cNvSpPr>
          <p:nvPr>
            <p:ph type="title" hasCustomPrompt="1"/>
          </p:nvPr>
        </p:nvSpPr>
        <p:spPr>
          <a:xfrm>
            <a:off x="757027" y="4424859"/>
            <a:ext cx="5213183" cy="576471"/>
          </a:xfrm>
        </p:spPr>
        <p:txBody>
          <a:bodyPr anchor="t" anchorCtr="0"/>
          <a:lstStyle>
            <a:lvl1pPr>
              <a:defRPr sz="4267" b="0" i="0">
                <a:solidFill>
                  <a:schemeClr val="bg1"/>
                </a:solidFill>
                <a:latin typeface="Montserrat" pitchFamily="2" charset="77"/>
              </a:defRPr>
            </a:lvl1pPr>
          </a:lstStyle>
          <a:p>
            <a:r>
              <a:rPr lang="en-US"/>
              <a:t>Transition Slide</a:t>
            </a:r>
          </a:p>
        </p:txBody>
      </p:sp>
    </p:spTree>
    <p:extLst>
      <p:ext uri="{BB962C8B-B14F-4D97-AF65-F5344CB8AC3E}">
        <p14:creationId xmlns:p14="http://schemas.microsoft.com/office/powerpoint/2010/main" val="584843900"/>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2_Title Only Layou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EA14F74-9AE4-FE3D-5B7E-FF0B9D75F257}"/>
              </a:ext>
            </a:extLst>
          </p:cNvPr>
          <p:cNvSpPr>
            <a:spLocks/>
          </p:cNvSpPr>
          <p:nvPr userDrawn="1"/>
        </p:nvSpPr>
        <p:spPr>
          <a:xfrm>
            <a:off x="0" y="0"/>
            <a:ext cx="12192000" cy="6858000"/>
          </a:xfrm>
          <a:prstGeom prst="rect">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33" b="0" i="0">
              <a:latin typeface="Montserrat" pitchFamily="2" charset="77"/>
            </a:endParaRPr>
          </a:p>
        </p:txBody>
      </p:sp>
      <p:sp>
        <p:nvSpPr>
          <p:cNvPr id="2" name="Title"/>
          <p:cNvSpPr>
            <a:spLocks noGrp="1"/>
          </p:cNvSpPr>
          <p:nvPr>
            <p:ph type="title" hasCustomPrompt="1"/>
          </p:nvPr>
        </p:nvSpPr>
        <p:spPr>
          <a:xfrm>
            <a:off x="722473" y="5343937"/>
            <a:ext cx="7910000" cy="576471"/>
          </a:xfrm>
        </p:spPr>
        <p:txBody>
          <a:bodyPr anchor="t" anchorCtr="0"/>
          <a:lstStyle>
            <a:lvl1pPr>
              <a:defRPr sz="4267" b="0" i="0">
                <a:solidFill>
                  <a:schemeClr val="bg1"/>
                </a:solidFill>
                <a:latin typeface="Montserrat" pitchFamily="2" charset="77"/>
              </a:defRPr>
            </a:lvl1pPr>
          </a:lstStyle>
          <a:p>
            <a:r>
              <a:rPr lang="en-US"/>
              <a:t>Transition Slide</a:t>
            </a:r>
          </a:p>
        </p:txBody>
      </p:sp>
    </p:spTree>
    <p:extLst>
      <p:ext uri="{BB962C8B-B14F-4D97-AF65-F5344CB8AC3E}">
        <p14:creationId xmlns:p14="http://schemas.microsoft.com/office/powerpoint/2010/main" val="660517363"/>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5_Title Only Layou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EA14F74-9AE4-FE3D-5B7E-FF0B9D75F257}"/>
              </a:ext>
            </a:extLst>
          </p:cNvPr>
          <p:cNvSpPr>
            <a:spLocks noGrp="1" noRot="1" noMove="1" noResize="1" noEditPoints="1" noAdjustHandles="1" noChangeArrowheads="1" noChangeShapeType="1"/>
          </p:cNvSpPr>
          <p:nvPr userDrawn="1"/>
        </p:nvSpPr>
        <p:spPr>
          <a:xfrm>
            <a:off x="0" y="0"/>
            <a:ext cx="12192000" cy="6858000"/>
          </a:xfrm>
          <a:prstGeom prst="rect">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33" b="0" i="0">
              <a:latin typeface="Montserrat" pitchFamily="2" charset="77"/>
            </a:endParaRPr>
          </a:p>
        </p:txBody>
      </p:sp>
      <p:pic>
        <p:nvPicPr>
          <p:cNvPr id="7" name="Picture 6" descr="A black background with white text&#10;&#10;AI-generated content may be incorrect.">
            <a:extLst>
              <a:ext uri="{FF2B5EF4-FFF2-40B4-BE49-F238E27FC236}">
                <a16:creationId xmlns:a16="http://schemas.microsoft.com/office/drawing/2014/main" id="{53AA51E4-54C5-C3EB-E63C-24DF6CD86D97}"/>
              </a:ext>
            </a:extLst>
          </p:cNvPr>
          <p:cNvPicPr>
            <a:picLocks noChangeAspect="1"/>
          </p:cNvPicPr>
          <p:nvPr userDrawn="1"/>
        </p:nvPicPr>
        <p:blipFill>
          <a:blip r:embed="rId2"/>
          <a:stretch>
            <a:fillRect/>
          </a:stretch>
        </p:blipFill>
        <p:spPr>
          <a:xfrm>
            <a:off x="8640838" y="5542513"/>
            <a:ext cx="3331413" cy="1122135"/>
          </a:xfrm>
          <a:prstGeom prst="rect">
            <a:avLst/>
          </a:prstGeom>
        </p:spPr>
      </p:pic>
      <p:sp>
        <p:nvSpPr>
          <p:cNvPr id="8" name="Content Placeholder">
            <a:extLst>
              <a:ext uri="{FF2B5EF4-FFF2-40B4-BE49-F238E27FC236}">
                <a16:creationId xmlns:a16="http://schemas.microsoft.com/office/drawing/2014/main" id="{5F38107C-7728-4558-7E69-FAF1CE2A72B4}"/>
              </a:ext>
            </a:extLst>
          </p:cNvPr>
          <p:cNvSpPr>
            <a:spLocks noGrp="1"/>
          </p:cNvSpPr>
          <p:nvPr>
            <p:ph idx="1"/>
          </p:nvPr>
        </p:nvSpPr>
        <p:spPr>
          <a:xfrm>
            <a:off x="414528" y="1219201"/>
            <a:ext cx="11375136" cy="4895447"/>
          </a:xfrm>
        </p:spPr>
        <p:txBody>
          <a:bodyPr>
            <a:normAutofit/>
          </a:bodyPr>
          <a:lstStyle>
            <a:lvl1pPr marL="0" indent="0">
              <a:buClr>
                <a:schemeClr val="tx2"/>
              </a:buClr>
              <a:buFont typeface="Wingdings" charset="2"/>
              <a:buNone/>
              <a:defRPr sz="2133" b="0" i="0">
                <a:solidFill>
                  <a:schemeClr val="bg1"/>
                </a:solidFill>
                <a:latin typeface="Montserrat" pitchFamily="2" charset="77"/>
              </a:defRPr>
            </a:lvl1pPr>
            <a:lvl2pPr marL="365751" indent="-243834">
              <a:buClr>
                <a:schemeClr val="tx2"/>
              </a:buClr>
              <a:buFont typeface="Arial" panose="020B0604020202020204" pitchFamily="34" charset="0"/>
              <a:buChar char="•"/>
              <a:defRPr sz="1867" b="0" i="0">
                <a:solidFill>
                  <a:schemeClr val="bg1"/>
                </a:solidFill>
                <a:latin typeface="Montserrat" pitchFamily="2" charset="77"/>
              </a:defRPr>
            </a:lvl2pPr>
            <a:lvl3pPr marL="731502" indent="-243834">
              <a:buClr>
                <a:schemeClr val="tx2"/>
              </a:buClr>
              <a:buFont typeface="Arial" panose="020B0604020202020204" pitchFamily="34" charset="0"/>
              <a:buChar char="•"/>
              <a:defRPr sz="1600" b="0" i="0">
                <a:solidFill>
                  <a:schemeClr val="bg1"/>
                </a:solidFill>
                <a:latin typeface="Montserrat" pitchFamily="2" charset="77"/>
              </a:defRPr>
            </a:lvl3pPr>
            <a:lvl4pPr marL="1097253" indent="-243834">
              <a:buClr>
                <a:schemeClr val="tx2"/>
              </a:buClr>
              <a:buFont typeface="Arial" panose="020B0604020202020204" pitchFamily="34" charset="0"/>
              <a:buChar char="•"/>
              <a:defRPr sz="1467" b="0" i="0">
                <a:solidFill>
                  <a:schemeClr val="bg1"/>
                </a:solidFill>
                <a:latin typeface="Montserrat" pitchFamily="2" charset="77"/>
              </a:defRPr>
            </a:lvl4pPr>
            <a:lvl5pPr marL="1463003" indent="-243834">
              <a:buClr>
                <a:schemeClr val="tx2"/>
              </a:buClr>
              <a:buFont typeface="Arial" panose="020B0604020202020204" pitchFamily="34" charset="0"/>
              <a:buChar char="•"/>
              <a:defRPr sz="1467" b="0" i="0">
                <a:solidFill>
                  <a:schemeClr val="bg1"/>
                </a:solidFill>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a:extLst>
              <a:ext uri="{FF2B5EF4-FFF2-40B4-BE49-F238E27FC236}">
                <a16:creationId xmlns:a16="http://schemas.microsoft.com/office/drawing/2014/main" id="{F8B98C3A-005E-FCC5-F2BE-C72514D32278}"/>
              </a:ext>
            </a:extLst>
          </p:cNvPr>
          <p:cNvSpPr>
            <a:spLocks noGrp="1"/>
          </p:cNvSpPr>
          <p:nvPr>
            <p:ph type="title"/>
          </p:nvPr>
        </p:nvSpPr>
        <p:spPr>
          <a:xfrm>
            <a:off x="414528" y="438912"/>
            <a:ext cx="11375136" cy="609600"/>
          </a:xfrm>
        </p:spPr>
        <p:txBody>
          <a:bodyPr lIns="0"/>
          <a:lstStyle>
            <a:lvl1pPr>
              <a:defRPr b="0" i="0">
                <a:solidFill>
                  <a:schemeClr val="bg1"/>
                </a:solidFill>
                <a:latin typeface="Montserrat" pitchFamily="2" charset="77"/>
              </a:defRPr>
            </a:lvl1pPr>
          </a:lstStyle>
          <a:p>
            <a:r>
              <a:rPr lang="en-US"/>
              <a:t>Click to edit Master title style</a:t>
            </a:r>
          </a:p>
        </p:txBody>
      </p:sp>
    </p:spTree>
    <p:extLst>
      <p:ext uri="{BB962C8B-B14F-4D97-AF65-F5344CB8AC3E}">
        <p14:creationId xmlns:p14="http://schemas.microsoft.com/office/powerpoint/2010/main" val="2710350135"/>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6_Title Only Layou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EA14F74-9AE4-FE3D-5B7E-FF0B9D75F257}"/>
              </a:ext>
            </a:extLst>
          </p:cNvPr>
          <p:cNvSpPr>
            <a:spLocks noGrp="1" noRot="1" noMove="1" noResize="1" noEditPoints="1" noAdjustHandles="1" noChangeArrowheads="1" noChangeShapeType="1"/>
          </p:cNvSpPr>
          <p:nvPr userDrawn="1"/>
        </p:nvSpPr>
        <p:spPr>
          <a:xfrm>
            <a:off x="0" y="0"/>
            <a:ext cx="12192000" cy="6858000"/>
          </a:xfrm>
          <a:prstGeom prst="rect">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33" b="0" i="0">
              <a:latin typeface="Montserrat" pitchFamily="2" charset="77"/>
            </a:endParaRPr>
          </a:p>
        </p:txBody>
      </p:sp>
      <p:pic>
        <p:nvPicPr>
          <p:cNvPr id="2" name="Picture 1" descr="A black background with white text&#10;&#10;AI-generated content may be incorrect.">
            <a:extLst>
              <a:ext uri="{FF2B5EF4-FFF2-40B4-BE49-F238E27FC236}">
                <a16:creationId xmlns:a16="http://schemas.microsoft.com/office/drawing/2014/main" id="{8F797F84-1016-68FE-191B-45D27B0C4524}"/>
              </a:ext>
            </a:extLst>
          </p:cNvPr>
          <p:cNvPicPr>
            <a:picLocks noChangeAspect="1"/>
          </p:cNvPicPr>
          <p:nvPr userDrawn="1"/>
        </p:nvPicPr>
        <p:blipFill>
          <a:blip r:embed="rId2"/>
          <a:srcRect l="79031" t="-2797" b="-1"/>
          <a:stretch>
            <a:fillRect/>
          </a:stretch>
        </p:blipFill>
        <p:spPr>
          <a:xfrm>
            <a:off x="10876040" y="4876801"/>
            <a:ext cx="1076861" cy="1778172"/>
          </a:xfrm>
          <a:prstGeom prst="rect">
            <a:avLst/>
          </a:prstGeom>
        </p:spPr>
      </p:pic>
      <p:sp>
        <p:nvSpPr>
          <p:cNvPr id="3" name="Content Placeholder">
            <a:extLst>
              <a:ext uri="{FF2B5EF4-FFF2-40B4-BE49-F238E27FC236}">
                <a16:creationId xmlns:a16="http://schemas.microsoft.com/office/drawing/2014/main" id="{56B42121-3791-88E3-3566-C1D5909E1223}"/>
              </a:ext>
            </a:extLst>
          </p:cNvPr>
          <p:cNvSpPr>
            <a:spLocks noGrp="1"/>
          </p:cNvSpPr>
          <p:nvPr>
            <p:ph idx="1"/>
          </p:nvPr>
        </p:nvSpPr>
        <p:spPr>
          <a:xfrm>
            <a:off x="414528" y="1219201"/>
            <a:ext cx="11375136" cy="4895447"/>
          </a:xfrm>
        </p:spPr>
        <p:txBody>
          <a:bodyPr>
            <a:normAutofit/>
          </a:bodyPr>
          <a:lstStyle>
            <a:lvl1pPr marL="0" indent="0">
              <a:buClr>
                <a:schemeClr val="tx2"/>
              </a:buClr>
              <a:buFont typeface="Wingdings" charset="2"/>
              <a:buNone/>
              <a:defRPr sz="2133" b="0" i="0">
                <a:solidFill>
                  <a:schemeClr val="bg1"/>
                </a:solidFill>
                <a:latin typeface="Montserrat" pitchFamily="2" charset="77"/>
              </a:defRPr>
            </a:lvl1pPr>
            <a:lvl2pPr marL="365751" indent="-243834">
              <a:buClr>
                <a:schemeClr val="tx2"/>
              </a:buClr>
              <a:buFont typeface="Arial" panose="020B0604020202020204" pitchFamily="34" charset="0"/>
              <a:buChar char="•"/>
              <a:defRPr sz="1867" b="0" i="0">
                <a:solidFill>
                  <a:schemeClr val="bg1"/>
                </a:solidFill>
                <a:latin typeface="Montserrat" pitchFamily="2" charset="77"/>
              </a:defRPr>
            </a:lvl2pPr>
            <a:lvl3pPr marL="731502" indent="-243834">
              <a:buClr>
                <a:schemeClr val="tx2"/>
              </a:buClr>
              <a:buFont typeface="Arial" panose="020B0604020202020204" pitchFamily="34" charset="0"/>
              <a:buChar char="•"/>
              <a:defRPr sz="1600" b="0" i="0">
                <a:solidFill>
                  <a:schemeClr val="bg1"/>
                </a:solidFill>
                <a:latin typeface="Montserrat" pitchFamily="2" charset="77"/>
              </a:defRPr>
            </a:lvl3pPr>
            <a:lvl4pPr marL="1097253" indent="-243834">
              <a:buClr>
                <a:schemeClr val="tx2"/>
              </a:buClr>
              <a:buFont typeface="Arial" panose="020B0604020202020204" pitchFamily="34" charset="0"/>
              <a:buChar char="•"/>
              <a:defRPr sz="1467" b="0" i="0">
                <a:solidFill>
                  <a:schemeClr val="bg1"/>
                </a:solidFill>
                <a:latin typeface="Montserrat" pitchFamily="2" charset="77"/>
              </a:defRPr>
            </a:lvl4pPr>
            <a:lvl5pPr marL="1463003" indent="-243834">
              <a:buClr>
                <a:schemeClr val="tx2"/>
              </a:buClr>
              <a:buFont typeface="Arial" panose="020B0604020202020204" pitchFamily="34" charset="0"/>
              <a:buChar char="•"/>
              <a:defRPr sz="1467" b="0" i="0">
                <a:solidFill>
                  <a:schemeClr val="bg1"/>
                </a:solidFill>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a:extLst>
              <a:ext uri="{FF2B5EF4-FFF2-40B4-BE49-F238E27FC236}">
                <a16:creationId xmlns:a16="http://schemas.microsoft.com/office/drawing/2014/main" id="{F2F9A820-95BB-FDF9-48A2-DDD11B6C8F1B}"/>
              </a:ext>
            </a:extLst>
          </p:cNvPr>
          <p:cNvSpPr>
            <a:spLocks noGrp="1"/>
          </p:cNvSpPr>
          <p:nvPr>
            <p:ph type="title"/>
          </p:nvPr>
        </p:nvSpPr>
        <p:spPr>
          <a:xfrm>
            <a:off x="414528" y="438912"/>
            <a:ext cx="11375136" cy="609600"/>
          </a:xfrm>
        </p:spPr>
        <p:txBody>
          <a:bodyPr lIns="0"/>
          <a:lstStyle>
            <a:lvl1pPr>
              <a:defRPr b="0" i="0">
                <a:solidFill>
                  <a:schemeClr val="bg1"/>
                </a:solidFill>
                <a:latin typeface="Montserrat" pitchFamily="2" charset="77"/>
              </a:defRPr>
            </a:lvl1pPr>
          </a:lstStyle>
          <a:p>
            <a:r>
              <a:rPr lang="en-US"/>
              <a:t>Click to edit Master title style</a:t>
            </a:r>
          </a:p>
        </p:txBody>
      </p:sp>
    </p:spTree>
    <p:extLst>
      <p:ext uri="{BB962C8B-B14F-4D97-AF65-F5344CB8AC3E}">
        <p14:creationId xmlns:p14="http://schemas.microsoft.com/office/powerpoint/2010/main" val="3973812775"/>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7_Title Only Layou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EA14F74-9AE4-FE3D-5B7E-FF0B9D75F257}"/>
              </a:ext>
            </a:extLst>
          </p:cNvPr>
          <p:cNvSpPr>
            <a:spLocks noGrp="1" noRot="1" noMove="1" noResize="1" noEditPoints="1" noAdjustHandles="1" noChangeArrowheads="1" noChangeShapeType="1"/>
          </p:cNvSpPr>
          <p:nvPr userDrawn="1"/>
        </p:nvSpPr>
        <p:spPr>
          <a:xfrm>
            <a:off x="0" y="0"/>
            <a:ext cx="12192000" cy="6858000"/>
          </a:xfrm>
          <a:prstGeom prst="rect">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33" b="0" i="0">
              <a:latin typeface="Montserrat" pitchFamily="2" charset="77"/>
            </a:endParaRPr>
          </a:p>
        </p:txBody>
      </p:sp>
      <p:pic>
        <p:nvPicPr>
          <p:cNvPr id="2" name="Picture 1" descr="A black background with white text&#10;&#10;AI-generated content may be incorrect.">
            <a:extLst>
              <a:ext uri="{FF2B5EF4-FFF2-40B4-BE49-F238E27FC236}">
                <a16:creationId xmlns:a16="http://schemas.microsoft.com/office/drawing/2014/main" id="{8F797F84-1016-68FE-191B-45D27B0C4524}"/>
              </a:ext>
            </a:extLst>
          </p:cNvPr>
          <p:cNvPicPr>
            <a:picLocks noChangeAspect="1"/>
          </p:cNvPicPr>
          <p:nvPr userDrawn="1"/>
        </p:nvPicPr>
        <p:blipFill>
          <a:blip r:embed="rId2">
            <a:alphaModFix amt="50000"/>
          </a:blip>
          <a:srcRect l="79031" t="-2797" b="-1"/>
          <a:stretch>
            <a:fillRect/>
          </a:stretch>
        </p:blipFill>
        <p:spPr>
          <a:xfrm>
            <a:off x="8098971" y="924669"/>
            <a:ext cx="2934692" cy="4845921"/>
          </a:xfrm>
          <a:prstGeom prst="rect">
            <a:avLst/>
          </a:prstGeom>
        </p:spPr>
      </p:pic>
    </p:spTree>
    <p:extLst>
      <p:ext uri="{BB962C8B-B14F-4D97-AF65-F5344CB8AC3E}">
        <p14:creationId xmlns:p14="http://schemas.microsoft.com/office/powerpoint/2010/main" val="4129702901"/>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Tree>
    <p:extLst>
      <p:ext uri="{BB962C8B-B14F-4D97-AF65-F5344CB8AC3E}">
        <p14:creationId xmlns:p14="http://schemas.microsoft.com/office/powerpoint/2010/main" val="8813737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3583584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2A91A35-079A-C9FF-D72C-0EDC5BC8C68A}"/>
              </a:ext>
            </a:extLst>
          </p:cNvPr>
          <p:cNvSpPr/>
          <p:nvPr userDrawn="1"/>
        </p:nvSpPr>
        <p:spPr>
          <a:xfrm>
            <a:off x="0" y="6214429"/>
            <a:ext cx="12192000" cy="643572"/>
          </a:xfrm>
          <a:prstGeom prst="rect">
            <a:avLst/>
          </a:prstGeom>
          <a:solidFill>
            <a:srgbClr val="0067A5"/>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33" b="0" i="0">
              <a:latin typeface="Montserrat" pitchFamily="2" charset="77"/>
            </a:endParaRPr>
          </a:p>
        </p:txBody>
      </p:sp>
      <p:sp>
        <p:nvSpPr>
          <p:cNvPr id="2" name="Title Placeholder 1"/>
          <p:cNvSpPr>
            <a:spLocks noGrp="1"/>
          </p:cNvSpPr>
          <p:nvPr>
            <p:ph type="title"/>
          </p:nvPr>
        </p:nvSpPr>
        <p:spPr>
          <a:xfrm>
            <a:off x="414527" y="441960"/>
            <a:ext cx="11375136" cy="609600"/>
          </a:xfrm>
          <a:prstGeom prst="rect">
            <a:avLst/>
          </a:prstGeom>
        </p:spPr>
        <p:txBody>
          <a:bodyPr vert="horz" lIns="0" tIns="45720" rIns="91440" bIns="0" rtlCol="0" anchor="b">
            <a:noAutofit/>
          </a:bodyPr>
          <a:lstStyle/>
          <a:p>
            <a:r>
              <a:rPr lang="en-US"/>
              <a:t>Click to edit Master title style</a:t>
            </a:r>
          </a:p>
        </p:txBody>
      </p:sp>
      <p:sp>
        <p:nvSpPr>
          <p:cNvPr id="3" name="Text Placeholder 2"/>
          <p:cNvSpPr>
            <a:spLocks noGrp="1"/>
          </p:cNvSpPr>
          <p:nvPr>
            <p:ph type="body" idx="1"/>
          </p:nvPr>
        </p:nvSpPr>
        <p:spPr>
          <a:xfrm>
            <a:off x="414528" y="1219201"/>
            <a:ext cx="11375136" cy="4220532"/>
          </a:xfrm>
          <a:prstGeom prst="rect">
            <a:avLst/>
          </a:prstGeom>
        </p:spPr>
        <p:txBody>
          <a:bodyPr vert="horz" lIns="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Blue top line"/>
          <p:cNvSpPr/>
          <p:nvPr userDrawn="1"/>
        </p:nvSpPr>
        <p:spPr>
          <a:xfrm flipV="1">
            <a:off x="0" y="-7257"/>
            <a:ext cx="12192000" cy="97535"/>
          </a:xfrm>
          <a:prstGeom prst="rect">
            <a:avLst/>
          </a:prstGeom>
          <a:solidFill>
            <a:srgbClr val="146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133" b="0" i="0" baseline="0">
              <a:solidFill>
                <a:schemeClr val="tx1"/>
              </a:solidFill>
              <a:latin typeface="Montserrat" pitchFamily="2" charset="77"/>
            </a:endParaRPr>
          </a:p>
        </p:txBody>
      </p:sp>
      <p:sp>
        <p:nvSpPr>
          <p:cNvPr id="17" name="Green top line"/>
          <p:cNvSpPr/>
          <p:nvPr userDrawn="1"/>
        </p:nvSpPr>
        <p:spPr>
          <a:xfrm flipV="1">
            <a:off x="0" y="0"/>
            <a:ext cx="12192000" cy="36576"/>
          </a:xfrm>
          <a:prstGeom prst="rect">
            <a:avLst/>
          </a:prstGeom>
          <a:solidFill>
            <a:srgbClr val="8DC63F"/>
          </a:solidFill>
          <a:ln>
            <a:solidFill>
              <a:srgbClr val="8EBB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133" b="0" i="0" baseline="0">
              <a:solidFill>
                <a:schemeClr val="tx1"/>
              </a:solidFill>
              <a:latin typeface="Montserrat" pitchFamily="2" charset="77"/>
            </a:endParaRPr>
          </a:p>
        </p:txBody>
      </p:sp>
    </p:spTree>
    <p:extLst>
      <p:ext uri="{BB962C8B-B14F-4D97-AF65-F5344CB8AC3E}">
        <p14:creationId xmlns:p14="http://schemas.microsoft.com/office/powerpoint/2010/main" val="9027813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97" r:id="rId24"/>
    <p:sldLayoutId id="2147483698" r:id="rId25"/>
  </p:sldLayoutIdLst>
  <mc:AlternateContent xmlns:mc="http://schemas.openxmlformats.org/markup-compatibility/2006">
    <mc:Choice xmlns:p14="http://schemas.microsoft.com/office/powerpoint/2010/main" Requires="p14">
      <p:transition p14:dur="250">
        <p:fade/>
      </p:transition>
    </mc:Choice>
    <mc:Fallback>
      <p:transition>
        <p:fade/>
      </p:transition>
    </mc:Fallback>
  </mc:AlternateContent>
  <p:hf hdr="0" ftr="0" dt="0"/>
  <p:txStyles>
    <p:titleStyle>
      <a:lvl1pPr algn="l" defTabSz="609585" rtl="0" eaLnBrk="1" latinLnBrk="0" hangingPunct="1">
        <a:lnSpc>
          <a:spcPct val="90000"/>
        </a:lnSpc>
        <a:spcBef>
          <a:spcPct val="0"/>
        </a:spcBef>
        <a:buNone/>
        <a:defRPr sz="3200" b="0" i="0" kern="1200" baseline="0">
          <a:solidFill>
            <a:srgbClr val="1866AE"/>
          </a:solidFill>
          <a:latin typeface="Montserrat" pitchFamily="2" charset="77"/>
          <a:ea typeface="+mj-ea"/>
          <a:cs typeface="+mj-cs"/>
        </a:defRPr>
      </a:lvl1pPr>
    </p:titleStyle>
    <p:bodyStyle>
      <a:lvl1pPr marL="0" indent="0" algn="l" defTabSz="609585" rtl="0" eaLnBrk="1" latinLnBrk="0" hangingPunct="1">
        <a:spcBef>
          <a:spcPct val="20000"/>
        </a:spcBef>
        <a:buClr>
          <a:schemeClr val="tx2"/>
        </a:buClr>
        <a:buFont typeface="Wingdings" charset="2"/>
        <a:buNone/>
        <a:defRPr sz="2133" b="0" i="0" kern="1200" baseline="0">
          <a:solidFill>
            <a:srgbClr val="000000"/>
          </a:solidFill>
          <a:latin typeface="Montserrat" pitchFamily="2" charset="77"/>
          <a:ea typeface="+mn-ea"/>
          <a:cs typeface="+mn-cs"/>
        </a:defRPr>
      </a:lvl1pPr>
      <a:lvl2pPr marL="365751" indent="-243834" algn="l" defTabSz="609585" rtl="0" eaLnBrk="1" latinLnBrk="0" hangingPunct="1">
        <a:spcBef>
          <a:spcPts val="448"/>
        </a:spcBef>
        <a:buClr>
          <a:schemeClr val="tx2"/>
        </a:buClr>
        <a:buFont typeface="Arial" panose="020B0604020202020204" pitchFamily="34" charset="0"/>
        <a:buChar char="•"/>
        <a:defRPr sz="1867" b="0" i="0" kern="1200" baseline="0">
          <a:solidFill>
            <a:srgbClr val="000000"/>
          </a:solidFill>
          <a:latin typeface="Montserrat" pitchFamily="2" charset="77"/>
          <a:ea typeface="+mn-ea"/>
          <a:cs typeface="+mn-cs"/>
        </a:defRPr>
      </a:lvl2pPr>
      <a:lvl3pPr marL="731502" indent="-243834" algn="l" defTabSz="609585" rtl="0" eaLnBrk="1" latinLnBrk="0" hangingPunct="1">
        <a:spcBef>
          <a:spcPts val="448"/>
        </a:spcBef>
        <a:buClr>
          <a:schemeClr val="tx2"/>
        </a:buClr>
        <a:buFont typeface="Arial" panose="020B0604020202020204" pitchFamily="34" charset="0"/>
        <a:buChar char="•"/>
        <a:defRPr sz="1600" b="0" i="0" kern="1200" baseline="0">
          <a:solidFill>
            <a:srgbClr val="000000"/>
          </a:solidFill>
          <a:latin typeface="Montserrat" pitchFamily="2" charset="77"/>
          <a:ea typeface="+mn-ea"/>
          <a:cs typeface="+mn-cs"/>
        </a:defRPr>
      </a:lvl3pPr>
      <a:lvl4pPr marL="1097253" indent="-243834" algn="l" defTabSz="609585" rtl="0" eaLnBrk="1" latinLnBrk="0" hangingPunct="1">
        <a:spcBef>
          <a:spcPts val="448"/>
        </a:spcBef>
        <a:buClr>
          <a:schemeClr val="tx2"/>
        </a:buClr>
        <a:buFont typeface="Arial" panose="020B0604020202020204" pitchFamily="34" charset="0"/>
        <a:buChar char="•"/>
        <a:defRPr sz="1467" b="0" i="0" kern="1200" baseline="0">
          <a:solidFill>
            <a:srgbClr val="000000"/>
          </a:solidFill>
          <a:latin typeface="Montserrat" pitchFamily="2" charset="77"/>
          <a:ea typeface="+mn-ea"/>
          <a:cs typeface="+mn-cs"/>
        </a:defRPr>
      </a:lvl4pPr>
      <a:lvl5pPr marL="1463003" indent="-243834" algn="l" defTabSz="609585" rtl="0" eaLnBrk="1" latinLnBrk="0" hangingPunct="1">
        <a:spcBef>
          <a:spcPts val="448"/>
        </a:spcBef>
        <a:buClr>
          <a:schemeClr val="tx2"/>
        </a:buClr>
        <a:buFont typeface="Arial" panose="020B0604020202020204" pitchFamily="34" charset="0"/>
        <a:buChar char="•"/>
        <a:defRPr sz="1467" b="0" i="0" kern="1200" baseline="0">
          <a:solidFill>
            <a:srgbClr val="000000"/>
          </a:solidFill>
          <a:latin typeface="Montserrat" pitchFamily="2" charset="77"/>
          <a:ea typeface="+mn-ea"/>
          <a:cs typeface="+mn-cs"/>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15:clr>
            <a:srgbClr val="F26B43"/>
          </p15:clr>
        </p15:guide>
        <p15:guide id="2" pos="5760">
          <p15:clr>
            <a:srgbClr val="F26B43"/>
          </p15:clr>
        </p15:guide>
        <p15:guide id="3" pos="190">
          <p15:clr>
            <a:srgbClr val="F26B43"/>
          </p15:clr>
        </p15:guide>
        <p15:guide id="4" pos="1983">
          <p15:clr>
            <a:srgbClr val="F26B43"/>
          </p15:clr>
        </p15:guide>
        <p15:guide id="5" pos="3776">
          <p15:clr>
            <a:srgbClr val="F26B43"/>
          </p15:clr>
        </p15:guide>
        <p15:guide id="6" pos="5569">
          <p15:clr>
            <a:srgbClr val="F26B43"/>
          </p15:clr>
        </p15:guide>
        <p15:guide id="7" orient="horz">
          <p15:clr>
            <a:srgbClr val="F26B43"/>
          </p15:clr>
        </p15:guide>
        <p15:guide id="8" orient="horz" pos="3240">
          <p15:clr>
            <a:srgbClr val="F26B43"/>
          </p15:clr>
        </p15:guide>
        <p15:guide id="9" orient="horz" pos="190">
          <p15:clr>
            <a:srgbClr val="F26B43"/>
          </p15:clr>
        </p15:guide>
        <p15:guide id="10" orient="horz" pos="1158">
          <p15:clr>
            <a:srgbClr val="F26B43"/>
          </p15:clr>
        </p15:guide>
        <p15:guide id="11" orient="horz" pos="2127">
          <p15:clr>
            <a:srgbClr val="F26B43"/>
          </p15:clr>
        </p15:guide>
        <p15:guide id="12" orient="horz" pos="3095">
          <p15:clr>
            <a:srgbClr val="F26B43"/>
          </p15:clr>
        </p15:guide>
        <p15:guide id="13" pos="5376">
          <p15:clr>
            <a:srgbClr val="F26B43"/>
          </p15:clr>
        </p15:guide>
        <p15:guide id="14" orient="horz" pos="5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1.xml"/><Relationship Id="rId1" Type="http://schemas.openxmlformats.org/officeDocument/2006/relationships/slideLayout" Target="../slideLayouts/slideLayout5.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F2460-6DBE-619C-CA11-2645AAEBFAF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1A08FD6-7E06-AEC4-FC0F-CD07B69918CC}"/>
              </a:ext>
            </a:extLst>
          </p:cNvPr>
          <p:cNvSpPr>
            <a:spLocks noGrp="1"/>
          </p:cNvSpPr>
          <p:nvPr>
            <p:ph type="ctrTitle"/>
          </p:nvPr>
        </p:nvSpPr>
        <p:spPr>
          <a:xfrm>
            <a:off x="145473" y="1631953"/>
            <a:ext cx="11370476" cy="2975674"/>
          </a:xfrm>
        </p:spPr>
        <p:txBody>
          <a:bodyPr/>
          <a:lstStyle/>
          <a:p>
            <a:r>
              <a:rPr lang="en-US" sz="2000">
                <a:latin typeface="Montserrat"/>
              </a:rPr>
              <a:t>Move in, Move Out, Customer Transfers, and Owner Allocation</a:t>
            </a:r>
            <a:r>
              <a:rPr lang="en-US" sz="2800" b="1">
                <a:latin typeface="Montserrat"/>
              </a:rPr>
              <a:t> </a:t>
            </a:r>
            <a:br>
              <a:rPr lang="en-US" sz="2800" b="1">
                <a:latin typeface="Montserrat"/>
              </a:rPr>
            </a:br>
            <a:r>
              <a:rPr lang="en-US" sz="3200" b="1">
                <a:latin typeface="Montserrat"/>
              </a:rPr>
              <a:t>Workshop A-3: Manage Customer Transfers + Manage Landlord/Tenant </a:t>
            </a:r>
            <a:br>
              <a:rPr lang="en-US" sz="3200" b="1">
                <a:latin typeface="Montserrat"/>
              </a:rPr>
            </a:br>
            <a:br>
              <a:rPr lang="en-US" sz="3200" b="1">
                <a:latin typeface="Montserrat"/>
              </a:rPr>
            </a:br>
            <a:r>
              <a:rPr lang="en-US" sz="2800" b="1">
                <a:latin typeface="Montserrat"/>
              </a:rPr>
              <a:t>Mohanta Das, Jose Diaz</a:t>
            </a:r>
            <a:br>
              <a:rPr lang="en-US" sz="2800" b="1"/>
            </a:br>
            <a:r>
              <a:rPr lang="en-US" sz="2800" b="1">
                <a:latin typeface="Montserrat"/>
              </a:rPr>
              <a:t>6/4/26</a:t>
            </a:r>
          </a:p>
        </p:txBody>
      </p:sp>
    </p:spTree>
    <p:extLst>
      <p:ext uri="{BB962C8B-B14F-4D97-AF65-F5344CB8AC3E}">
        <p14:creationId xmlns:p14="http://schemas.microsoft.com/office/powerpoint/2010/main" val="3852294437"/>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sp>
        <p:nvSpPr>
          <p:cNvPr id="411" name="Google Shape;411;g32789fbb2d8_0_389"/>
          <p:cNvSpPr txBox="1">
            <a:spLocks noGrp="1"/>
          </p:cNvSpPr>
          <p:nvPr>
            <p:ph type="title"/>
          </p:nvPr>
        </p:nvSpPr>
        <p:spPr>
          <a:xfrm>
            <a:off x="268516" y="412769"/>
            <a:ext cx="11375136" cy="609600"/>
          </a:xfrm>
          <a:prstGeom prst="rect">
            <a:avLst/>
          </a:prstGeom>
          <a:noFill/>
          <a:ln>
            <a:noFill/>
          </a:ln>
        </p:spPr>
        <p:txBody>
          <a:bodyPr spcFirstLastPara="1" vert="horz" wrap="square" lIns="0" tIns="60933" rIns="121900" bIns="0" rtlCol="0" anchor="b" anchorCtr="0">
            <a:noAutofit/>
          </a:bodyPr>
          <a:lstStyle/>
          <a:p>
            <a:pPr>
              <a:spcBef>
                <a:spcPts val="0"/>
              </a:spcBef>
              <a:buClr>
                <a:srgbClr val="1866AE"/>
              </a:buClr>
              <a:buSzPts val="3200"/>
            </a:pPr>
            <a:r>
              <a:rPr lang="en-US" sz="2800" b="1">
                <a:latin typeface="Montserrat"/>
              </a:rPr>
              <a:t>Overarching Design Principles</a:t>
            </a:r>
          </a:p>
        </p:txBody>
      </p:sp>
      <p:sp>
        <p:nvSpPr>
          <p:cNvPr id="410" name="Google Shape;410;g32789fbb2d8_0_389"/>
          <p:cNvSpPr txBox="1">
            <a:spLocks noGrp="1"/>
          </p:cNvSpPr>
          <p:nvPr>
            <p:ph type="sldNum" idx="4294967295"/>
          </p:nvPr>
        </p:nvSpPr>
        <p:spPr>
          <a:xfrm>
            <a:off x="11582400" y="6316133"/>
            <a:ext cx="609600" cy="366184"/>
          </a:xfrm>
          <a:prstGeom prst="rect">
            <a:avLst/>
          </a:prstGeom>
          <a:noFill/>
          <a:ln>
            <a:noFill/>
          </a:ln>
        </p:spPr>
        <p:txBody>
          <a:bodyPr spcFirstLastPara="1" wrap="square" lIns="121900" tIns="60933" rIns="121900" bIns="60933" anchor="b" anchorCtr="0">
            <a:no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en-US" sz="1067" b="0" i="0" u="none" strike="noStrike" kern="0" cap="none" spc="0" normalizeH="0" baseline="0" noProof="0">
                <a:ln>
                  <a:noFill/>
                </a:ln>
                <a:solidFill>
                  <a:srgbClr val="FFFEFE"/>
                </a:solidFill>
                <a:effectLst/>
                <a:uLnTx/>
                <a:uFillTx/>
                <a:latin typeface="Montserrat"/>
                <a:ea typeface="+mn-ea"/>
                <a:cs typeface="Arial"/>
                <a:sym typeface="Montserrat"/>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2</a:t>
            </a:fld>
            <a:endParaRPr kumimoji="0" sz="1067" b="0" i="0" u="none" strike="noStrike" kern="0" cap="none" spc="0" normalizeH="0" baseline="0" noProof="0">
              <a:ln>
                <a:noFill/>
              </a:ln>
              <a:solidFill>
                <a:srgbClr val="FFFEFE"/>
              </a:solidFill>
              <a:effectLst/>
              <a:uLnTx/>
              <a:uFillTx/>
              <a:latin typeface="Montserrat"/>
              <a:ea typeface="+mn-ea"/>
              <a:cs typeface="Arial"/>
              <a:sym typeface="Montserrat"/>
            </a:endParaRPr>
          </a:p>
        </p:txBody>
      </p:sp>
      <p:grpSp>
        <p:nvGrpSpPr>
          <p:cNvPr id="14" name="Group 13">
            <a:extLst>
              <a:ext uri="{FF2B5EF4-FFF2-40B4-BE49-F238E27FC236}">
                <a16:creationId xmlns:a16="http://schemas.microsoft.com/office/drawing/2014/main" id="{3ABB7B8B-CC49-D365-0378-CE28117D9C6F}"/>
              </a:ext>
            </a:extLst>
          </p:cNvPr>
          <p:cNvGrpSpPr/>
          <p:nvPr/>
        </p:nvGrpSpPr>
        <p:grpSpPr>
          <a:xfrm>
            <a:off x="257027" y="4480549"/>
            <a:ext cx="5765213" cy="1492901"/>
            <a:chOff x="142638" y="2224199"/>
            <a:chExt cx="4323909" cy="1119676"/>
          </a:xfrm>
        </p:grpSpPr>
        <p:sp>
          <p:nvSpPr>
            <p:cNvPr id="407" name="Google Shape;407;g32789fbb2d8_0_389"/>
            <p:cNvSpPr txBox="1"/>
            <p:nvPr/>
          </p:nvSpPr>
          <p:spPr>
            <a:xfrm>
              <a:off x="1166753" y="2719097"/>
              <a:ext cx="3267641" cy="553967"/>
            </a:xfrm>
            <a:prstGeom prst="rect">
              <a:avLst/>
            </a:prstGeom>
            <a:noFill/>
            <a:ln>
              <a:noFill/>
            </a:ln>
          </p:spPr>
          <p:txBody>
            <a:bodyPr spcFirstLastPara="1" wrap="square" lIns="91433" tIns="45700" rIns="91433" bIns="45700" anchor="t" anchorCtr="0">
              <a:spAutoFit/>
            </a:bodyPr>
            <a:lstStyle/>
            <a:p>
              <a:pPr marL="0" marR="0" lvl="0" indent="0" algn="ctr" defTabSz="1219170" rtl="0" eaLnBrk="1" fontAlgn="auto" latinLnBrk="0" hangingPunct="1">
                <a:lnSpc>
                  <a:spcPct val="100000"/>
                </a:lnSpc>
                <a:spcBef>
                  <a:spcPts val="0"/>
                </a:spcBef>
                <a:spcAft>
                  <a:spcPts val="0"/>
                </a:spcAft>
                <a:buClr>
                  <a:srgbClr val="000000"/>
                </a:buClr>
                <a:buSzPts val="1000"/>
                <a:buFontTx/>
                <a:buNone/>
                <a:tabLst/>
                <a:defRPr sz="1200">
                  <a:latin typeface="Montserrat"/>
                </a:defRPr>
              </a:pPr>
              <a:r>
                <a:rPr kumimoji="0" lang="en-US" sz="1400" i="0" u="none" strike="noStrike" kern="0" cap="none" spc="0" normalizeH="0" baseline="0" noProof="0">
                  <a:ln>
                    <a:noFill/>
                  </a:ln>
                  <a:solidFill>
                    <a:srgbClr val="000000"/>
                  </a:solidFill>
                  <a:effectLst/>
                  <a:uLnTx/>
                  <a:uFillTx/>
                  <a:latin typeface="Montserrat" panose="00000500000000000000" pitchFamily="2" charset="0"/>
                  <a:ea typeface="Nunito"/>
                  <a:cs typeface="Nunito"/>
                  <a:sym typeface="Nunito"/>
                </a:rPr>
                <a:t>We will </a:t>
              </a:r>
              <a:r>
                <a:rPr kumimoji="0" lang="en-US" sz="1400" b="1" i="0" u="none" strike="noStrike" kern="0" cap="none" spc="0" normalizeH="0" baseline="0" noProof="0">
                  <a:ln>
                    <a:noFill/>
                  </a:ln>
                  <a:solidFill>
                    <a:srgbClr val="000000"/>
                  </a:solidFill>
                  <a:effectLst/>
                  <a:uLnTx/>
                  <a:uFillTx/>
                  <a:latin typeface="Montserrat" panose="00000500000000000000" pitchFamily="2" charset="0"/>
                  <a:ea typeface="Nunito"/>
                  <a:cs typeface="Nunito"/>
                  <a:sym typeface="Nunito"/>
                </a:rPr>
                <a:t>minimize customizations and keep the core clean</a:t>
              </a:r>
              <a:r>
                <a:rPr kumimoji="0" lang="en-US" sz="1400" i="0" u="none" strike="noStrike" kern="0" cap="none" spc="0" normalizeH="0" baseline="0" noProof="0">
                  <a:ln>
                    <a:noFill/>
                  </a:ln>
                  <a:solidFill>
                    <a:srgbClr val="000000"/>
                  </a:solidFill>
                  <a:effectLst/>
                  <a:uLnTx/>
                  <a:uFillTx/>
                  <a:latin typeface="Montserrat" panose="00000500000000000000" pitchFamily="2" charset="0"/>
                  <a:ea typeface="Nunito"/>
                  <a:cs typeface="Nunito"/>
                  <a:sym typeface="Nunito"/>
                </a:rPr>
                <a:t> to ease future upgrades, improving agility and scalability.</a:t>
              </a:r>
              <a:endParaRPr kumimoji="0" lang="en-US" sz="1400" b="1" i="0" u="none" strike="noStrike" kern="0" cap="none" spc="0" normalizeH="0" baseline="0" noProof="0">
                <a:ln>
                  <a:noFill/>
                </a:ln>
                <a:solidFill>
                  <a:srgbClr val="000000"/>
                </a:solidFill>
                <a:effectLst/>
                <a:uLnTx/>
                <a:uFillTx/>
                <a:latin typeface="Montserrat" panose="00000500000000000000" pitchFamily="2" charset="0"/>
                <a:ea typeface="Nunito"/>
                <a:cs typeface="Nunito"/>
                <a:sym typeface="Arial"/>
              </a:endParaRPr>
            </a:p>
          </p:txBody>
        </p:sp>
        <p:sp>
          <p:nvSpPr>
            <p:cNvPr id="408" name="Google Shape;408;g32789fbb2d8_0_389"/>
            <p:cNvSpPr/>
            <p:nvPr/>
          </p:nvSpPr>
          <p:spPr>
            <a:xfrm>
              <a:off x="1198906" y="2224199"/>
              <a:ext cx="3267641" cy="1119623"/>
            </a:xfrm>
            <a:prstGeom prst="rect">
              <a:avLst/>
            </a:prstGeom>
            <a:noFill/>
            <a:ln w="19050" cap="flat" cmpd="sng">
              <a:solidFill>
                <a:srgbClr val="0067A4"/>
              </a:solidFill>
              <a:prstDash val="solid"/>
              <a:round/>
              <a:headEnd type="none" w="sm" len="sm"/>
              <a:tailEnd type="none" w="sm" len="sm"/>
            </a:ln>
          </p:spPr>
          <p:txBody>
            <a:bodyPr spcFirstLastPara="1" wrap="square" lIns="91433" tIns="91433" rIns="91433" bIns="91433" anchor="t" anchorCtr="0">
              <a:noAutofit/>
            </a:bodyPr>
            <a:lstStyle/>
            <a:p>
              <a:pPr marL="0" marR="0" lvl="0" indent="0" algn="ctr" defTabSz="1219170" rtl="0" eaLnBrk="1" fontAlgn="auto" latinLnBrk="0" hangingPunct="1">
                <a:lnSpc>
                  <a:spcPct val="100000"/>
                </a:lnSpc>
                <a:spcBef>
                  <a:spcPts val="0"/>
                </a:spcBef>
                <a:spcAft>
                  <a:spcPts val="0"/>
                </a:spcAft>
                <a:buClr>
                  <a:srgbClr val="000000"/>
                </a:buClr>
                <a:buSzPts val="1000"/>
                <a:buFontTx/>
                <a:buNone/>
                <a:tabLst/>
                <a:defRPr/>
              </a:pPr>
              <a:endParaRPr kumimoji="0" sz="2000" b="0" i="0" u="none" strike="noStrike" kern="0" cap="none" spc="0" normalizeH="0" baseline="0" noProof="0">
                <a:ln>
                  <a:noFill/>
                </a:ln>
                <a:solidFill>
                  <a:srgbClr val="454947"/>
                </a:solidFill>
                <a:effectLst/>
                <a:uLnTx/>
                <a:uFillTx/>
                <a:latin typeface="Nunito"/>
                <a:ea typeface="Nunito"/>
                <a:cs typeface="Nunito"/>
                <a:sym typeface="Nunito"/>
              </a:endParaRPr>
            </a:p>
          </p:txBody>
        </p:sp>
        <p:sp>
          <p:nvSpPr>
            <p:cNvPr id="409" name="Google Shape;409;g32789fbb2d8_0_389"/>
            <p:cNvSpPr/>
            <p:nvPr/>
          </p:nvSpPr>
          <p:spPr>
            <a:xfrm>
              <a:off x="142638" y="2224199"/>
              <a:ext cx="1045800" cy="1119676"/>
            </a:xfrm>
            <a:prstGeom prst="rect">
              <a:avLst/>
            </a:prstGeom>
            <a:solidFill>
              <a:srgbClr val="0067A4"/>
            </a:solidFill>
            <a:ln w="19050" cap="flat" cmpd="sng">
              <a:solidFill>
                <a:srgbClr val="0067A4"/>
              </a:solidFill>
              <a:prstDash val="solid"/>
              <a:round/>
              <a:headEnd type="none" w="sm" len="sm"/>
              <a:tailEnd type="none" w="sm" len="sm"/>
            </a:ln>
          </p:spPr>
          <p:txBody>
            <a:bodyPr spcFirstLastPara="1" wrap="square" lIns="91433" tIns="45700" rIns="91433" bIns="45700" anchor="ctr" anchorCtr="0">
              <a:noAutofit/>
            </a:bodyPr>
            <a:lstStyle/>
            <a:p>
              <a:pPr marL="0" marR="0" lvl="0" indent="0" algn="ctr" defTabSz="1219170" rtl="0" eaLnBrk="1" fontAlgn="auto" latinLnBrk="0" hangingPunct="1">
                <a:lnSpc>
                  <a:spcPct val="100000"/>
                </a:lnSpc>
                <a:spcBef>
                  <a:spcPts val="0"/>
                </a:spcBef>
                <a:spcAft>
                  <a:spcPts val="0"/>
                </a:spcAft>
                <a:buClr>
                  <a:srgbClr val="000000"/>
                </a:buClr>
                <a:buSzPts val="1100"/>
                <a:buFontTx/>
                <a:buNone/>
                <a:tabLst/>
                <a:defRPr/>
              </a:pPr>
              <a:endParaRPr kumimoji="0" sz="24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6" name="Google Shape;417;g32789fbb2d8_0_389">
              <a:extLst>
                <a:ext uri="{FF2B5EF4-FFF2-40B4-BE49-F238E27FC236}">
                  <a16:creationId xmlns:a16="http://schemas.microsoft.com/office/drawing/2014/main" id="{41D41366-DF01-1768-218C-4C7589718121}"/>
                </a:ext>
              </a:extLst>
            </p:cNvPr>
            <p:cNvSpPr/>
            <p:nvPr/>
          </p:nvSpPr>
          <p:spPr>
            <a:xfrm>
              <a:off x="1188438" y="2233595"/>
              <a:ext cx="3267751" cy="361721"/>
            </a:xfrm>
            <a:prstGeom prst="rect">
              <a:avLst/>
            </a:prstGeom>
            <a:solidFill>
              <a:srgbClr val="0067A4"/>
            </a:solidFill>
            <a:ln w="19050" cap="flat" cmpd="sng">
              <a:solidFill>
                <a:srgbClr val="0067A4"/>
              </a:solidFill>
              <a:prstDash val="solid"/>
              <a:round/>
              <a:headEnd type="none" w="sm" len="sm"/>
              <a:tailEnd type="none" w="sm" len="sm"/>
            </a:ln>
          </p:spPr>
          <p:txBody>
            <a:bodyPr spcFirstLastPara="1" wrap="square" lIns="91433" tIns="91433" rIns="91433" bIns="91433" anchor="ctr" anchorCtr="0">
              <a:noAutofit/>
            </a:bodyPr>
            <a:lstStyle/>
            <a:p>
              <a:pPr marL="0" marR="0" lvl="0" indent="0" algn="ctr" defTabSz="1219170" rtl="0" eaLnBrk="1" fontAlgn="auto" latinLnBrk="0" hangingPunct="1">
                <a:lnSpc>
                  <a:spcPct val="100000"/>
                </a:lnSpc>
                <a:spcBef>
                  <a:spcPts val="0"/>
                </a:spcBef>
                <a:spcAft>
                  <a:spcPts val="0"/>
                </a:spcAft>
                <a:buClr>
                  <a:srgbClr val="000000"/>
                </a:buClr>
                <a:buSzPts val="1000"/>
                <a:buFontTx/>
                <a:buNone/>
                <a:tabLst/>
                <a:defRPr sz="1200">
                  <a:latin typeface="Montserrat"/>
                </a:defRPr>
              </a:pPr>
              <a:r>
                <a:rPr kumimoji="0" lang="en-GB" sz="1600" b="1" i="0" u="none" strike="noStrike" kern="0" cap="none" spc="0" normalizeH="0" baseline="0" noProof="0">
                  <a:ln>
                    <a:noFill/>
                  </a:ln>
                  <a:solidFill>
                    <a:srgbClr val="FFFEFE"/>
                  </a:solidFill>
                  <a:effectLst/>
                  <a:uLnTx/>
                  <a:uFillTx/>
                  <a:latin typeface="Montserrat"/>
                  <a:ea typeface="Nunito"/>
                  <a:cs typeface="Nunito"/>
                  <a:sym typeface="Nunito"/>
                </a:rPr>
                <a:t>Minimize customizations</a:t>
              </a:r>
              <a:endParaRPr lang="en-US" sz="1600" b="1" i="0" u="none" strike="noStrike" kern="0" cap="none" spc="0" normalizeH="0" baseline="0" noProof="0">
                <a:ln>
                  <a:noFill/>
                </a:ln>
                <a:solidFill>
                  <a:srgbClr val="FFFEFE"/>
                </a:solidFill>
                <a:effectLst/>
                <a:uLnTx/>
                <a:uFillTx/>
                <a:latin typeface="Montserrat"/>
                <a:ea typeface="Nunito"/>
                <a:cs typeface="Nunito"/>
              </a:endParaRPr>
            </a:p>
          </p:txBody>
        </p:sp>
        <p:pic>
          <p:nvPicPr>
            <p:cNvPr id="430" name="Google Shape;430;g32789fbb2d8_0_389" descr="Gears outline"/>
            <p:cNvPicPr preferRelativeResize="0"/>
            <p:nvPr/>
          </p:nvPicPr>
          <p:blipFill rotWithShape="1">
            <a:blip r:embed="rId3">
              <a:alphaModFix/>
            </a:blip>
            <a:srcRect/>
            <a:stretch/>
          </p:blipFill>
          <p:spPr>
            <a:xfrm>
              <a:off x="307931" y="2376197"/>
              <a:ext cx="685800" cy="685800"/>
            </a:xfrm>
            <a:prstGeom prst="rect">
              <a:avLst/>
            </a:prstGeom>
            <a:noFill/>
            <a:ln>
              <a:noFill/>
            </a:ln>
          </p:spPr>
        </p:pic>
      </p:grpSp>
      <p:grpSp>
        <p:nvGrpSpPr>
          <p:cNvPr id="11" name="Group 10">
            <a:extLst>
              <a:ext uri="{FF2B5EF4-FFF2-40B4-BE49-F238E27FC236}">
                <a16:creationId xmlns:a16="http://schemas.microsoft.com/office/drawing/2014/main" id="{53B18C77-C996-6AF4-3C3E-7E4E1642FBB4}"/>
              </a:ext>
            </a:extLst>
          </p:cNvPr>
          <p:cNvGrpSpPr/>
          <p:nvPr/>
        </p:nvGrpSpPr>
        <p:grpSpPr>
          <a:xfrm>
            <a:off x="6258375" y="4495995"/>
            <a:ext cx="5766069" cy="1457100"/>
            <a:chOff x="4684200" y="2235351"/>
            <a:chExt cx="4324552" cy="1092826"/>
          </a:xfrm>
        </p:grpSpPr>
        <p:sp>
          <p:nvSpPr>
            <p:cNvPr id="9" name="Google Shape;407;g32789fbb2d8_0_389">
              <a:extLst>
                <a:ext uri="{FF2B5EF4-FFF2-40B4-BE49-F238E27FC236}">
                  <a16:creationId xmlns:a16="http://schemas.microsoft.com/office/drawing/2014/main" id="{9DC1BFDA-BBBE-D3AA-D906-721A4B227937}"/>
                </a:ext>
              </a:extLst>
            </p:cNvPr>
            <p:cNvSpPr txBox="1"/>
            <p:nvPr/>
          </p:nvSpPr>
          <p:spPr>
            <a:xfrm>
              <a:off x="5716044" y="2582308"/>
              <a:ext cx="3292708" cy="715551"/>
            </a:xfrm>
            <a:prstGeom prst="rect">
              <a:avLst/>
            </a:prstGeom>
            <a:solidFill>
              <a:schemeClr val="bg1"/>
            </a:solidFill>
            <a:ln>
              <a:noFill/>
            </a:ln>
          </p:spPr>
          <p:txBody>
            <a:bodyPr spcFirstLastPara="1" wrap="square" lIns="91433" tIns="45700" rIns="91433" bIns="45700" anchor="t" anchorCtr="0">
              <a:spAutoFit/>
            </a:bodyPr>
            <a:lstStyle/>
            <a:p>
              <a:pPr marL="0" marR="0" lvl="0" indent="0" algn="ctr" defTabSz="1219170" rtl="0" eaLnBrk="1" fontAlgn="auto" latinLnBrk="0" hangingPunct="1">
                <a:lnSpc>
                  <a:spcPct val="100000"/>
                </a:lnSpc>
                <a:spcBef>
                  <a:spcPts val="0"/>
                </a:spcBef>
                <a:spcAft>
                  <a:spcPts val="0"/>
                </a:spcAft>
                <a:buClr>
                  <a:srgbClr val="000000"/>
                </a:buClr>
                <a:buSzPts val="1000"/>
                <a:buFontTx/>
                <a:buNone/>
                <a:tabLst/>
                <a:defRPr sz="1200">
                  <a:latin typeface="Montserrat"/>
                </a:defRPr>
              </a:pPr>
              <a:r>
                <a:rPr kumimoji="0" lang="en-US" sz="1400" i="0" u="none" strike="noStrike" kern="0" cap="none" spc="0" normalizeH="0" baseline="0" noProof="0">
                  <a:ln>
                    <a:noFill/>
                  </a:ln>
                  <a:solidFill>
                    <a:srgbClr val="000000"/>
                  </a:solidFill>
                  <a:effectLst/>
                  <a:uLnTx/>
                  <a:uFillTx/>
                  <a:latin typeface="Montserrat"/>
                  <a:ea typeface="Nunito"/>
                  <a:cs typeface="Nunito"/>
                  <a:sym typeface="Nunito"/>
                </a:rPr>
                <a:t>Non-SAP applications </a:t>
              </a:r>
              <a:r>
                <a:rPr kumimoji="0" lang="en-US" sz="1400" b="1" i="0" u="none" strike="noStrike" kern="0" cap="none" spc="0" normalizeH="0" baseline="0" noProof="0">
                  <a:ln>
                    <a:noFill/>
                  </a:ln>
                  <a:solidFill>
                    <a:srgbClr val="000000"/>
                  </a:solidFill>
                  <a:effectLst/>
                  <a:uLnTx/>
                  <a:uFillTx/>
                  <a:latin typeface="Montserrat"/>
                  <a:ea typeface="Nunito"/>
                  <a:cs typeface="Nunito"/>
                  <a:sym typeface="Nunito"/>
                </a:rPr>
                <a:t>will only be considered </a:t>
              </a:r>
              <a:r>
                <a:rPr kumimoji="0" lang="en-US" sz="1400" i="0" u="none" strike="noStrike" kern="0" cap="none" spc="0" normalizeH="0" baseline="0" noProof="0">
                  <a:ln>
                    <a:noFill/>
                  </a:ln>
                  <a:solidFill>
                    <a:srgbClr val="000000"/>
                  </a:solidFill>
                  <a:effectLst/>
                  <a:uLnTx/>
                  <a:uFillTx/>
                  <a:latin typeface="Montserrat"/>
                  <a:ea typeface="Nunito"/>
                  <a:cs typeface="Nunito"/>
                  <a:sym typeface="Nunito"/>
                </a:rPr>
                <a:t>if they are considered ‘best of breed’ and are necessary to </a:t>
              </a:r>
              <a:r>
                <a:rPr kumimoji="0" lang="en-US" sz="1400" b="1" i="0" u="none" strike="noStrike" kern="0" cap="none" spc="0" normalizeH="0" baseline="0" noProof="0">
                  <a:ln>
                    <a:noFill/>
                  </a:ln>
                  <a:solidFill>
                    <a:srgbClr val="000000"/>
                  </a:solidFill>
                  <a:effectLst/>
                  <a:uLnTx/>
                  <a:uFillTx/>
                  <a:latin typeface="Montserrat"/>
                  <a:ea typeface="Nunito"/>
                  <a:cs typeface="Nunito"/>
                  <a:sym typeface="Nunito"/>
                </a:rPr>
                <a:t>enable competitive advantage or meet complex regulatory requirements.</a:t>
              </a:r>
              <a:endParaRPr lang="en-US" sz="1400" b="1" i="0" u="none" strike="noStrike" kern="0" cap="none" spc="0" normalizeH="0" baseline="0" noProof="0">
                <a:ln>
                  <a:noFill/>
                </a:ln>
                <a:solidFill>
                  <a:srgbClr val="000000"/>
                </a:solidFill>
                <a:effectLst/>
                <a:uLnTx/>
                <a:uFillTx/>
                <a:latin typeface="Montserrat"/>
                <a:ea typeface="Nunito"/>
                <a:cs typeface="Nunito"/>
              </a:endParaRPr>
            </a:p>
          </p:txBody>
        </p:sp>
        <p:sp>
          <p:nvSpPr>
            <p:cNvPr id="10" name="Google Shape;408;g32789fbb2d8_0_389">
              <a:extLst>
                <a:ext uri="{FF2B5EF4-FFF2-40B4-BE49-F238E27FC236}">
                  <a16:creationId xmlns:a16="http://schemas.microsoft.com/office/drawing/2014/main" id="{8F90BB64-A06C-6838-C906-C7141DC97498}"/>
                </a:ext>
              </a:extLst>
            </p:cNvPr>
            <p:cNvSpPr/>
            <p:nvPr/>
          </p:nvSpPr>
          <p:spPr>
            <a:xfrm>
              <a:off x="5740151" y="2242927"/>
              <a:ext cx="3267640" cy="1085250"/>
            </a:xfrm>
            <a:prstGeom prst="rect">
              <a:avLst/>
            </a:prstGeom>
            <a:noFill/>
            <a:ln w="19050" cap="flat" cmpd="sng">
              <a:solidFill>
                <a:srgbClr val="0067A4"/>
              </a:solidFill>
              <a:prstDash val="solid"/>
              <a:round/>
              <a:headEnd type="none" w="sm" len="sm"/>
              <a:tailEnd type="none" w="sm" len="sm"/>
            </a:ln>
          </p:spPr>
          <p:txBody>
            <a:bodyPr spcFirstLastPara="1" wrap="square" lIns="91433" tIns="91433" rIns="91433" bIns="91433" anchor="t" anchorCtr="0">
              <a:noAutofit/>
            </a:bodyPr>
            <a:lstStyle/>
            <a:p>
              <a:pPr marL="0" marR="0" lvl="0" indent="0" algn="ctr" defTabSz="1219170" rtl="0" eaLnBrk="1" fontAlgn="auto" latinLnBrk="0" hangingPunct="1">
                <a:lnSpc>
                  <a:spcPct val="100000"/>
                </a:lnSpc>
                <a:spcBef>
                  <a:spcPts val="0"/>
                </a:spcBef>
                <a:spcAft>
                  <a:spcPts val="0"/>
                </a:spcAft>
                <a:buClr>
                  <a:srgbClr val="000000"/>
                </a:buClr>
                <a:buSzPts val="1000"/>
                <a:buFontTx/>
                <a:buNone/>
                <a:tabLst/>
                <a:defRPr/>
              </a:pPr>
              <a:endParaRPr kumimoji="0" b="0" i="0" u="none" strike="noStrike" kern="0" cap="none" spc="0" normalizeH="0" baseline="0" noProof="0">
                <a:ln>
                  <a:noFill/>
                </a:ln>
                <a:solidFill>
                  <a:srgbClr val="454947"/>
                </a:solidFill>
                <a:effectLst/>
                <a:uLnTx/>
                <a:uFillTx/>
                <a:latin typeface="Nunito"/>
                <a:ea typeface="Nunito"/>
                <a:cs typeface="Nunito"/>
                <a:sym typeface="Nunito"/>
              </a:endParaRPr>
            </a:p>
          </p:txBody>
        </p:sp>
        <p:sp>
          <p:nvSpPr>
            <p:cNvPr id="414" name="Google Shape;414;g32789fbb2d8_0_389"/>
            <p:cNvSpPr/>
            <p:nvPr/>
          </p:nvSpPr>
          <p:spPr>
            <a:xfrm>
              <a:off x="4684200" y="2235351"/>
              <a:ext cx="1045800" cy="1092825"/>
            </a:xfrm>
            <a:prstGeom prst="rect">
              <a:avLst/>
            </a:prstGeom>
            <a:solidFill>
              <a:srgbClr val="0067A4"/>
            </a:solidFill>
            <a:ln w="19050" cap="flat" cmpd="sng">
              <a:solidFill>
                <a:srgbClr val="0067A4"/>
              </a:solidFill>
              <a:prstDash val="solid"/>
              <a:round/>
              <a:headEnd type="none" w="sm" len="sm"/>
              <a:tailEnd type="none" w="sm" len="sm"/>
            </a:ln>
          </p:spPr>
          <p:txBody>
            <a:bodyPr spcFirstLastPara="1" wrap="square" lIns="91433" tIns="45700" rIns="91433" bIns="45700" anchor="ctr" anchorCtr="0">
              <a:noAutofit/>
            </a:bodyPr>
            <a:lstStyle/>
            <a:p>
              <a:pPr marL="0" marR="0" lvl="0" indent="0" algn="ctr" defTabSz="1219170" rtl="0" eaLnBrk="1" fontAlgn="auto" latinLnBrk="0" hangingPunct="1">
                <a:lnSpc>
                  <a:spcPct val="100000"/>
                </a:lnSpc>
                <a:spcBef>
                  <a:spcPts val="0"/>
                </a:spcBef>
                <a:spcAft>
                  <a:spcPts val="0"/>
                </a:spcAft>
                <a:buClr>
                  <a:srgbClr val="000000"/>
                </a:buClr>
                <a:buSzPts val="1100"/>
                <a:buFontTx/>
                <a:buNone/>
                <a:tabLst/>
                <a:defRPr/>
              </a:pPr>
              <a:endParaRPr kumimoji="0" sz="20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8" name="Google Shape;417;g32789fbb2d8_0_389">
              <a:extLst>
                <a:ext uri="{FF2B5EF4-FFF2-40B4-BE49-F238E27FC236}">
                  <a16:creationId xmlns:a16="http://schemas.microsoft.com/office/drawing/2014/main" id="{4589EB17-6120-C3B2-A307-D429542D1035}"/>
                </a:ext>
              </a:extLst>
            </p:cNvPr>
            <p:cNvSpPr/>
            <p:nvPr/>
          </p:nvSpPr>
          <p:spPr>
            <a:xfrm>
              <a:off x="5740040" y="2235351"/>
              <a:ext cx="3267751" cy="361721"/>
            </a:xfrm>
            <a:prstGeom prst="rect">
              <a:avLst/>
            </a:prstGeom>
            <a:solidFill>
              <a:srgbClr val="0067A4"/>
            </a:solidFill>
            <a:ln w="19050" cap="flat" cmpd="sng">
              <a:solidFill>
                <a:srgbClr val="0067A4"/>
              </a:solidFill>
              <a:prstDash val="solid"/>
              <a:round/>
              <a:headEnd type="none" w="sm" len="sm"/>
              <a:tailEnd type="none" w="sm" len="sm"/>
            </a:ln>
          </p:spPr>
          <p:txBody>
            <a:bodyPr spcFirstLastPara="1" wrap="square" lIns="91433" tIns="91433" rIns="91433" bIns="91433" anchor="ctr" anchorCtr="0">
              <a:noAutofit/>
            </a:bodyPr>
            <a:lstStyle/>
            <a:p>
              <a:pPr marL="0" marR="0" lvl="0" indent="0" algn="ctr" defTabSz="1219170" rtl="0" eaLnBrk="1" fontAlgn="auto" latinLnBrk="0" hangingPunct="1">
                <a:lnSpc>
                  <a:spcPct val="100000"/>
                </a:lnSpc>
                <a:spcBef>
                  <a:spcPts val="0"/>
                </a:spcBef>
                <a:spcAft>
                  <a:spcPts val="0"/>
                </a:spcAft>
                <a:buClr>
                  <a:srgbClr val="000000"/>
                </a:buClr>
                <a:buSzPts val="1000"/>
                <a:buFontTx/>
                <a:buNone/>
                <a:tabLst/>
                <a:defRPr sz="1200">
                  <a:latin typeface="Montserrat"/>
                </a:defRPr>
              </a:pPr>
              <a:r>
                <a:rPr kumimoji="0" lang="en-GB" sz="1600" b="1" i="0" u="none" strike="noStrike" kern="0" cap="none" spc="0" normalizeH="0" baseline="0" noProof="0">
                  <a:ln>
                    <a:noFill/>
                  </a:ln>
                  <a:solidFill>
                    <a:srgbClr val="FFFEFE"/>
                  </a:solidFill>
                  <a:effectLst/>
                  <a:uLnTx/>
                  <a:uFillTx/>
                  <a:latin typeface="Montserrat"/>
                  <a:ea typeface="Nunito"/>
                  <a:cs typeface="Nunito"/>
                  <a:sym typeface="Nunito"/>
                </a:rPr>
                <a:t>‘Best of Breed’ by exception</a:t>
              </a:r>
              <a:endParaRPr lang="en-US" sz="1600" b="1" i="0" u="none" strike="noStrike" kern="0" cap="none" spc="0" normalizeH="0" baseline="0" noProof="0">
                <a:ln>
                  <a:noFill/>
                </a:ln>
                <a:solidFill>
                  <a:srgbClr val="FFFEFE"/>
                </a:solidFill>
                <a:effectLst/>
                <a:uLnTx/>
                <a:uFillTx/>
                <a:latin typeface="Montserrat"/>
                <a:ea typeface="Nunito"/>
                <a:cs typeface="Nunito"/>
              </a:endParaRPr>
            </a:p>
          </p:txBody>
        </p:sp>
        <p:pic>
          <p:nvPicPr>
            <p:cNvPr id="431" name="Google Shape;431;g32789fbb2d8_0_389" descr="Clipboard Badge with solid fill"/>
            <p:cNvPicPr preferRelativeResize="0"/>
            <p:nvPr/>
          </p:nvPicPr>
          <p:blipFill rotWithShape="1">
            <a:blip r:embed="rId4">
              <a:alphaModFix/>
            </a:blip>
            <a:srcRect/>
            <a:stretch/>
          </p:blipFill>
          <p:spPr>
            <a:xfrm>
              <a:off x="4857222" y="2376150"/>
              <a:ext cx="685800" cy="685800"/>
            </a:xfrm>
            <a:prstGeom prst="rect">
              <a:avLst/>
            </a:prstGeom>
            <a:noFill/>
            <a:ln>
              <a:noFill/>
            </a:ln>
          </p:spPr>
        </p:pic>
      </p:grpSp>
      <p:grpSp>
        <p:nvGrpSpPr>
          <p:cNvPr id="13" name="Group 12">
            <a:extLst>
              <a:ext uri="{FF2B5EF4-FFF2-40B4-BE49-F238E27FC236}">
                <a16:creationId xmlns:a16="http://schemas.microsoft.com/office/drawing/2014/main" id="{8B17FF38-FB3B-AE05-2E09-63D1AD5DCA28}"/>
              </a:ext>
            </a:extLst>
          </p:cNvPr>
          <p:cNvGrpSpPr/>
          <p:nvPr/>
        </p:nvGrpSpPr>
        <p:grpSpPr>
          <a:xfrm>
            <a:off x="265344" y="2853848"/>
            <a:ext cx="5760893" cy="1494064"/>
            <a:chOff x="148875" y="977333"/>
            <a:chExt cx="4320670" cy="1120548"/>
          </a:xfrm>
        </p:grpSpPr>
        <p:sp>
          <p:nvSpPr>
            <p:cNvPr id="417" name="Google Shape;417;g32789fbb2d8_0_389"/>
            <p:cNvSpPr/>
            <p:nvPr/>
          </p:nvSpPr>
          <p:spPr>
            <a:xfrm>
              <a:off x="1198235" y="1253012"/>
              <a:ext cx="3267750" cy="844638"/>
            </a:xfrm>
            <a:prstGeom prst="rect">
              <a:avLst/>
            </a:prstGeom>
            <a:noFill/>
            <a:ln w="19050" cap="flat" cmpd="sng">
              <a:solidFill>
                <a:srgbClr val="0067A4"/>
              </a:solidFill>
              <a:prstDash val="solid"/>
              <a:round/>
              <a:headEnd type="none" w="sm" len="sm"/>
              <a:tailEnd type="none" w="sm" len="sm"/>
            </a:ln>
          </p:spPr>
          <p:txBody>
            <a:bodyPr spcFirstLastPara="1" wrap="square" lIns="91433" tIns="91433" rIns="91433" bIns="91433" anchor="t" anchorCtr="0">
              <a:noAutofit/>
            </a:bodyPr>
            <a:lstStyle/>
            <a:p>
              <a:pPr marL="0" marR="0" lvl="0" indent="0" algn="ctr" defTabSz="1219170" rtl="0" eaLnBrk="1" fontAlgn="auto" latinLnBrk="0" hangingPunct="1">
                <a:lnSpc>
                  <a:spcPct val="100000"/>
                </a:lnSpc>
                <a:spcBef>
                  <a:spcPts val="0"/>
                </a:spcBef>
                <a:spcAft>
                  <a:spcPts val="0"/>
                </a:spcAft>
                <a:buClr>
                  <a:srgbClr val="000000"/>
                </a:buClr>
                <a:buSzPts val="1000"/>
                <a:buFontTx/>
                <a:buNone/>
                <a:tabLst/>
                <a:defRPr/>
              </a:pPr>
              <a:endParaRPr kumimoji="0" sz="2000" b="0" i="0" u="none" strike="noStrike" kern="0" cap="none" spc="0" normalizeH="0" baseline="0" noProof="0">
                <a:ln>
                  <a:noFill/>
                </a:ln>
                <a:solidFill>
                  <a:srgbClr val="454947"/>
                </a:solidFill>
                <a:effectLst/>
                <a:uLnTx/>
                <a:uFillTx/>
                <a:latin typeface="Nunito"/>
                <a:ea typeface="Nunito"/>
                <a:cs typeface="Nunito"/>
                <a:sym typeface="Nunito"/>
              </a:endParaRPr>
            </a:p>
          </p:txBody>
        </p:sp>
        <p:sp>
          <p:nvSpPr>
            <p:cNvPr id="418" name="Google Shape;418;g32789fbb2d8_0_389"/>
            <p:cNvSpPr txBox="1"/>
            <p:nvPr/>
          </p:nvSpPr>
          <p:spPr>
            <a:xfrm>
              <a:off x="1177486" y="1452484"/>
              <a:ext cx="3267579" cy="553967"/>
            </a:xfrm>
            <a:prstGeom prst="rect">
              <a:avLst/>
            </a:prstGeom>
            <a:noFill/>
            <a:ln>
              <a:noFill/>
            </a:ln>
          </p:spPr>
          <p:txBody>
            <a:bodyPr spcFirstLastPara="1" wrap="square" lIns="91433" tIns="45700" rIns="91433" bIns="45700" anchor="t" anchorCtr="0">
              <a:spAutoFit/>
            </a:bodyPr>
            <a:lstStyle/>
            <a:p>
              <a:pPr marL="0" marR="0" lvl="0" indent="0" algn="ctr" defTabSz="1219170" rtl="0" eaLnBrk="1" fontAlgn="auto" latinLnBrk="0" hangingPunct="1">
                <a:lnSpc>
                  <a:spcPct val="100000"/>
                </a:lnSpc>
                <a:spcBef>
                  <a:spcPts val="0"/>
                </a:spcBef>
                <a:spcAft>
                  <a:spcPts val="0"/>
                </a:spcAft>
                <a:buClr>
                  <a:srgbClr val="000000"/>
                </a:buClr>
                <a:buSzPts val="1000"/>
                <a:buFontTx/>
                <a:buNone/>
                <a:tabLst/>
                <a:defRPr sz="1200">
                  <a:latin typeface="Montserrat"/>
                </a:defRPr>
              </a:pPr>
              <a:r>
                <a:rPr kumimoji="0" lang="en-US" sz="1400" i="0" u="none" strike="noStrike" kern="0" cap="none" spc="0" normalizeH="0" baseline="0" noProof="0">
                  <a:ln>
                    <a:noFill/>
                  </a:ln>
                  <a:solidFill>
                    <a:srgbClr val="000000"/>
                  </a:solidFill>
                  <a:effectLst/>
                  <a:uLnTx/>
                  <a:uFillTx/>
                  <a:latin typeface="Montserrat" panose="00000500000000000000" pitchFamily="2" charset="0"/>
                  <a:ea typeface="Nunito"/>
                  <a:cs typeface="Nunito"/>
                  <a:sym typeface="Nunito"/>
                </a:rPr>
                <a:t>We will </a:t>
              </a:r>
              <a:r>
                <a:rPr kumimoji="0" lang="en-US" sz="1400" b="1" i="0" u="none" strike="noStrike" kern="0" cap="none" spc="0" normalizeH="0" baseline="0" noProof="0">
                  <a:ln>
                    <a:noFill/>
                  </a:ln>
                  <a:solidFill>
                    <a:srgbClr val="000000"/>
                  </a:solidFill>
                  <a:effectLst/>
                  <a:uLnTx/>
                  <a:uFillTx/>
                  <a:latin typeface="Montserrat" panose="00000500000000000000" pitchFamily="2" charset="0"/>
                  <a:ea typeface="Nunito"/>
                  <a:cs typeface="Nunito"/>
                  <a:sym typeface="Nunito"/>
                </a:rPr>
                <a:t>change and adapt our existing business processes to fit to standard</a:t>
              </a:r>
              <a:r>
                <a:rPr kumimoji="0" lang="en-US" sz="1400" i="0" u="none" strike="noStrike" kern="0" cap="none" spc="0" normalizeH="0" baseline="0" noProof="0">
                  <a:ln>
                    <a:noFill/>
                  </a:ln>
                  <a:solidFill>
                    <a:srgbClr val="000000"/>
                  </a:solidFill>
                  <a:effectLst/>
                  <a:uLnTx/>
                  <a:uFillTx/>
                  <a:latin typeface="Montserrat" panose="00000500000000000000" pitchFamily="2" charset="0"/>
                  <a:ea typeface="Nunito"/>
                  <a:cs typeface="Nunito"/>
                  <a:sym typeface="Nunito"/>
                </a:rPr>
                <a:t> ‘out of the box’ functionality.</a:t>
              </a:r>
              <a:endParaRPr kumimoji="0" lang="en-US" sz="1400" b="1" i="0" u="none" strike="noStrike" kern="0" cap="none" spc="0" normalizeH="0" baseline="0" noProof="0">
                <a:ln>
                  <a:noFill/>
                </a:ln>
                <a:solidFill>
                  <a:srgbClr val="000000"/>
                </a:solidFill>
                <a:effectLst/>
                <a:uLnTx/>
                <a:uFillTx/>
                <a:latin typeface="Montserrat" panose="00000500000000000000" pitchFamily="2" charset="0"/>
                <a:ea typeface="Nunito"/>
                <a:cs typeface="Nunito"/>
                <a:sym typeface="Arial"/>
              </a:endParaRPr>
            </a:p>
          </p:txBody>
        </p:sp>
        <p:sp>
          <p:nvSpPr>
            <p:cNvPr id="4" name="Google Shape;417;g32789fbb2d8_0_389">
              <a:extLst>
                <a:ext uri="{FF2B5EF4-FFF2-40B4-BE49-F238E27FC236}">
                  <a16:creationId xmlns:a16="http://schemas.microsoft.com/office/drawing/2014/main" id="{8D41AEF2-1070-0073-A19C-3DEBFCB3F678}"/>
                </a:ext>
              </a:extLst>
            </p:cNvPr>
            <p:cNvSpPr/>
            <p:nvPr/>
          </p:nvSpPr>
          <p:spPr>
            <a:xfrm>
              <a:off x="1204774" y="977333"/>
              <a:ext cx="3264771" cy="361721"/>
            </a:xfrm>
            <a:prstGeom prst="rect">
              <a:avLst/>
            </a:prstGeom>
            <a:solidFill>
              <a:srgbClr val="0067A4"/>
            </a:solidFill>
            <a:ln w="19050" cap="flat" cmpd="sng">
              <a:solidFill>
                <a:srgbClr val="0067A4"/>
              </a:solidFill>
              <a:prstDash val="solid"/>
              <a:round/>
              <a:headEnd type="none" w="sm" len="sm"/>
              <a:tailEnd type="none" w="sm" len="sm"/>
            </a:ln>
          </p:spPr>
          <p:txBody>
            <a:bodyPr spcFirstLastPara="1" wrap="square" lIns="91433" tIns="91433" rIns="91433" bIns="91433" anchor="ctr" anchorCtr="0">
              <a:noAutofit/>
            </a:bodyPr>
            <a:lstStyle/>
            <a:p>
              <a:pPr marL="0" marR="0" lvl="0" indent="0" algn="ctr" defTabSz="1219170" rtl="0" eaLnBrk="1" fontAlgn="auto" latinLnBrk="0" hangingPunct="1">
                <a:lnSpc>
                  <a:spcPct val="100000"/>
                </a:lnSpc>
                <a:spcBef>
                  <a:spcPts val="0"/>
                </a:spcBef>
                <a:spcAft>
                  <a:spcPts val="0"/>
                </a:spcAft>
                <a:buClr>
                  <a:srgbClr val="000000"/>
                </a:buClr>
                <a:buSzPts val="1000"/>
                <a:buFontTx/>
                <a:buNone/>
                <a:tabLst/>
                <a:defRPr sz="1200">
                  <a:latin typeface="Montserrat"/>
                </a:defRPr>
              </a:pPr>
              <a:r>
                <a:rPr kumimoji="0" lang="en-GB" sz="1600" b="1" i="0" u="none" strike="noStrike" kern="0" cap="none" spc="0" normalizeH="0" baseline="0" noProof="0">
                  <a:ln>
                    <a:noFill/>
                  </a:ln>
                  <a:solidFill>
                    <a:srgbClr val="FFFEFE"/>
                  </a:solidFill>
                  <a:effectLst/>
                  <a:uLnTx/>
                  <a:uFillTx/>
                  <a:latin typeface="Montserrat"/>
                  <a:ea typeface="Nunito"/>
                  <a:cs typeface="Nunito"/>
                  <a:sym typeface="Nunito"/>
                </a:rPr>
                <a:t>Fit to Standard</a:t>
              </a:r>
              <a:endParaRPr lang="en-US" sz="1600" b="1" i="0" u="none" strike="noStrike" kern="0" cap="none" spc="0" normalizeH="0" baseline="0" noProof="0">
                <a:ln>
                  <a:noFill/>
                </a:ln>
                <a:solidFill>
                  <a:srgbClr val="FFFEFE"/>
                </a:solidFill>
                <a:effectLst/>
                <a:uLnTx/>
                <a:uFillTx/>
                <a:latin typeface="Montserrat"/>
                <a:ea typeface="Nunito"/>
                <a:cs typeface="Nunito"/>
              </a:endParaRPr>
            </a:p>
          </p:txBody>
        </p:sp>
        <p:sp>
          <p:nvSpPr>
            <p:cNvPr id="419" name="Google Shape;419;g32789fbb2d8_0_389"/>
            <p:cNvSpPr/>
            <p:nvPr/>
          </p:nvSpPr>
          <p:spPr>
            <a:xfrm>
              <a:off x="148875" y="978056"/>
              <a:ext cx="1045800" cy="1119825"/>
            </a:xfrm>
            <a:prstGeom prst="rect">
              <a:avLst/>
            </a:prstGeom>
            <a:solidFill>
              <a:srgbClr val="0067A4"/>
            </a:solidFill>
            <a:ln w="19050" cap="flat" cmpd="sng">
              <a:solidFill>
                <a:srgbClr val="0067A4"/>
              </a:solidFill>
              <a:prstDash val="solid"/>
              <a:round/>
              <a:headEnd type="none" w="sm" len="sm"/>
              <a:tailEnd type="none" w="sm" len="sm"/>
            </a:ln>
          </p:spPr>
          <p:txBody>
            <a:bodyPr spcFirstLastPara="1" wrap="square" lIns="91433" tIns="45700" rIns="91433" bIns="45700" anchor="ctr" anchorCtr="0">
              <a:noAutofit/>
            </a:bodyPr>
            <a:lstStyle/>
            <a:p>
              <a:pPr marL="0" marR="0" lvl="0" indent="0" algn="ctr" defTabSz="1219170" rtl="0" eaLnBrk="1" fontAlgn="auto" latinLnBrk="0" hangingPunct="1">
                <a:lnSpc>
                  <a:spcPct val="100000"/>
                </a:lnSpc>
                <a:spcBef>
                  <a:spcPts val="0"/>
                </a:spcBef>
                <a:spcAft>
                  <a:spcPts val="0"/>
                </a:spcAft>
                <a:buClr>
                  <a:srgbClr val="000000"/>
                </a:buClr>
                <a:buSzPts val="1100"/>
                <a:buFontTx/>
                <a:buNone/>
                <a:tabLst/>
                <a:defRPr/>
              </a:pPr>
              <a:endParaRPr kumimoji="0" sz="2400" b="0" i="0" u="none" strike="noStrike" kern="0" cap="none" spc="0" normalizeH="0" baseline="0" noProof="0">
                <a:ln>
                  <a:noFill/>
                </a:ln>
                <a:solidFill>
                  <a:srgbClr val="FFFFFF"/>
                </a:solidFill>
                <a:effectLst/>
                <a:uLnTx/>
                <a:uFillTx/>
                <a:latin typeface="Arial"/>
                <a:ea typeface="Arial"/>
                <a:cs typeface="Arial"/>
                <a:sym typeface="Arial"/>
              </a:endParaRPr>
            </a:p>
          </p:txBody>
        </p:sp>
        <p:pic>
          <p:nvPicPr>
            <p:cNvPr id="432" name="Google Shape;432;g32789fbb2d8_0_389" descr="Continuous Improvement with solid fill"/>
            <p:cNvPicPr preferRelativeResize="0"/>
            <p:nvPr/>
          </p:nvPicPr>
          <p:blipFill rotWithShape="1">
            <a:blip r:embed="rId5">
              <a:alphaModFix/>
            </a:blip>
            <a:srcRect/>
            <a:stretch/>
          </p:blipFill>
          <p:spPr>
            <a:xfrm>
              <a:off x="228404" y="1115429"/>
              <a:ext cx="844856" cy="844856"/>
            </a:xfrm>
            <a:prstGeom prst="rect">
              <a:avLst/>
            </a:prstGeom>
            <a:noFill/>
            <a:ln>
              <a:noFill/>
            </a:ln>
          </p:spPr>
        </p:pic>
      </p:grpSp>
      <p:sp>
        <p:nvSpPr>
          <p:cNvPr id="7" name="Google Shape;417;g32789fbb2d8_0_389">
            <a:extLst>
              <a:ext uri="{FF2B5EF4-FFF2-40B4-BE49-F238E27FC236}">
                <a16:creationId xmlns:a16="http://schemas.microsoft.com/office/drawing/2014/main" id="{E908B7A6-2C7E-0E4F-24F6-146F9D47ABBB}"/>
              </a:ext>
            </a:extLst>
          </p:cNvPr>
          <p:cNvSpPr/>
          <p:nvPr/>
        </p:nvSpPr>
        <p:spPr>
          <a:xfrm>
            <a:off x="7666911" y="2844429"/>
            <a:ext cx="4329190" cy="482294"/>
          </a:xfrm>
          <a:prstGeom prst="rect">
            <a:avLst/>
          </a:prstGeom>
          <a:solidFill>
            <a:srgbClr val="0067A4"/>
          </a:solidFill>
          <a:ln w="19050" cap="flat" cmpd="sng">
            <a:solidFill>
              <a:srgbClr val="0067A4"/>
            </a:solidFill>
            <a:prstDash val="solid"/>
            <a:round/>
            <a:headEnd type="none" w="sm" len="sm"/>
            <a:tailEnd type="none" w="sm" len="sm"/>
          </a:ln>
        </p:spPr>
        <p:txBody>
          <a:bodyPr spcFirstLastPara="1" wrap="square" lIns="91433" tIns="91433" rIns="91433" bIns="91433" anchor="ctr" anchorCtr="0">
            <a:noAutofit/>
          </a:bodyPr>
          <a:lstStyle/>
          <a:p>
            <a:pPr marL="0" marR="0" lvl="0" indent="0" algn="ctr" defTabSz="1219170" rtl="0" eaLnBrk="1" fontAlgn="auto" latinLnBrk="0" hangingPunct="1">
              <a:lnSpc>
                <a:spcPct val="100000"/>
              </a:lnSpc>
              <a:spcBef>
                <a:spcPts val="0"/>
              </a:spcBef>
              <a:spcAft>
                <a:spcPts val="0"/>
              </a:spcAft>
              <a:buClr>
                <a:srgbClr val="000000"/>
              </a:buClr>
              <a:buSzPts val="1000"/>
              <a:buFontTx/>
              <a:buNone/>
              <a:tabLst/>
              <a:defRPr sz="1200">
                <a:latin typeface="Montserrat"/>
              </a:defRPr>
            </a:pPr>
            <a:r>
              <a:rPr kumimoji="0" lang="en-GB" sz="1600" b="1" i="0" u="none" strike="noStrike" kern="0" cap="none" spc="0" normalizeH="0" baseline="0" noProof="0">
                <a:ln>
                  <a:noFill/>
                </a:ln>
                <a:solidFill>
                  <a:srgbClr val="FFFEFE"/>
                </a:solidFill>
                <a:effectLst/>
                <a:uLnTx/>
                <a:uFillTx/>
                <a:latin typeface="Montserrat"/>
                <a:ea typeface="Nunito"/>
                <a:cs typeface="Nunito"/>
                <a:sym typeface="Nunito"/>
              </a:rPr>
              <a:t>Rationalize Applications</a:t>
            </a:r>
            <a:endParaRPr lang="en-US" sz="1600" b="1" i="0" u="none" strike="noStrike" kern="0" cap="none" spc="0" normalizeH="0" baseline="0" noProof="0">
              <a:ln>
                <a:noFill/>
              </a:ln>
              <a:solidFill>
                <a:srgbClr val="FFFEFE"/>
              </a:solidFill>
              <a:effectLst/>
              <a:uLnTx/>
              <a:uFillTx/>
              <a:latin typeface="Montserrat"/>
              <a:ea typeface="Nunito"/>
              <a:cs typeface="Nunito"/>
            </a:endParaRPr>
          </a:p>
        </p:txBody>
      </p:sp>
      <p:grpSp>
        <p:nvGrpSpPr>
          <p:cNvPr id="421" name="Google Shape;421;g32789fbb2d8_0_389"/>
          <p:cNvGrpSpPr/>
          <p:nvPr/>
        </p:nvGrpSpPr>
        <p:grpSpPr>
          <a:xfrm>
            <a:off x="7653078" y="2830813"/>
            <a:ext cx="4363265" cy="1525551"/>
            <a:chOff x="347967" y="4648260"/>
            <a:chExt cx="5145358" cy="1773900"/>
          </a:xfrm>
        </p:grpSpPr>
        <p:sp>
          <p:nvSpPr>
            <p:cNvPr id="422" name="Google Shape;422;g32789fbb2d8_0_389"/>
            <p:cNvSpPr txBox="1"/>
            <p:nvPr/>
          </p:nvSpPr>
          <p:spPr>
            <a:xfrm>
              <a:off x="347967" y="5411928"/>
              <a:ext cx="5137800" cy="858866"/>
            </a:xfrm>
            <a:prstGeom prst="rect">
              <a:avLst/>
            </a:prstGeom>
            <a:noFill/>
            <a:ln>
              <a:noFill/>
            </a:ln>
          </p:spPr>
          <p:txBody>
            <a:bodyPr spcFirstLastPara="1" wrap="square" lIns="91433" tIns="45700" rIns="91433" bIns="45700" anchor="t" anchorCtr="0">
              <a:spAutoFit/>
            </a:bodyPr>
            <a:lstStyle/>
            <a:p>
              <a:pPr marL="0" marR="0" lvl="0" indent="0" algn="ctr" defTabSz="1219170" rtl="0" eaLnBrk="1" fontAlgn="auto" latinLnBrk="0" hangingPunct="1">
                <a:lnSpc>
                  <a:spcPct val="100000"/>
                </a:lnSpc>
                <a:spcBef>
                  <a:spcPts val="0"/>
                </a:spcBef>
                <a:spcAft>
                  <a:spcPts val="0"/>
                </a:spcAft>
                <a:buClr>
                  <a:srgbClr val="000000"/>
                </a:buClr>
                <a:buSzPts val="1000"/>
                <a:buFontTx/>
                <a:buNone/>
                <a:tabLst/>
                <a:defRPr sz="1200">
                  <a:latin typeface="Montserrat"/>
                </a:defRPr>
              </a:pPr>
              <a:r>
                <a:rPr kumimoji="0" lang="en-US" sz="1400" i="0" u="none" strike="noStrike" kern="0" cap="none" spc="0" normalizeH="0" baseline="0" noProof="0">
                  <a:ln>
                    <a:noFill/>
                  </a:ln>
                  <a:solidFill>
                    <a:srgbClr val="000000"/>
                  </a:solidFill>
                  <a:effectLst/>
                  <a:uLnTx/>
                  <a:uFillTx/>
                  <a:latin typeface="Montserrat"/>
                  <a:ea typeface="Nunito"/>
                  <a:cs typeface="Nunito"/>
                  <a:sym typeface="Nunito"/>
                </a:rPr>
                <a:t>We will </a:t>
              </a:r>
              <a:r>
                <a:rPr kumimoji="0" lang="en-US" sz="1400" b="1" i="0" u="none" strike="noStrike" kern="0" cap="none" spc="0" normalizeH="0" baseline="0" noProof="0">
                  <a:ln>
                    <a:noFill/>
                  </a:ln>
                  <a:solidFill>
                    <a:srgbClr val="000000"/>
                  </a:solidFill>
                  <a:effectLst/>
                  <a:uLnTx/>
                  <a:uFillTx/>
                  <a:latin typeface="Montserrat"/>
                  <a:ea typeface="Nunito"/>
                  <a:cs typeface="Nunito"/>
                  <a:sym typeface="Nunito"/>
                </a:rPr>
                <a:t>standardize and rationalize our applications</a:t>
              </a:r>
              <a:r>
                <a:rPr kumimoji="0" lang="en-US" sz="1400" i="0" u="none" strike="noStrike" kern="0" cap="none" spc="0" normalizeH="0" baseline="0" noProof="0">
                  <a:ln>
                    <a:noFill/>
                  </a:ln>
                  <a:solidFill>
                    <a:srgbClr val="000000"/>
                  </a:solidFill>
                  <a:effectLst/>
                  <a:uLnTx/>
                  <a:uFillTx/>
                  <a:latin typeface="Montserrat"/>
                  <a:ea typeface="Nunito"/>
                  <a:cs typeface="Nunito"/>
                  <a:sym typeface="Nunito"/>
                </a:rPr>
                <a:t> to control costs and reduce the complexity of our IT estate.</a:t>
              </a:r>
              <a:endParaRPr lang="en-US" sz="1400" b="1" i="0" u="none" strike="noStrike" kern="0" cap="none" spc="0" normalizeH="0" baseline="0" noProof="0">
                <a:ln>
                  <a:noFill/>
                </a:ln>
                <a:solidFill>
                  <a:srgbClr val="000000"/>
                </a:solidFill>
                <a:effectLst/>
                <a:uLnTx/>
                <a:uFillTx/>
                <a:latin typeface="Montserrat"/>
                <a:ea typeface="Nunito"/>
                <a:cs typeface="Nunito"/>
              </a:endParaRPr>
            </a:p>
          </p:txBody>
        </p:sp>
        <p:sp>
          <p:nvSpPr>
            <p:cNvPr id="423" name="Google Shape;423;g32789fbb2d8_0_389"/>
            <p:cNvSpPr/>
            <p:nvPr/>
          </p:nvSpPr>
          <p:spPr>
            <a:xfrm>
              <a:off x="355525" y="4648260"/>
              <a:ext cx="5137800" cy="1773900"/>
            </a:xfrm>
            <a:prstGeom prst="rect">
              <a:avLst/>
            </a:prstGeom>
            <a:noFill/>
            <a:ln w="19050" cap="flat" cmpd="sng">
              <a:solidFill>
                <a:srgbClr val="0067A4"/>
              </a:solidFill>
              <a:prstDash val="solid"/>
              <a:round/>
              <a:headEnd type="none" w="sm" len="sm"/>
              <a:tailEnd type="none" w="sm" len="sm"/>
            </a:ln>
          </p:spPr>
          <p:txBody>
            <a:bodyPr spcFirstLastPara="1" wrap="square" lIns="91433" tIns="91433" rIns="91433" bIns="91433" anchor="t" anchorCtr="0">
              <a:noAutofit/>
            </a:bodyPr>
            <a:lstStyle/>
            <a:p>
              <a:pPr marL="0" marR="0" lvl="0" indent="0" algn="ctr" defTabSz="1219170" rtl="0" eaLnBrk="1" fontAlgn="auto" latinLnBrk="0" hangingPunct="1">
                <a:lnSpc>
                  <a:spcPct val="100000"/>
                </a:lnSpc>
                <a:spcBef>
                  <a:spcPts val="0"/>
                </a:spcBef>
                <a:spcAft>
                  <a:spcPts val="0"/>
                </a:spcAft>
                <a:buClr>
                  <a:srgbClr val="000000"/>
                </a:buClr>
                <a:buSzPts val="1000"/>
                <a:buFontTx/>
                <a:buNone/>
                <a:tabLst/>
                <a:defRPr/>
              </a:pPr>
              <a:endParaRPr kumimoji="0" b="0" i="0" u="none" strike="noStrike" kern="0" cap="none" spc="0" normalizeH="0" baseline="0" noProof="0">
                <a:ln>
                  <a:noFill/>
                </a:ln>
                <a:solidFill>
                  <a:srgbClr val="454947"/>
                </a:solidFill>
                <a:effectLst/>
                <a:uLnTx/>
                <a:uFillTx/>
                <a:latin typeface="Nunito"/>
                <a:ea typeface="Nunito"/>
                <a:cs typeface="Nunito"/>
                <a:sym typeface="Nunito"/>
              </a:endParaRPr>
            </a:p>
          </p:txBody>
        </p:sp>
      </p:grpSp>
      <p:sp>
        <p:nvSpPr>
          <p:cNvPr id="424" name="Google Shape;424;g32789fbb2d8_0_389"/>
          <p:cNvSpPr/>
          <p:nvPr/>
        </p:nvSpPr>
        <p:spPr>
          <a:xfrm>
            <a:off x="6267763" y="2830872"/>
            <a:ext cx="1394400" cy="1525497"/>
          </a:xfrm>
          <a:prstGeom prst="rect">
            <a:avLst/>
          </a:prstGeom>
          <a:solidFill>
            <a:srgbClr val="0067A4"/>
          </a:solidFill>
          <a:ln w="19050" cap="flat" cmpd="sng">
            <a:solidFill>
              <a:srgbClr val="0067A4"/>
            </a:solidFill>
            <a:prstDash val="solid"/>
            <a:round/>
            <a:headEnd type="none" w="sm" len="sm"/>
            <a:tailEnd type="none" w="sm" len="sm"/>
          </a:ln>
        </p:spPr>
        <p:txBody>
          <a:bodyPr spcFirstLastPara="1" wrap="square" lIns="91433" tIns="45700" rIns="91433" bIns="45700" anchor="ctr" anchorCtr="0">
            <a:noAutofit/>
          </a:bodyPr>
          <a:lstStyle/>
          <a:p>
            <a:pPr marL="0" marR="0" lvl="0" indent="0" algn="ctr" defTabSz="1219170" rtl="0" eaLnBrk="1" fontAlgn="auto" latinLnBrk="0" hangingPunct="1">
              <a:lnSpc>
                <a:spcPct val="100000"/>
              </a:lnSpc>
              <a:spcBef>
                <a:spcPts val="0"/>
              </a:spcBef>
              <a:spcAft>
                <a:spcPts val="0"/>
              </a:spcAft>
              <a:buClr>
                <a:srgbClr val="000000"/>
              </a:buClr>
              <a:buSzPts val="1100"/>
              <a:buFontTx/>
              <a:buNone/>
              <a:tabLst/>
              <a:defRPr/>
            </a:pPr>
            <a:endParaRPr kumimoji="0" sz="2000" b="0" i="0" u="none" strike="noStrike" kern="0" cap="none" spc="0" normalizeH="0" baseline="0" noProof="0">
              <a:ln>
                <a:noFill/>
              </a:ln>
              <a:solidFill>
                <a:srgbClr val="FFFFFF"/>
              </a:solidFill>
              <a:effectLst/>
              <a:uLnTx/>
              <a:uFillTx/>
              <a:latin typeface="Arial"/>
              <a:ea typeface="Arial"/>
              <a:cs typeface="Arial"/>
              <a:sym typeface="Arial"/>
            </a:endParaRPr>
          </a:p>
        </p:txBody>
      </p:sp>
      <p:pic>
        <p:nvPicPr>
          <p:cNvPr id="433" name="Google Shape;433;g32789fbb2d8_0_389" descr="Money outline"/>
          <p:cNvPicPr preferRelativeResize="0"/>
          <p:nvPr/>
        </p:nvPicPr>
        <p:blipFill rotWithShape="1">
          <a:blip r:embed="rId6">
            <a:alphaModFix/>
          </a:blip>
          <a:srcRect/>
          <a:stretch/>
        </p:blipFill>
        <p:spPr>
          <a:xfrm>
            <a:off x="6479848" y="3136391"/>
            <a:ext cx="914400" cy="914398"/>
          </a:xfrm>
          <a:prstGeom prst="rect">
            <a:avLst/>
          </a:prstGeom>
          <a:noFill/>
          <a:ln>
            <a:noFill/>
          </a:ln>
        </p:spPr>
      </p:pic>
      <p:sp>
        <p:nvSpPr>
          <p:cNvPr id="427" name="Google Shape;427;g32789fbb2d8_0_389"/>
          <p:cNvSpPr/>
          <p:nvPr/>
        </p:nvSpPr>
        <p:spPr>
          <a:xfrm>
            <a:off x="7639921" y="1222976"/>
            <a:ext cx="4370466" cy="1493384"/>
          </a:xfrm>
          <a:prstGeom prst="rect">
            <a:avLst/>
          </a:prstGeom>
          <a:noFill/>
          <a:ln w="19050" cap="flat" cmpd="sng">
            <a:solidFill>
              <a:srgbClr val="007FBF"/>
            </a:solidFill>
            <a:prstDash val="solid"/>
            <a:round/>
            <a:headEnd type="none" w="sm" len="sm"/>
            <a:tailEnd type="none" w="sm" len="sm"/>
          </a:ln>
        </p:spPr>
        <p:txBody>
          <a:bodyPr spcFirstLastPara="1" wrap="square" lIns="91433" tIns="91433" rIns="91433" bIns="91433" anchor="t" anchorCtr="0">
            <a:noAutofit/>
          </a:bodyPr>
          <a:lstStyle/>
          <a:p>
            <a:pPr marL="0" marR="0" lvl="0" indent="0" algn="ctr" defTabSz="1219170" rtl="0" eaLnBrk="1" fontAlgn="auto" latinLnBrk="0" hangingPunct="1">
              <a:lnSpc>
                <a:spcPct val="100000"/>
              </a:lnSpc>
              <a:spcBef>
                <a:spcPts val="0"/>
              </a:spcBef>
              <a:spcAft>
                <a:spcPts val="0"/>
              </a:spcAft>
              <a:buClr>
                <a:srgbClr val="000000"/>
              </a:buClr>
              <a:buSzPts val="1000"/>
              <a:buFontTx/>
              <a:buNone/>
              <a:tabLst/>
              <a:defRPr/>
            </a:pPr>
            <a:endParaRPr kumimoji="0" b="0" i="0" u="none" strike="noStrike" kern="0" cap="none" spc="0" normalizeH="0" baseline="0" noProof="0">
              <a:ln>
                <a:noFill/>
              </a:ln>
              <a:solidFill>
                <a:srgbClr val="454947"/>
              </a:solidFill>
              <a:effectLst/>
              <a:uLnTx/>
              <a:uFillTx/>
              <a:latin typeface="Nunito"/>
              <a:ea typeface="Nunito"/>
              <a:cs typeface="Nunito"/>
              <a:sym typeface="Nunito"/>
            </a:endParaRPr>
          </a:p>
        </p:txBody>
      </p:sp>
      <p:sp>
        <p:nvSpPr>
          <p:cNvPr id="428" name="Google Shape;428;g32789fbb2d8_0_389"/>
          <p:cNvSpPr txBox="1"/>
          <p:nvPr/>
        </p:nvSpPr>
        <p:spPr>
          <a:xfrm>
            <a:off x="7655878" y="1885987"/>
            <a:ext cx="4356854" cy="738623"/>
          </a:xfrm>
          <a:prstGeom prst="rect">
            <a:avLst/>
          </a:prstGeom>
          <a:noFill/>
          <a:ln>
            <a:noFill/>
          </a:ln>
        </p:spPr>
        <p:txBody>
          <a:bodyPr spcFirstLastPara="1" wrap="square" lIns="91433" tIns="45700" rIns="91433" bIns="45700" anchor="t" anchorCtr="0">
            <a:spAutoFit/>
          </a:bodyPr>
          <a:lstStyle/>
          <a:p>
            <a:pPr marL="0" marR="0" lvl="0" indent="0" algn="ctr" defTabSz="1219170" rtl="0" eaLnBrk="1" fontAlgn="auto" latinLnBrk="0" hangingPunct="1">
              <a:lnSpc>
                <a:spcPct val="100000"/>
              </a:lnSpc>
              <a:spcBef>
                <a:spcPts val="0"/>
              </a:spcBef>
              <a:spcAft>
                <a:spcPts val="0"/>
              </a:spcAft>
              <a:buClr>
                <a:srgbClr val="000000"/>
              </a:buClr>
              <a:buSzPts val="1000"/>
              <a:buFontTx/>
              <a:buNone/>
              <a:tabLst/>
              <a:defRPr sz="1200">
                <a:latin typeface="Montserrat"/>
              </a:defRPr>
            </a:pPr>
            <a:r>
              <a:rPr kumimoji="0" lang="en-US" sz="1400" i="0" u="none" strike="noStrike" kern="0" cap="none" spc="0" normalizeH="0" baseline="0" noProof="0">
                <a:ln>
                  <a:noFill/>
                </a:ln>
                <a:solidFill>
                  <a:srgbClr val="000000"/>
                </a:solidFill>
                <a:effectLst/>
                <a:uLnTx/>
                <a:uFillTx/>
                <a:latin typeface="Montserrat"/>
                <a:ea typeface="Nunito"/>
                <a:cs typeface="Nunito"/>
                <a:sym typeface="Nunito"/>
              </a:rPr>
              <a:t>We will adopt an “</a:t>
            </a:r>
            <a:r>
              <a:rPr kumimoji="0" lang="en-US" sz="1400" b="1" i="0" u="none" strike="noStrike" kern="0" cap="none" spc="0" normalizeH="0" baseline="0" noProof="0">
                <a:ln>
                  <a:noFill/>
                </a:ln>
                <a:solidFill>
                  <a:srgbClr val="000000"/>
                </a:solidFill>
                <a:effectLst/>
                <a:uLnTx/>
                <a:uFillTx/>
                <a:latin typeface="Montserrat"/>
                <a:ea typeface="Nunito"/>
                <a:cs typeface="Nunito"/>
                <a:sym typeface="Nunito"/>
              </a:rPr>
              <a:t>SAP first” strategy </a:t>
            </a:r>
            <a:r>
              <a:rPr kumimoji="0" lang="en-US" sz="1400" i="0" u="none" strike="noStrike" kern="0" cap="none" spc="0" normalizeH="0" baseline="0" noProof="0">
                <a:ln>
                  <a:noFill/>
                </a:ln>
                <a:solidFill>
                  <a:srgbClr val="000000"/>
                </a:solidFill>
                <a:effectLst/>
                <a:uLnTx/>
                <a:uFillTx/>
                <a:latin typeface="Montserrat"/>
                <a:ea typeface="Nunito"/>
                <a:cs typeface="Nunito"/>
                <a:sym typeface="Nunito"/>
              </a:rPr>
              <a:t>with all financial and operational data housed within SAP. </a:t>
            </a:r>
            <a:endParaRPr lang="en-US" sz="1400" b="1" i="0" u="none" strike="noStrike" kern="0" cap="none" spc="0" normalizeH="0" baseline="0" noProof="0">
              <a:ln>
                <a:noFill/>
              </a:ln>
              <a:solidFill>
                <a:srgbClr val="000000"/>
              </a:solidFill>
              <a:effectLst/>
              <a:uLnTx/>
              <a:uFillTx/>
              <a:latin typeface="Montserrat"/>
              <a:ea typeface="Nunito"/>
              <a:cs typeface="Nunito"/>
            </a:endParaRPr>
          </a:p>
        </p:txBody>
      </p:sp>
      <p:sp>
        <p:nvSpPr>
          <p:cNvPr id="429" name="Google Shape;429;g32789fbb2d8_0_389"/>
          <p:cNvSpPr/>
          <p:nvPr/>
        </p:nvSpPr>
        <p:spPr>
          <a:xfrm>
            <a:off x="6245604" y="1222900"/>
            <a:ext cx="1394400" cy="1493363"/>
          </a:xfrm>
          <a:prstGeom prst="rect">
            <a:avLst/>
          </a:prstGeom>
          <a:solidFill>
            <a:srgbClr val="0067A4"/>
          </a:solidFill>
          <a:ln w="19050" cap="flat" cmpd="sng">
            <a:solidFill>
              <a:srgbClr val="0067A4"/>
            </a:solidFill>
            <a:prstDash val="solid"/>
            <a:round/>
            <a:headEnd type="none" w="sm" len="sm"/>
            <a:tailEnd type="none" w="sm" len="sm"/>
          </a:ln>
        </p:spPr>
        <p:txBody>
          <a:bodyPr spcFirstLastPara="1" wrap="square" lIns="91433" tIns="45700" rIns="91433" bIns="45700" anchor="ctr" anchorCtr="0">
            <a:noAutofit/>
          </a:bodyPr>
          <a:lstStyle/>
          <a:p>
            <a:pPr marL="0" marR="0" lvl="0" indent="0" algn="ctr" defTabSz="1219170" rtl="0" eaLnBrk="1" fontAlgn="auto" latinLnBrk="0" hangingPunct="1">
              <a:lnSpc>
                <a:spcPct val="100000"/>
              </a:lnSpc>
              <a:spcBef>
                <a:spcPts val="0"/>
              </a:spcBef>
              <a:spcAft>
                <a:spcPts val="0"/>
              </a:spcAft>
              <a:buClr>
                <a:srgbClr val="000000"/>
              </a:buClr>
              <a:buSzPts val="1100"/>
              <a:buFontTx/>
              <a:buNone/>
              <a:tabLst/>
              <a:defRPr/>
            </a:pPr>
            <a:endParaRPr kumimoji="0" sz="20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434" name="Google Shape;434;g32789fbb2d8_0_389"/>
          <p:cNvSpPr/>
          <p:nvPr/>
        </p:nvSpPr>
        <p:spPr>
          <a:xfrm>
            <a:off x="6333200" y="1314913"/>
            <a:ext cx="1200800" cy="1309200"/>
          </a:xfrm>
          <a:prstGeom prst="rect">
            <a:avLst/>
          </a:prstGeom>
          <a:solidFill>
            <a:schemeClr val="lt1"/>
          </a:solidFill>
          <a:ln>
            <a:noFill/>
          </a:ln>
        </p:spPr>
        <p:txBody>
          <a:bodyPr spcFirstLastPara="1" wrap="square" lIns="91433" tIns="91433" rIns="91433" bIns="91433" anchor="ctr" anchorCtr="0">
            <a:noAutofit/>
          </a:bodyPr>
          <a:lstStyle/>
          <a:p>
            <a:pPr marL="0" marR="0" lvl="0" indent="0" algn="ctr" defTabSz="1219170" rtl="0" eaLnBrk="1" fontAlgn="auto" latinLnBrk="0" hangingPunct="1">
              <a:lnSpc>
                <a:spcPct val="100000"/>
              </a:lnSpc>
              <a:spcBef>
                <a:spcPts val="0"/>
              </a:spcBef>
              <a:spcAft>
                <a:spcPts val="0"/>
              </a:spcAft>
              <a:buClr>
                <a:srgbClr val="000000"/>
              </a:buClr>
              <a:buSzPts val="1100"/>
              <a:buFontTx/>
              <a:buNone/>
              <a:tabLst/>
              <a:defRPr/>
            </a:pPr>
            <a:endParaRPr kumimoji="0" sz="2000" b="0" i="0" u="none" strike="noStrike" kern="0" cap="none" spc="0" normalizeH="0" baseline="0" noProof="0">
              <a:ln>
                <a:noFill/>
              </a:ln>
              <a:solidFill>
                <a:srgbClr val="000000"/>
              </a:solidFill>
              <a:effectLst/>
              <a:uLnTx/>
              <a:uFillTx/>
              <a:latin typeface="Nunito Sans Light"/>
              <a:ea typeface="Nunito Sans Light"/>
              <a:cs typeface="Nunito Sans Light"/>
              <a:sym typeface="Nunito Sans Light"/>
            </a:endParaRPr>
          </a:p>
        </p:txBody>
      </p:sp>
      <p:pic>
        <p:nvPicPr>
          <p:cNvPr id="435" name="Google Shape;435;g32789fbb2d8_0_389"/>
          <p:cNvPicPr preferRelativeResize="0"/>
          <p:nvPr/>
        </p:nvPicPr>
        <p:blipFill rotWithShape="1">
          <a:blip r:embed="rId7">
            <a:alphaModFix/>
          </a:blip>
          <a:srcRect/>
          <a:stretch/>
        </p:blipFill>
        <p:spPr>
          <a:xfrm>
            <a:off x="6455079" y="1732852"/>
            <a:ext cx="956853" cy="473284"/>
          </a:xfrm>
          <a:prstGeom prst="rect">
            <a:avLst/>
          </a:prstGeom>
          <a:noFill/>
          <a:ln>
            <a:noFill/>
          </a:ln>
        </p:spPr>
      </p:pic>
      <p:sp>
        <p:nvSpPr>
          <p:cNvPr id="5" name="Google Shape;417;g32789fbb2d8_0_389">
            <a:extLst>
              <a:ext uri="{FF2B5EF4-FFF2-40B4-BE49-F238E27FC236}">
                <a16:creationId xmlns:a16="http://schemas.microsoft.com/office/drawing/2014/main" id="{7C3A552F-1141-4B0A-0498-135B5978438F}"/>
              </a:ext>
            </a:extLst>
          </p:cNvPr>
          <p:cNvSpPr/>
          <p:nvPr/>
        </p:nvSpPr>
        <p:spPr>
          <a:xfrm>
            <a:off x="7653386" y="1236567"/>
            <a:ext cx="4357000" cy="482295"/>
          </a:xfrm>
          <a:prstGeom prst="rect">
            <a:avLst/>
          </a:prstGeom>
          <a:solidFill>
            <a:srgbClr val="0067A4"/>
          </a:solidFill>
          <a:ln w="19050" cap="flat" cmpd="sng">
            <a:solidFill>
              <a:srgbClr val="0067A4"/>
            </a:solidFill>
            <a:prstDash val="solid"/>
            <a:round/>
            <a:headEnd type="none" w="sm" len="sm"/>
            <a:tailEnd type="none" w="sm" len="sm"/>
          </a:ln>
        </p:spPr>
        <p:txBody>
          <a:bodyPr spcFirstLastPara="1" wrap="square" lIns="91433" tIns="91433" rIns="91433" bIns="91433" anchor="ctr" anchorCtr="0">
            <a:noAutofit/>
          </a:bodyPr>
          <a:lstStyle/>
          <a:p>
            <a:pPr marL="0" marR="0" lvl="0" indent="0" algn="ctr" defTabSz="1219170" rtl="0" eaLnBrk="1" fontAlgn="auto" latinLnBrk="0" hangingPunct="1">
              <a:lnSpc>
                <a:spcPct val="100000"/>
              </a:lnSpc>
              <a:spcBef>
                <a:spcPts val="0"/>
              </a:spcBef>
              <a:spcAft>
                <a:spcPts val="0"/>
              </a:spcAft>
              <a:buClr>
                <a:srgbClr val="000000"/>
              </a:buClr>
              <a:buSzPts val="1000"/>
              <a:buFontTx/>
              <a:buNone/>
              <a:tabLst/>
              <a:defRPr sz="1200">
                <a:latin typeface="Montserrat"/>
              </a:defRPr>
            </a:pPr>
            <a:r>
              <a:rPr kumimoji="0" lang="en-GB" sz="1600" b="1" i="0" u="none" strike="noStrike" kern="0" cap="none" spc="0" normalizeH="0" baseline="0" noProof="0">
                <a:ln>
                  <a:noFill/>
                </a:ln>
                <a:solidFill>
                  <a:srgbClr val="FFFEFE"/>
                </a:solidFill>
                <a:effectLst/>
                <a:uLnTx/>
                <a:uFillTx/>
                <a:latin typeface="Montserrat"/>
                <a:ea typeface="Nunito"/>
                <a:cs typeface="Nunito"/>
                <a:sym typeface="Nunito"/>
              </a:rPr>
              <a:t>SAP First</a:t>
            </a:r>
            <a:endParaRPr lang="en-US" sz="1600" b="1" i="0" u="none" strike="noStrike" kern="0" cap="none" spc="0" normalizeH="0" baseline="0" noProof="0">
              <a:ln>
                <a:noFill/>
              </a:ln>
              <a:solidFill>
                <a:srgbClr val="FFFEFE"/>
              </a:solidFill>
              <a:effectLst/>
              <a:uLnTx/>
              <a:uFillTx/>
              <a:latin typeface="Montserrat"/>
              <a:ea typeface="Nunito"/>
              <a:cs typeface="Nunito"/>
            </a:endParaRPr>
          </a:p>
        </p:txBody>
      </p:sp>
      <p:sp>
        <p:nvSpPr>
          <p:cNvPr id="2" name="TextBox 1">
            <a:extLst>
              <a:ext uri="{FF2B5EF4-FFF2-40B4-BE49-F238E27FC236}">
                <a16:creationId xmlns:a16="http://schemas.microsoft.com/office/drawing/2014/main" id="{97AC717F-3571-D9A9-D060-149F7AABBC00}"/>
              </a:ext>
            </a:extLst>
          </p:cNvPr>
          <p:cNvSpPr txBox="1"/>
          <p:nvPr/>
        </p:nvSpPr>
        <p:spPr>
          <a:xfrm>
            <a:off x="254000" y="1236577"/>
            <a:ext cx="5724357" cy="1323439"/>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i="1">
                <a:ea typeface="+mn-lt"/>
                <a:cs typeface="+mn-lt"/>
              </a:rPr>
              <a:t>The goal of this project is to utilize standard Service Cloud V2 capabilities with minimal customizations.  We will strive to modify our processes to Fit-to-Standard SAP technology as much as possible. </a:t>
            </a:r>
            <a:endParaRPr lang="en-US" sz="1600" b="1" i="1"/>
          </a:p>
        </p:txBody>
      </p:sp>
    </p:spTree>
    <p:extLst>
      <p:ext uri="{BB962C8B-B14F-4D97-AF65-F5344CB8AC3E}">
        <p14:creationId xmlns:p14="http://schemas.microsoft.com/office/powerpoint/2010/main" val="1110191763"/>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40E6A8-5C35-7351-DB79-97BFAAA225E3}"/>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id="{4CC7DFAC-34D3-91D3-2C54-3811D96D4D08}"/>
              </a:ext>
            </a:extLst>
          </p:cNvPr>
          <p:cNvSpPr>
            <a:spLocks noGrp="1"/>
          </p:cNvSpPr>
          <p:nvPr>
            <p:ph type="body" sz="quarter" idx="4294967295"/>
          </p:nvPr>
        </p:nvSpPr>
        <p:spPr>
          <a:xfrm>
            <a:off x="425217" y="332997"/>
            <a:ext cx="7615238" cy="457200"/>
          </a:xfrm>
        </p:spPr>
        <p:txBody>
          <a:bodyPr vert="horz" lIns="0" tIns="45720" rIns="91440" bIns="0" rtlCol="0" anchor="b">
            <a:noAutofit/>
          </a:bodyPr>
          <a:lstStyle/>
          <a:p>
            <a:pPr>
              <a:lnSpc>
                <a:spcPct val="90000"/>
              </a:lnSpc>
              <a:spcBef>
                <a:spcPct val="0"/>
              </a:spcBef>
            </a:pPr>
            <a:r>
              <a:rPr lang="en-US" sz="3200" b="1">
                <a:solidFill>
                  <a:srgbClr val="94806E"/>
                </a:solidFill>
                <a:latin typeface="Montserrat"/>
                <a:ea typeface="+mj-ea"/>
                <a:cs typeface="+mj-cs"/>
              </a:rPr>
              <a:t>Workshop Agenda</a:t>
            </a:r>
            <a:endParaRPr lang="en-US" sz="3200" b="1">
              <a:solidFill>
                <a:srgbClr val="94806E"/>
              </a:solidFill>
              <a:ea typeface="+mj-ea"/>
              <a:cs typeface="+mj-cs"/>
            </a:endParaRPr>
          </a:p>
        </p:txBody>
      </p:sp>
      <p:sp>
        <p:nvSpPr>
          <p:cNvPr id="125" name="Text Placeholder 5">
            <a:extLst>
              <a:ext uri="{FF2B5EF4-FFF2-40B4-BE49-F238E27FC236}">
                <a16:creationId xmlns:a16="http://schemas.microsoft.com/office/drawing/2014/main" id="{84DDF3AB-9E71-B162-93B6-96C48461F019}"/>
              </a:ext>
            </a:extLst>
          </p:cNvPr>
          <p:cNvSpPr txBox="1">
            <a:spLocks/>
          </p:cNvSpPr>
          <p:nvPr/>
        </p:nvSpPr>
        <p:spPr>
          <a:xfrm>
            <a:off x="878971" y="952073"/>
            <a:ext cx="1105573" cy="194444"/>
          </a:xfrm>
          <a:prstGeom prst="rect">
            <a:avLst/>
          </a:prstGeom>
        </p:spPr>
        <p:txBody>
          <a:bodyPr lIns="0" tIns="0" rIns="0" bIns="0" anchor="b"/>
          <a:lstStyle>
            <a:lvl1pPr marL="0" indent="0" algn="l" defTabSz="777240" rtl="0" eaLnBrk="1" latinLnBrk="0" hangingPunct="1">
              <a:lnSpc>
                <a:spcPct val="90000"/>
              </a:lnSpc>
              <a:spcBef>
                <a:spcPts val="600"/>
              </a:spcBef>
              <a:buFont typeface="Arial" panose="020B0604020202020204" pitchFamily="34" charset="0"/>
              <a:buNone/>
              <a:defRPr sz="1000" b="0" i="0" kern="1200">
                <a:solidFill>
                  <a:schemeClr val="tx1"/>
                </a:solidFill>
                <a:latin typeface="IBM Plex Sans" panose="020B0503050000000000" pitchFamily="34" charset="77"/>
                <a:ea typeface="+mn-ea"/>
                <a:cs typeface="+mn-cs"/>
              </a:defRPr>
            </a:lvl1pPr>
            <a:lvl2pPr marL="388620" indent="0" algn="l" defTabSz="777240" rtl="0" eaLnBrk="1" latinLnBrk="0" hangingPunct="1">
              <a:lnSpc>
                <a:spcPct val="90000"/>
              </a:lnSpc>
              <a:spcBef>
                <a:spcPts val="600"/>
              </a:spcBef>
              <a:buFont typeface="Arial" panose="020B0604020202020204" pitchFamily="34" charset="0"/>
              <a:buNone/>
              <a:defRPr sz="1000" b="0" i="0" kern="1200">
                <a:solidFill>
                  <a:schemeClr val="tx1"/>
                </a:solidFill>
                <a:latin typeface="IBM Plex Sans" panose="020B0503050000000000" pitchFamily="34" charset="77"/>
                <a:ea typeface="+mn-ea"/>
                <a:cs typeface="+mn-cs"/>
              </a:defRPr>
            </a:lvl2pPr>
            <a:lvl3pPr marL="777240" indent="0" algn="l" defTabSz="777240" rtl="0" eaLnBrk="1" latinLnBrk="0" hangingPunct="1">
              <a:lnSpc>
                <a:spcPct val="90000"/>
              </a:lnSpc>
              <a:spcBef>
                <a:spcPts val="600"/>
              </a:spcBef>
              <a:buFont typeface="Arial" panose="020B0604020202020204" pitchFamily="34" charset="0"/>
              <a:buNone/>
              <a:defRPr sz="1000" b="0" i="0" kern="1200">
                <a:solidFill>
                  <a:schemeClr val="tx1"/>
                </a:solidFill>
                <a:latin typeface="IBM Plex Sans" panose="020B0503050000000000" pitchFamily="34" charset="77"/>
                <a:ea typeface="+mn-ea"/>
                <a:cs typeface="+mn-cs"/>
              </a:defRPr>
            </a:lvl3pPr>
            <a:lvl4pPr marL="1165860" indent="0" algn="l" defTabSz="777240" rtl="0" eaLnBrk="1" latinLnBrk="0" hangingPunct="1">
              <a:lnSpc>
                <a:spcPct val="90000"/>
              </a:lnSpc>
              <a:spcBef>
                <a:spcPts val="600"/>
              </a:spcBef>
              <a:buFont typeface="Arial" panose="020B0604020202020204" pitchFamily="34" charset="0"/>
              <a:buNone/>
              <a:defRPr sz="1000" b="0" i="0" kern="1200">
                <a:solidFill>
                  <a:schemeClr val="tx1"/>
                </a:solidFill>
                <a:latin typeface="IBM Plex Sans" panose="020B0503050000000000" pitchFamily="34" charset="77"/>
                <a:ea typeface="+mn-ea"/>
                <a:cs typeface="+mn-cs"/>
              </a:defRPr>
            </a:lvl4pPr>
            <a:lvl5pPr marL="1554480" indent="0" algn="l" defTabSz="777240" rtl="0" eaLnBrk="1" latinLnBrk="0" hangingPunct="1">
              <a:lnSpc>
                <a:spcPct val="90000"/>
              </a:lnSpc>
              <a:spcBef>
                <a:spcPts val="600"/>
              </a:spcBef>
              <a:buFont typeface="Arial" panose="020B0604020202020204" pitchFamily="34" charset="0"/>
              <a:buNone/>
              <a:defRPr sz="1000" b="0" i="0" kern="1200">
                <a:solidFill>
                  <a:schemeClr val="tx1"/>
                </a:solidFill>
                <a:latin typeface="IBM Plex Sans" panose="020B0503050000000000" pitchFamily="34" charset="77"/>
                <a:ea typeface="+mn-ea"/>
                <a:cs typeface="+mn-cs"/>
              </a:defRPr>
            </a:lvl5pPr>
            <a:lvl6pPr marL="213741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6pPr>
            <a:lvl7pPr marL="252603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7pPr>
            <a:lvl8pPr marL="291465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8pPr>
            <a:lvl9pPr marL="330327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9pPr>
          </a:lstStyle>
          <a:p>
            <a:pPr marL="0" marR="0" lvl="0" indent="0" algn="l" defTabSz="647674" rtl="0" eaLnBrk="1" fontAlgn="auto" latinLnBrk="0" hangingPunct="1">
              <a:lnSpc>
                <a:spcPct val="100000"/>
              </a:lnSpc>
              <a:spcBef>
                <a:spcPts val="500"/>
              </a:spcBef>
              <a:spcAft>
                <a:spcPts val="0"/>
              </a:spcAft>
              <a:buClrTx/>
              <a:buSzTx/>
              <a:buFont typeface="Arial" panose="020B0604020202020204" pitchFamily="34" charset="0"/>
              <a:buNone/>
              <a:tabLst/>
              <a:defRPr/>
            </a:pPr>
            <a:r>
              <a:rPr kumimoji="0" lang="en-US" sz="1200" b="0" i="0" u="none" strike="noStrike" kern="1200" cap="none" spc="250" normalizeH="0" baseline="0" noProof="0">
                <a:ln>
                  <a:noFill/>
                </a:ln>
                <a:solidFill>
                  <a:srgbClr val="000000">
                    <a:lumMod val="75000"/>
                    <a:lumOff val="25000"/>
                  </a:srgbClr>
                </a:solidFill>
                <a:effectLst/>
                <a:uLnTx/>
                <a:uFillTx/>
                <a:latin typeface="Montserrat" pitchFamily="2" charset="77"/>
                <a:ea typeface="+mn-ea"/>
                <a:cs typeface="+mn-cs"/>
              </a:rPr>
              <a:t>TOPIC</a:t>
            </a:r>
          </a:p>
        </p:txBody>
      </p:sp>
      <p:cxnSp>
        <p:nvCxnSpPr>
          <p:cNvPr id="142" name="Straight Connector 141">
            <a:extLst>
              <a:ext uri="{FF2B5EF4-FFF2-40B4-BE49-F238E27FC236}">
                <a16:creationId xmlns:a16="http://schemas.microsoft.com/office/drawing/2014/main" id="{CAF3347E-7396-B26D-772C-4D59FBA7AC07}"/>
              </a:ext>
            </a:extLst>
          </p:cNvPr>
          <p:cNvCxnSpPr>
            <a:cxnSpLocks/>
          </p:cNvCxnSpPr>
          <p:nvPr/>
        </p:nvCxnSpPr>
        <p:spPr>
          <a:xfrm>
            <a:off x="796190" y="1221248"/>
            <a:ext cx="10479474" cy="0"/>
          </a:xfrm>
          <a:prstGeom prst="line">
            <a:avLst/>
          </a:prstGeom>
          <a:noFill/>
          <a:ln w="38100" cap="flat" cmpd="sng" algn="ctr">
            <a:solidFill>
              <a:schemeClr val="tx2"/>
            </a:solidFill>
            <a:prstDash val="solid"/>
            <a:miter lim="800000"/>
          </a:ln>
          <a:effectLst/>
        </p:spPr>
      </p:cxnSp>
      <p:cxnSp>
        <p:nvCxnSpPr>
          <p:cNvPr id="143" name="Straight Connector 142">
            <a:extLst>
              <a:ext uri="{FF2B5EF4-FFF2-40B4-BE49-F238E27FC236}">
                <a16:creationId xmlns:a16="http://schemas.microsoft.com/office/drawing/2014/main" id="{B3A62A1C-E4DA-E643-660B-BB82D7B9774C}"/>
              </a:ext>
            </a:extLst>
          </p:cNvPr>
          <p:cNvCxnSpPr>
            <a:cxnSpLocks/>
          </p:cNvCxnSpPr>
          <p:nvPr/>
        </p:nvCxnSpPr>
        <p:spPr>
          <a:xfrm>
            <a:off x="744629" y="1656931"/>
            <a:ext cx="10489921" cy="0"/>
          </a:xfrm>
          <a:prstGeom prst="line">
            <a:avLst/>
          </a:prstGeom>
          <a:noFill/>
          <a:ln w="12700" cap="flat" cmpd="sng" algn="ctr">
            <a:solidFill>
              <a:schemeClr val="tx2"/>
            </a:solidFill>
            <a:prstDash val="solid"/>
            <a:miter lim="800000"/>
          </a:ln>
          <a:effectLst/>
        </p:spPr>
      </p:cxnSp>
      <p:cxnSp>
        <p:nvCxnSpPr>
          <p:cNvPr id="151" name="Straight Connector 150">
            <a:extLst>
              <a:ext uri="{FF2B5EF4-FFF2-40B4-BE49-F238E27FC236}">
                <a16:creationId xmlns:a16="http://schemas.microsoft.com/office/drawing/2014/main" id="{3F14BB83-26F6-F81B-257F-AB1BDE8BC505}"/>
              </a:ext>
            </a:extLst>
          </p:cNvPr>
          <p:cNvCxnSpPr>
            <a:cxnSpLocks/>
          </p:cNvCxnSpPr>
          <p:nvPr/>
        </p:nvCxnSpPr>
        <p:spPr>
          <a:xfrm>
            <a:off x="744629" y="4025152"/>
            <a:ext cx="10479474" cy="0"/>
          </a:xfrm>
          <a:prstGeom prst="line">
            <a:avLst/>
          </a:prstGeom>
          <a:noFill/>
          <a:ln w="12700" cap="flat" cmpd="sng" algn="ctr">
            <a:solidFill>
              <a:schemeClr val="tx2"/>
            </a:solidFill>
            <a:prstDash val="solid"/>
            <a:miter lim="800000"/>
          </a:ln>
          <a:effectLst/>
        </p:spPr>
      </p:cxnSp>
      <p:sp>
        <p:nvSpPr>
          <p:cNvPr id="4" name="Text Placeholder 7">
            <a:extLst>
              <a:ext uri="{FF2B5EF4-FFF2-40B4-BE49-F238E27FC236}">
                <a16:creationId xmlns:a16="http://schemas.microsoft.com/office/drawing/2014/main" id="{0754A7B2-5729-37BA-4CC5-BFF820B38880}"/>
              </a:ext>
            </a:extLst>
          </p:cNvPr>
          <p:cNvSpPr txBox="1">
            <a:spLocks/>
          </p:cNvSpPr>
          <p:nvPr/>
        </p:nvSpPr>
        <p:spPr>
          <a:xfrm>
            <a:off x="744629" y="1649212"/>
            <a:ext cx="799704" cy="479019"/>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300"/>
              </a:spcAft>
              <a:buFont typeface="Arial" panose="020B0604020202020204" pitchFamily="34" charset="0"/>
              <a:buNone/>
              <a:defRPr sz="3200" b="0" i="0" kern="1200">
                <a:solidFill>
                  <a:schemeClr val="tx2"/>
                </a:solidFill>
                <a:latin typeface="+mj-lt"/>
                <a:ea typeface="+mn-ea"/>
                <a:cs typeface="+mn-cs"/>
              </a:defRPr>
            </a:lvl1pPr>
            <a:lvl2pPr marL="457200" indent="-228600" algn="l" defTabSz="914400" rtl="0" eaLnBrk="1" latinLnBrk="0" hangingPunct="1">
              <a:lnSpc>
                <a:spcPct val="100000"/>
              </a:lnSpc>
              <a:spcBef>
                <a:spcPts val="0"/>
              </a:spcBef>
              <a:spcAft>
                <a:spcPts val="300"/>
              </a:spcAft>
              <a:buFont typeface="Arial" panose="020B0604020202020204" pitchFamily="34" charset="0"/>
              <a:buChar char="–"/>
              <a:defRPr sz="1600" b="0" i="0" kern="1200">
                <a:solidFill>
                  <a:srgbClr val="00174C"/>
                </a:solidFill>
                <a:latin typeface="IBM Plex Sans Light" panose="020B0403050203000203" pitchFamily="34" charset="0"/>
                <a:ea typeface="+mn-ea"/>
                <a:cs typeface="+mn-cs"/>
              </a:defRPr>
            </a:lvl2pPr>
            <a:lvl3pPr marL="685800" indent="-228600" algn="l" defTabSz="914400" rtl="0" eaLnBrk="1" latinLnBrk="0" hangingPunct="1">
              <a:lnSpc>
                <a:spcPct val="100000"/>
              </a:lnSpc>
              <a:spcBef>
                <a:spcPts val="0"/>
              </a:spcBef>
              <a:spcAft>
                <a:spcPts val="300"/>
              </a:spcAft>
              <a:buFont typeface="Arial" panose="020B0604020202020204" pitchFamily="34" charset="0"/>
              <a:buChar char="•"/>
              <a:defRPr sz="1400" b="0" i="0" kern="1200">
                <a:solidFill>
                  <a:srgbClr val="00174C"/>
                </a:solidFill>
                <a:latin typeface="IBM Plex Sans Light" panose="020B0403050203000203" pitchFamily="34" charset="0"/>
                <a:ea typeface="+mn-ea"/>
                <a:cs typeface="+mn-cs"/>
              </a:defRPr>
            </a:lvl3pPr>
            <a:lvl4pPr marL="914400" indent="-228600" algn="l" defTabSz="914400" rtl="0" eaLnBrk="1" latinLnBrk="0" hangingPunct="1">
              <a:lnSpc>
                <a:spcPct val="100000"/>
              </a:lnSpc>
              <a:spcBef>
                <a:spcPts val="0"/>
              </a:spcBef>
              <a:spcAft>
                <a:spcPts val="300"/>
              </a:spcAft>
              <a:buFont typeface="Arial" panose="020B0604020202020204" pitchFamily="34" charset="0"/>
              <a:buChar char="–"/>
              <a:defRPr sz="1400" b="0" i="0" kern="1200">
                <a:solidFill>
                  <a:srgbClr val="00174C"/>
                </a:solidFill>
                <a:latin typeface="IBM Plex Sans Light" panose="020B0403050203000203" pitchFamily="34" charset="0"/>
                <a:ea typeface="+mn-ea"/>
                <a:cs typeface="+mn-cs"/>
              </a:defRPr>
            </a:lvl4pPr>
            <a:lvl5pPr marL="1143000" indent="-228600" algn="l" defTabSz="914400" rtl="0" eaLnBrk="1" latinLnBrk="0" hangingPunct="1">
              <a:lnSpc>
                <a:spcPct val="100000"/>
              </a:lnSpc>
              <a:spcBef>
                <a:spcPts val="0"/>
              </a:spcBef>
              <a:spcAft>
                <a:spcPts val="300"/>
              </a:spcAft>
              <a:buFont typeface="Arial" panose="020B0604020202020204" pitchFamily="34" charset="0"/>
              <a:buChar char="•"/>
              <a:defRPr sz="1400" b="0" i="0" kern="1200">
                <a:solidFill>
                  <a:srgbClr val="00174C"/>
                </a:solidFill>
                <a:latin typeface="IBM Plex Sans Light" panose="020B0403050203000203" pitchFamily="34" charset="0"/>
                <a:ea typeface="+mn-ea"/>
                <a:cs typeface="+mn-cs"/>
              </a:defRPr>
            </a:lvl5pPr>
            <a:lvl6pPr marL="10795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6pPr>
            <a:lvl7pPr marL="126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7pPr>
            <a:lvl8pPr marL="144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8pPr>
            <a:lvl9pPr marL="162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2400" b="0" i="0" u="none" strike="noStrike" kern="1200" cap="none" spc="0" normalizeH="0" baseline="0" noProof="0">
                <a:ln>
                  <a:noFill/>
                </a:ln>
                <a:solidFill>
                  <a:schemeClr val="accent1"/>
                </a:solidFill>
                <a:effectLst>
                  <a:outerShdw blurRad="381000" dist="25400" sx="102000" sy="102000" algn="ctr" rotWithShape="0">
                    <a:srgbClr val="006EE5">
                      <a:alpha val="15000"/>
                    </a:srgbClr>
                  </a:outerShdw>
                </a:effectLst>
                <a:uLnTx/>
                <a:uFillTx/>
                <a:latin typeface="Montserrat" pitchFamily="2" charset="77"/>
                <a:ea typeface="+mn-ea"/>
                <a:cs typeface="+mn-cs"/>
              </a:rPr>
              <a:t>02</a:t>
            </a:r>
          </a:p>
        </p:txBody>
      </p:sp>
      <p:sp>
        <p:nvSpPr>
          <p:cNvPr id="7" name="Text Placeholder 11">
            <a:extLst>
              <a:ext uri="{FF2B5EF4-FFF2-40B4-BE49-F238E27FC236}">
                <a16:creationId xmlns:a16="http://schemas.microsoft.com/office/drawing/2014/main" id="{31E00338-5619-11A3-BAFF-7FB71EE17928}"/>
              </a:ext>
            </a:extLst>
          </p:cNvPr>
          <p:cNvSpPr txBox="1">
            <a:spLocks/>
          </p:cNvSpPr>
          <p:nvPr/>
        </p:nvSpPr>
        <p:spPr>
          <a:xfrm>
            <a:off x="744629" y="2813469"/>
            <a:ext cx="799704" cy="479019"/>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300"/>
              </a:spcAft>
              <a:buFont typeface="Arial" panose="020B0604020202020204" pitchFamily="34" charset="0"/>
              <a:buNone/>
              <a:defRPr sz="3200" b="0" i="0" kern="1200">
                <a:solidFill>
                  <a:schemeClr val="tx2"/>
                </a:solidFill>
                <a:latin typeface="+mj-lt"/>
                <a:ea typeface="+mn-ea"/>
                <a:cs typeface="+mn-cs"/>
              </a:defRPr>
            </a:lvl1pPr>
            <a:lvl2pPr marL="457200" indent="-228600"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lumMod val="75000"/>
                    <a:lumOff val="25000"/>
                  </a:schemeClr>
                </a:solidFill>
                <a:latin typeface="+mn-lt"/>
                <a:ea typeface="+mn-ea"/>
                <a:cs typeface="+mn-cs"/>
              </a:defRPr>
            </a:lvl2pPr>
            <a:lvl3pPr marL="685800" indent="-228600" algn="l" defTabSz="914400" rtl="0" eaLnBrk="1" latinLnBrk="0" hangingPunct="1">
              <a:lnSpc>
                <a:spcPct val="100000"/>
              </a:lnSpc>
              <a:spcBef>
                <a:spcPts val="0"/>
              </a:spcBef>
              <a:spcAft>
                <a:spcPts val="300"/>
              </a:spcAft>
              <a:buFont typeface="Arial" panose="020B0604020202020204" pitchFamily="34" charset="0"/>
              <a:buChar char="•"/>
              <a:defRPr sz="1400" kern="1200">
                <a:solidFill>
                  <a:schemeClr val="tx1">
                    <a:lumMod val="75000"/>
                    <a:lumOff val="25000"/>
                  </a:schemeClr>
                </a:solidFill>
                <a:latin typeface="+mn-lt"/>
                <a:ea typeface="+mn-ea"/>
                <a:cs typeface="+mn-cs"/>
              </a:defRPr>
            </a:lvl3pPr>
            <a:lvl4pPr marL="914400" indent="-228600" algn="l" defTabSz="914400" rtl="0" eaLnBrk="1" latinLnBrk="0" hangingPunct="1">
              <a:lnSpc>
                <a:spcPct val="100000"/>
              </a:lnSpc>
              <a:spcBef>
                <a:spcPts val="0"/>
              </a:spcBef>
              <a:spcAft>
                <a:spcPts val="300"/>
              </a:spcAft>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143000" indent="-228600" algn="l" defTabSz="914400" rtl="0" eaLnBrk="1" latinLnBrk="0" hangingPunct="1">
              <a:lnSpc>
                <a:spcPct val="100000"/>
              </a:lnSpc>
              <a:spcBef>
                <a:spcPts val="0"/>
              </a:spcBef>
              <a:spcAft>
                <a:spcPts val="300"/>
              </a:spcAft>
              <a:buFont typeface="Arial" panose="020B0604020202020204" pitchFamily="34" charset="0"/>
              <a:buChar char="•"/>
              <a:defRPr sz="1400" kern="1200">
                <a:solidFill>
                  <a:schemeClr val="tx1">
                    <a:lumMod val="75000"/>
                    <a:lumOff val="25000"/>
                  </a:schemeClr>
                </a:solidFill>
                <a:latin typeface="+mn-lt"/>
                <a:ea typeface="+mn-ea"/>
                <a:cs typeface="+mn-cs"/>
              </a:defRPr>
            </a:lvl5pPr>
            <a:lvl6pPr marL="10795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6pPr>
            <a:lvl7pPr marL="126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7pPr>
            <a:lvl8pPr marL="144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8pPr>
            <a:lvl9pPr marL="162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2400" b="0" i="0" u="none" strike="noStrike" kern="1200" cap="none" spc="0" normalizeH="0" baseline="0" noProof="0">
                <a:ln>
                  <a:noFill/>
                </a:ln>
                <a:solidFill>
                  <a:schemeClr val="accent1"/>
                </a:solidFill>
                <a:effectLst>
                  <a:outerShdw blurRad="381000" dist="25400" sx="102000" sy="102000" algn="ctr" rotWithShape="0">
                    <a:srgbClr val="006EE5">
                      <a:alpha val="15000"/>
                    </a:srgbClr>
                  </a:outerShdw>
                </a:effectLst>
                <a:uLnTx/>
                <a:uFillTx/>
                <a:latin typeface="Montserrat" pitchFamily="2" charset="77"/>
                <a:ea typeface="+mn-ea"/>
                <a:cs typeface="+mn-cs"/>
              </a:rPr>
              <a:t>04</a:t>
            </a:r>
          </a:p>
        </p:txBody>
      </p:sp>
      <p:sp>
        <p:nvSpPr>
          <p:cNvPr id="8" name="Text Placeholder 11">
            <a:extLst>
              <a:ext uri="{FF2B5EF4-FFF2-40B4-BE49-F238E27FC236}">
                <a16:creationId xmlns:a16="http://schemas.microsoft.com/office/drawing/2014/main" id="{D7CD0002-0816-D81E-8E98-17B201F8556D}"/>
              </a:ext>
            </a:extLst>
          </p:cNvPr>
          <p:cNvSpPr txBox="1">
            <a:spLocks/>
          </p:cNvSpPr>
          <p:nvPr/>
        </p:nvSpPr>
        <p:spPr>
          <a:xfrm>
            <a:off x="744629" y="3610123"/>
            <a:ext cx="799704" cy="479019"/>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300"/>
              </a:spcAft>
              <a:buFont typeface="Arial" panose="020B0604020202020204" pitchFamily="34" charset="0"/>
              <a:buNone/>
              <a:defRPr sz="3200" b="0" i="0" kern="1200">
                <a:solidFill>
                  <a:schemeClr val="tx2"/>
                </a:solidFill>
                <a:latin typeface="+mj-lt"/>
                <a:ea typeface="+mn-ea"/>
                <a:cs typeface="+mn-cs"/>
              </a:defRPr>
            </a:lvl1pPr>
            <a:lvl2pPr marL="457200" indent="-228600"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lumMod val="75000"/>
                    <a:lumOff val="25000"/>
                  </a:schemeClr>
                </a:solidFill>
                <a:latin typeface="+mn-lt"/>
                <a:ea typeface="+mn-ea"/>
                <a:cs typeface="+mn-cs"/>
              </a:defRPr>
            </a:lvl2pPr>
            <a:lvl3pPr marL="685800" indent="-228600" algn="l" defTabSz="914400" rtl="0" eaLnBrk="1" latinLnBrk="0" hangingPunct="1">
              <a:lnSpc>
                <a:spcPct val="100000"/>
              </a:lnSpc>
              <a:spcBef>
                <a:spcPts val="0"/>
              </a:spcBef>
              <a:spcAft>
                <a:spcPts val="300"/>
              </a:spcAft>
              <a:buFont typeface="Arial" panose="020B0604020202020204" pitchFamily="34" charset="0"/>
              <a:buChar char="•"/>
              <a:defRPr sz="1400" kern="1200">
                <a:solidFill>
                  <a:schemeClr val="tx1">
                    <a:lumMod val="75000"/>
                    <a:lumOff val="25000"/>
                  </a:schemeClr>
                </a:solidFill>
                <a:latin typeface="+mn-lt"/>
                <a:ea typeface="+mn-ea"/>
                <a:cs typeface="+mn-cs"/>
              </a:defRPr>
            </a:lvl3pPr>
            <a:lvl4pPr marL="914400" indent="-228600" algn="l" defTabSz="914400" rtl="0" eaLnBrk="1" latinLnBrk="0" hangingPunct="1">
              <a:lnSpc>
                <a:spcPct val="100000"/>
              </a:lnSpc>
              <a:spcBef>
                <a:spcPts val="0"/>
              </a:spcBef>
              <a:spcAft>
                <a:spcPts val="300"/>
              </a:spcAft>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143000" indent="-228600" algn="l" defTabSz="914400" rtl="0" eaLnBrk="1" latinLnBrk="0" hangingPunct="1">
              <a:lnSpc>
                <a:spcPct val="100000"/>
              </a:lnSpc>
              <a:spcBef>
                <a:spcPts val="0"/>
              </a:spcBef>
              <a:spcAft>
                <a:spcPts val="300"/>
              </a:spcAft>
              <a:buFont typeface="Arial" panose="020B0604020202020204" pitchFamily="34" charset="0"/>
              <a:buChar char="•"/>
              <a:defRPr sz="1400" kern="1200">
                <a:solidFill>
                  <a:schemeClr val="tx1">
                    <a:lumMod val="75000"/>
                    <a:lumOff val="25000"/>
                  </a:schemeClr>
                </a:solidFill>
                <a:latin typeface="+mn-lt"/>
                <a:ea typeface="+mn-ea"/>
                <a:cs typeface="+mn-cs"/>
              </a:defRPr>
            </a:lvl5pPr>
            <a:lvl6pPr marL="10795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6pPr>
            <a:lvl7pPr marL="126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7pPr>
            <a:lvl8pPr marL="144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8pPr>
            <a:lvl9pPr marL="162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2400" b="0" i="0" u="none" strike="noStrike" kern="1200" cap="none" spc="0" normalizeH="0" baseline="0" noProof="0">
                <a:ln>
                  <a:noFill/>
                </a:ln>
                <a:solidFill>
                  <a:schemeClr val="accent1"/>
                </a:solidFill>
                <a:effectLst>
                  <a:outerShdw blurRad="381000" dist="25400" sx="102000" sy="102000" algn="ctr" rotWithShape="0">
                    <a:srgbClr val="006EE5">
                      <a:alpha val="15000"/>
                    </a:srgbClr>
                  </a:outerShdw>
                </a:effectLst>
                <a:uLnTx/>
                <a:uFillTx/>
                <a:latin typeface="Montserrat" pitchFamily="2" charset="77"/>
                <a:ea typeface="+mn-ea"/>
                <a:cs typeface="+mn-cs"/>
              </a:rPr>
              <a:t>05</a:t>
            </a:r>
          </a:p>
        </p:txBody>
      </p:sp>
      <p:sp>
        <p:nvSpPr>
          <p:cNvPr id="9" name="Text Placeholder 7">
            <a:extLst>
              <a:ext uri="{FF2B5EF4-FFF2-40B4-BE49-F238E27FC236}">
                <a16:creationId xmlns:a16="http://schemas.microsoft.com/office/drawing/2014/main" id="{04ABBC89-EEC8-89D8-4B2B-F5F774610ECB}"/>
              </a:ext>
            </a:extLst>
          </p:cNvPr>
          <p:cNvSpPr txBox="1">
            <a:spLocks/>
          </p:cNvSpPr>
          <p:nvPr/>
        </p:nvSpPr>
        <p:spPr>
          <a:xfrm>
            <a:off x="744629" y="2441029"/>
            <a:ext cx="799704" cy="479019"/>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300"/>
              </a:spcAft>
              <a:buFont typeface="Arial" panose="020B0604020202020204" pitchFamily="34" charset="0"/>
              <a:buNone/>
              <a:defRPr sz="3200" b="0" i="0" kern="1200">
                <a:solidFill>
                  <a:schemeClr val="tx2"/>
                </a:solidFill>
                <a:latin typeface="+mj-lt"/>
                <a:ea typeface="+mn-ea"/>
                <a:cs typeface="+mn-cs"/>
              </a:defRPr>
            </a:lvl1pPr>
            <a:lvl2pPr marL="457200" indent="-228600"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lumMod val="75000"/>
                    <a:lumOff val="25000"/>
                  </a:schemeClr>
                </a:solidFill>
                <a:latin typeface="+mn-lt"/>
                <a:ea typeface="+mn-ea"/>
                <a:cs typeface="+mn-cs"/>
              </a:defRPr>
            </a:lvl2pPr>
            <a:lvl3pPr marL="685800" indent="-228600" algn="l" defTabSz="914400" rtl="0" eaLnBrk="1" latinLnBrk="0" hangingPunct="1">
              <a:lnSpc>
                <a:spcPct val="100000"/>
              </a:lnSpc>
              <a:spcBef>
                <a:spcPts val="0"/>
              </a:spcBef>
              <a:spcAft>
                <a:spcPts val="300"/>
              </a:spcAft>
              <a:buFont typeface="Arial" panose="020B0604020202020204" pitchFamily="34" charset="0"/>
              <a:buChar char="•"/>
              <a:defRPr sz="1400" kern="1200">
                <a:solidFill>
                  <a:schemeClr val="tx1">
                    <a:lumMod val="75000"/>
                    <a:lumOff val="25000"/>
                  </a:schemeClr>
                </a:solidFill>
                <a:latin typeface="+mn-lt"/>
                <a:ea typeface="+mn-ea"/>
                <a:cs typeface="+mn-cs"/>
              </a:defRPr>
            </a:lvl3pPr>
            <a:lvl4pPr marL="914400" indent="-228600" algn="l" defTabSz="914400" rtl="0" eaLnBrk="1" latinLnBrk="0" hangingPunct="1">
              <a:lnSpc>
                <a:spcPct val="100000"/>
              </a:lnSpc>
              <a:spcBef>
                <a:spcPts val="0"/>
              </a:spcBef>
              <a:spcAft>
                <a:spcPts val="300"/>
              </a:spcAft>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143000" indent="-228600" algn="l" defTabSz="914400" rtl="0" eaLnBrk="1" latinLnBrk="0" hangingPunct="1">
              <a:lnSpc>
                <a:spcPct val="100000"/>
              </a:lnSpc>
              <a:spcBef>
                <a:spcPts val="0"/>
              </a:spcBef>
              <a:spcAft>
                <a:spcPts val="300"/>
              </a:spcAft>
              <a:buFont typeface="Arial" panose="020B0604020202020204" pitchFamily="34" charset="0"/>
              <a:buChar char="•"/>
              <a:defRPr sz="1400" kern="1200">
                <a:solidFill>
                  <a:schemeClr val="tx1">
                    <a:lumMod val="75000"/>
                    <a:lumOff val="25000"/>
                  </a:schemeClr>
                </a:solidFill>
                <a:latin typeface="+mn-lt"/>
                <a:ea typeface="+mn-ea"/>
                <a:cs typeface="+mn-cs"/>
              </a:defRPr>
            </a:lvl5pPr>
            <a:lvl6pPr marL="10795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6pPr>
            <a:lvl7pPr marL="126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7pPr>
            <a:lvl8pPr marL="144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8pPr>
            <a:lvl9pPr marL="162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2400" b="0" i="0" u="none" strike="noStrike" kern="1200" cap="none" spc="0" normalizeH="0" baseline="0" noProof="0">
                <a:ln>
                  <a:noFill/>
                </a:ln>
                <a:solidFill>
                  <a:schemeClr val="accent1"/>
                </a:solidFill>
                <a:effectLst>
                  <a:outerShdw blurRad="381000" dist="25400" sx="102000" sy="102000" algn="ctr" rotWithShape="0">
                    <a:srgbClr val="006EE5">
                      <a:alpha val="15000"/>
                    </a:srgbClr>
                  </a:outerShdw>
                </a:effectLst>
                <a:uLnTx/>
                <a:uFillTx/>
                <a:latin typeface="Montserrat" pitchFamily="2" charset="77"/>
                <a:ea typeface="+mn-ea"/>
                <a:cs typeface="+mn-cs"/>
              </a:rPr>
              <a:t>03</a:t>
            </a:r>
          </a:p>
        </p:txBody>
      </p:sp>
      <p:sp>
        <p:nvSpPr>
          <p:cNvPr id="12" name="Text Placeholder 11">
            <a:extLst>
              <a:ext uri="{FF2B5EF4-FFF2-40B4-BE49-F238E27FC236}">
                <a16:creationId xmlns:a16="http://schemas.microsoft.com/office/drawing/2014/main" id="{4E5E7236-32C8-A033-8F10-76C1A5930AEA}"/>
              </a:ext>
            </a:extLst>
          </p:cNvPr>
          <p:cNvSpPr txBox="1">
            <a:spLocks/>
          </p:cNvSpPr>
          <p:nvPr/>
        </p:nvSpPr>
        <p:spPr>
          <a:xfrm>
            <a:off x="744629" y="4048440"/>
            <a:ext cx="799704" cy="479019"/>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300"/>
              </a:spcAft>
              <a:buFont typeface="Arial" panose="020B0604020202020204" pitchFamily="34" charset="0"/>
              <a:buNone/>
              <a:defRPr sz="3200" b="0" i="0" kern="1200">
                <a:solidFill>
                  <a:schemeClr val="tx2"/>
                </a:solidFill>
                <a:latin typeface="+mj-lt"/>
                <a:ea typeface="+mn-ea"/>
                <a:cs typeface="+mn-cs"/>
              </a:defRPr>
            </a:lvl1pPr>
            <a:lvl2pPr marL="457200" indent="-228600"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lumMod val="75000"/>
                    <a:lumOff val="25000"/>
                  </a:schemeClr>
                </a:solidFill>
                <a:latin typeface="+mn-lt"/>
                <a:ea typeface="+mn-ea"/>
                <a:cs typeface="+mn-cs"/>
              </a:defRPr>
            </a:lvl2pPr>
            <a:lvl3pPr marL="685800" indent="-228600" algn="l" defTabSz="914400" rtl="0" eaLnBrk="1" latinLnBrk="0" hangingPunct="1">
              <a:lnSpc>
                <a:spcPct val="100000"/>
              </a:lnSpc>
              <a:spcBef>
                <a:spcPts val="0"/>
              </a:spcBef>
              <a:spcAft>
                <a:spcPts val="300"/>
              </a:spcAft>
              <a:buFont typeface="Arial" panose="020B0604020202020204" pitchFamily="34" charset="0"/>
              <a:buChar char="•"/>
              <a:defRPr sz="1400" kern="1200">
                <a:solidFill>
                  <a:schemeClr val="tx1">
                    <a:lumMod val="75000"/>
                    <a:lumOff val="25000"/>
                  </a:schemeClr>
                </a:solidFill>
                <a:latin typeface="+mn-lt"/>
                <a:ea typeface="+mn-ea"/>
                <a:cs typeface="+mn-cs"/>
              </a:defRPr>
            </a:lvl3pPr>
            <a:lvl4pPr marL="914400" indent="-228600" algn="l" defTabSz="914400" rtl="0" eaLnBrk="1" latinLnBrk="0" hangingPunct="1">
              <a:lnSpc>
                <a:spcPct val="100000"/>
              </a:lnSpc>
              <a:spcBef>
                <a:spcPts val="0"/>
              </a:spcBef>
              <a:spcAft>
                <a:spcPts val="300"/>
              </a:spcAft>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143000" indent="-228600" algn="l" defTabSz="914400" rtl="0" eaLnBrk="1" latinLnBrk="0" hangingPunct="1">
              <a:lnSpc>
                <a:spcPct val="100000"/>
              </a:lnSpc>
              <a:spcBef>
                <a:spcPts val="0"/>
              </a:spcBef>
              <a:spcAft>
                <a:spcPts val="300"/>
              </a:spcAft>
              <a:buFont typeface="Arial" panose="020B0604020202020204" pitchFamily="34" charset="0"/>
              <a:buChar char="•"/>
              <a:defRPr sz="1400" kern="1200">
                <a:solidFill>
                  <a:schemeClr val="tx1">
                    <a:lumMod val="75000"/>
                    <a:lumOff val="25000"/>
                  </a:schemeClr>
                </a:solidFill>
                <a:latin typeface="+mn-lt"/>
                <a:ea typeface="+mn-ea"/>
                <a:cs typeface="+mn-cs"/>
              </a:defRPr>
            </a:lvl5pPr>
            <a:lvl6pPr marL="10795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6pPr>
            <a:lvl7pPr marL="126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7pPr>
            <a:lvl8pPr marL="144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8pPr>
            <a:lvl9pPr marL="162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2400" b="0" i="0" u="none" strike="noStrike" kern="1200" cap="none" spc="0" normalizeH="0" baseline="0" noProof="0">
                <a:ln>
                  <a:noFill/>
                </a:ln>
                <a:solidFill>
                  <a:schemeClr val="accent1"/>
                </a:solidFill>
                <a:effectLst>
                  <a:outerShdw blurRad="381000" dist="25400" sx="102000" sy="102000" algn="ctr" rotWithShape="0">
                    <a:srgbClr val="006EE5">
                      <a:alpha val="15000"/>
                    </a:srgbClr>
                  </a:outerShdw>
                </a:effectLst>
                <a:uLnTx/>
                <a:uFillTx/>
                <a:latin typeface="Montserrat" pitchFamily="2" charset="77"/>
                <a:ea typeface="+mn-ea"/>
                <a:cs typeface="+mn-cs"/>
              </a:rPr>
              <a:t>06</a:t>
            </a:r>
          </a:p>
        </p:txBody>
      </p:sp>
      <p:sp>
        <p:nvSpPr>
          <p:cNvPr id="15" name="Text Placeholder 10">
            <a:extLst>
              <a:ext uri="{FF2B5EF4-FFF2-40B4-BE49-F238E27FC236}">
                <a16:creationId xmlns:a16="http://schemas.microsoft.com/office/drawing/2014/main" id="{69207E7A-871B-C1C3-99AF-A6AB696537D6}"/>
              </a:ext>
            </a:extLst>
          </p:cNvPr>
          <p:cNvSpPr txBox="1">
            <a:spLocks/>
          </p:cNvSpPr>
          <p:nvPr/>
        </p:nvSpPr>
        <p:spPr>
          <a:xfrm>
            <a:off x="744629" y="1244026"/>
            <a:ext cx="720783" cy="479019"/>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300"/>
              </a:spcAft>
              <a:buFont typeface="Arial" panose="020B0604020202020204" pitchFamily="34" charset="0"/>
              <a:buNone/>
              <a:defRPr sz="3200" b="0" i="0" kern="1200">
                <a:solidFill>
                  <a:schemeClr val="tx2"/>
                </a:solidFill>
                <a:latin typeface="+mj-lt"/>
                <a:ea typeface="+mn-ea"/>
                <a:cs typeface="+mn-cs"/>
              </a:defRPr>
            </a:lvl1pPr>
            <a:lvl2pPr marL="457200" indent="-228600" algn="l" defTabSz="914400" rtl="0" eaLnBrk="1" latinLnBrk="0" hangingPunct="1">
              <a:lnSpc>
                <a:spcPct val="100000"/>
              </a:lnSpc>
              <a:spcBef>
                <a:spcPts val="0"/>
              </a:spcBef>
              <a:spcAft>
                <a:spcPts val="300"/>
              </a:spcAft>
              <a:buFont typeface="Arial" panose="020B0604020202020204" pitchFamily="34" charset="0"/>
              <a:buChar char="–"/>
              <a:defRPr sz="1600" b="0" i="0" kern="1200">
                <a:solidFill>
                  <a:srgbClr val="00174C"/>
                </a:solidFill>
                <a:latin typeface="IBM Plex Sans Light" panose="020B0403050203000203" pitchFamily="34" charset="0"/>
                <a:ea typeface="+mn-ea"/>
                <a:cs typeface="+mn-cs"/>
              </a:defRPr>
            </a:lvl2pPr>
            <a:lvl3pPr marL="685800" indent="-228600" algn="l" defTabSz="914400" rtl="0" eaLnBrk="1" latinLnBrk="0" hangingPunct="1">
              <a:lnSpc>
                <a:spcPct val="100000"/>
              </a:lnSpc>
              <a:spcBef>
                <a:spcPts val="0"/>
              </a:spcBef>
              <a:spcAft>
                <a:spcPts val="300"/>
              </a:spcAft>
              <a:buFont typeface="Arial" panose="020B0604020202020204" pitchFamily="34" charset="0"/>
              <a:buChar char="•"/>
              <a:defRPr sz="1400" b="0" i="0" kern="1200">
                <a:solidFill>
                  <a:srgbClr val="00174C"/>
                </a:solidFill>
                <a:latin typeface="IBM Plex Sans Light" panose="020B0403050203000203" pitchFamily="34" charset="0"/>
                <a:ea typeface="+mn-ea"/>
                <a:cs typeface="+mn-cs"/>
              </a:defRPr>
            </a:lvl3pPr>
            <a:lvl4pPr marL="914400" indent="-228600" algn="l" defTabSz="914400" rtl="0" eaLnBrk="1" latinLnBrk="0" hangingPunct="1">
              <a:lnSpc>
                <a:spcPct val="100000"/>
              </a:lnSpc>
              <a:spcBef>
                <a:spcPts val="0"/>
              </a:spcBef>
              <a:spcAft>
                <a:spcPts val="300"/>
              </a:spcAft>
              <a:buFont typeface="Arial" panose="020B0604020202020204" pitchFamily="34" charset="0"/>
              <a:buChar char="–"/>
              <a:defRPr sz="1400" b="0" i="0" kern="1200">
                <a:solidFill>
                  <a:srgbClr val="00174C"/>
                </a:solidFill>
                <a:latin typeface="IBM Plex Sans Light" panose="020B0403050203000203" pitchFamily="34" charset="0"/>
                <a:ea typeface="+mn-ea"/>
                <a:cs typeface="+mn-cs"/>
              </a:defRPr>
            </a:lvl4pPr>
            <a:lvl5pPr marL="1143000" indent="-228600" algn="l" defTabSz="914400" rtl="0" eaLnBrk="1" latinLnBrk="0" hangingPunct="1">
              <a:lnSpc>
                <a:spcPct val="100000"/>
              </a:lnSpc>
              <a:spcBef>
                <a:spcPts val="0"/>
              </a:spcBef>
              <a:spcAft>
                <a:spcPts val="300"/>
              </a:spcAft>
              <a:buFont typeface="Arial" panose="020B0604020202020204" pitchFamily="34" charset="0"/>
              <a:buChar char="•"/>
              <a:defRPr sz="1400" b="0" i="0" kern="1200">
                <a:solidFill>
                  <a:srgbClr val="00174C"/>
                </a:solidFill>
                <a:latin typeface="IBM Plex Sans Light" panose="020B0403050203000203" pitchFamily="34" charset="0"/>
                <a:ea typeface="+mn-ea"/>
                <a:cs typeface="+mn-cs"/>
              </a:defRPr>
            </a:lvl5pPr>
            <a:lvl6pPr marL="10795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6pPr>
            <a:lvl7pPr marL="126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7pPr>
            <a:lvl8pPr marL="144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8pPr>
            <a:lvl9pPr marL="162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2400" b="0" i="0" u="none" strike="noStrike" kern="1200" cap="none" spc="0" normalizeH="0" baseline="0" noProof="0">
                <a:ln>
                  <a:noFill/>
                </a:ln>
                <a:solidFill>
                  <a:schemeClr val="accent1"/>
                </a:solidFill>
                <a:effectLst>
                  <a:outerShdw blurRad="381000" dist="25400" sx="102000" sy="102000" algn="ctr" rotWithShape="0">
                    <a:srgbClr val="006EE5">
                      <a:alpha val="15000"/>
                    </a:srgbClr>
                  </a:outerShdw>
                </a:effectLst>
                <a:uLnTx/>
                <a:uFillTx/>
                <a:latin typeface="Montserrat" pitchFamily="2" charset="77"/>
                <a:ea typeface="+mn-ea"/>
                <a:cs typeface="+mn-cs"/>
              </a:rPr>
              <a:t>01</a:t>
            </a:r>
          </a:p>
        </p:txBody>
      </p:sp>
      <p:cxnSp>
        <p:nvCxnSpPr>
          <p:cNvPr id="22" name="Straight Connector 21">
            <a:extLst>
              <a:ext uri="{FF2B5EF4-FFF2-40B4-BE49-F238E27FC236}">
                <a16:creationId xmlns:a16="http://schemas.microsoft.com/office/drawing/2014/main" id="{0799B157-D785-0E02-B067-81348AF53B7D}"/>
              </a:ext>
            </a:extLst>
          </p:cNvPr>
          <p:cNvCxnSpPr>
            <a:cxnSpLocks/>
          </p:cNvCxnSpPr>
          <p:nvPr/>
        </p:nvCxnSpPr>
        <p:spPr>
          <a:xfrm flipV="1">
            <a:off x="744647" y="2452260"/>
            <a:ext cx="10479474" cy="5855"/>
          </a:xfrm>
          <a:prstGeom prst="line">
            <a:avLst/>
          </a:prstGeom>
          <a:noFill/>
          <a:ln w="12700" cap="flat" cmpd="sng" algn="ctr">
            <a:solidFill>
              <a:schemeClr val="tx2"/>
            </a:solidFill>
            <a:prstDash val="solid"/>
            <a:miter lim="800000"/>
          </a:ln>
          <a:effectLst/>
        </p:spPr>
      </p:cxnSp>
      <p:cxnSp>
        <p:nvCxnSpPr>
          <p:cNvPr id="23" name="Straight Connector 22">
            <a:extLst>
              <a:ext uri="{FF2B5EF4-FFF2-40B4-BE49-F238E27FC236}">
                <a16:creationId xmlns:a16="http://schemas.microsoft.com/office/drawing/2014/main" id="{4C43B979-0628-FFA5-3D81-2A6A3E21E52F}"/>
              </a:ext>
            </a:extLst>
          </p:cNvPr>
          <p:cNvCxnSpPr>
            <a:cxnSpLocks/>
          </p:cNvCxnSpPr>
          <p:nvPr/>
        </p:nvCxnSpPr>
        <p:spPr>
          <a:xfrm>
            <a:off x="744629" y="3214781"/>
            <a:ext cx="10479474" cy="0"/>
          </a:xfrm>
          <a:prstGeom prst="line">
            <a:avLst/>
          </a:prstGeom>
          <a:noFill/>
          <a:ln w="12700" cap="flat" cmpd="sng" algn="ctr">
            <a:solidFill>
              <a:schemeClr val="tx2"/>
            </a:solidFill>
            <a:prstDash val="solid"/>
            <a:miter lim="800000"/>
          </a:ln>
          <a:effectLst/>
        </p:spPr>
      </p:cxnSp>
      <p:cxnSp>
        <p:nvCxnSpPr>
          <p:cNvPr id="25" name="Straight Connector 24">
            <a:extLst>
              <a:ext uri="{FF2B5EF4-FFF2-40B4-BE49-F238E27FC236}">
                <a16:creationId xmlns:a16="http://schemas.microsoft.com/office/drawing/2014/main" id="{95DD4D7D-C580-3745-9E64-E7C176966FB6}"/>
              </a:ext>
            </a:extLst>
          </p:cNvPr>
          <p:cNvCxnSpPr>
            <a:cxnSpLocks/>
          </p:cNvCxnSpPr>
          <p:nvPr/>
        </p:nvCxnSpPr>
        <p:spPr>
          <a:xfrm>
            <a:off x="744629" y="3619966"/>
            <a:ext cx="10479474" cy="0"/>
          </a:xfrm>
          <a:prstGeom prst="line">
            <a:avLst/>
          </a:prstGeom>
          <a:noFill/>
          <a:ln w="12700" cap="flat" cmpd="sng" algn="ctr">
            <a:solidFill>
              <a:schemeClr val="tx2"/>
            </a:solidFill>
            <a:prstDash val="solid"/>
            <a:miter lim="800000"/>
          </a:ln>
          <a:effectLst/>
        </p:spPr>
      </p:cxnSp>
      <p:cxnSp>
        <p:nvCxnSpPr>
          <p:cNvPr id="33" name="Straight Connector 32">
            <a:extLst>
              <a:ext uri="{FF2B5EF4-FFF2-40B4-BE49-F238E27FC236}">
                <a16:creationId xmlns:a16="http://schemas.microsoft.com/office/drawing/2014/main" id="{829CAA55-934B-FEA2-EA64-6A32CCB94014}"/>
              </a:ext>
            </a:extLst>
          </p:cNvPr>
          <p:cNvCxnSpPr>
            <a:cxnSpLocks/>
          </p:cNvCxnSpPr>
          <p:nvPr/>
        </p:nvCxnSpPr>
        <p:spPr>
          <a:xfrm flipV="1">
            <a:off x="744647" y="2809595"/>
            <a:ext cx="10479474" cy="5855"/>
          </a:xfrm>
          <a:prstGeom prst="line">
            <a:avLst/>
          </a:prstGeom>
          <a:noFill/>
          <a:ln w="12700" cap="flat" cmpd="sng" algn="ctr">
            <a:solidFill>
              <a:schemeClr val="tx2"/>
            </a:solidFill>
            <a:prstDash val="solid"/>
            <a:miter lim="800000"/>
          </a:ln>
          <a:effectLst/>
        </p:spPr>
      </p:cxnSp>
      <p:sp>
        <p:nvSpPr>
          <p:cNvPr id="14" name="TextBox 2">
            <a:extLst>
              <a:ext uri="{FF2B5EF4-FFF2-40B4-BE49-F238E27FC236}">
                <a16:creationId xmlns:a16="http://schemas.microsoft.com/office/drawing/2014/main" id="{1A3158E1-7695-0C81-4A14-28927869505A}"/>
              </a:ext>
            </a:extLst>
          </p:cNvPr>
          <p:cNvSpPr txBox="1"/>
          <p:nvPr/>
        </p:nvSpPr>
        <p:spPr>
          <a:xfrm>
            <a:off x="1146100" y="1141537"/>
            <a:ext cx="9521952" cy="4200509"/>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en-US"/>
              <a:t>Purpose </a:t>
            </a:r>
          </a:p>
          <a:p>
            <a:pPr>
              <a:lnSpc>
                <a:spcPct val="150000"/>
              </a:lnSpc>
            </a:pPr>
            <a:r>
              <a:rPr lang="en-US"/>
              <a:t>(L3) </a:t>
            </a:r>
            <a:r>
              <a:rPr lang="en-US">
                <a:solidFill>
                  <a:srgbClr val="000000"/>
                </a:solidFill>
              </a:rPr>
              <a:t>Manage Landlord/Tenant</a:t>
            </a:r>
          </a:p>
          <a:p>
            <a:pPr>
              <a:lnSpc>
                <a:spcPct val="150000"/>
              </a:lnSpc>
            </a:pPr>
            <a:r>
              <a:rPr lang="en-US" b="1">
                <a:solidFill>
                  <a:schemeClr val="accent2"/>
                </a:solidFill>
              </a:rPr>
              <a:t>BREAK – 10 Mins</a:t>
            </a:r>
            <a:endParaRPr lang="en-US">
              <a:solidFill>
                <a:schemeClr val="accent2"/>
              </a:solidFill>
            </a:endParaRPr>
          </a:p>
          <a:p>
            <a:pPr>
              <a:lnSpc>
                <a:spcPct val="150000"/>
              </a:lnSpc>
            </a:pPr>
            <a:r>
              <a:rPr lang="en-US">
                <a:solidFill>
                  <a:srgbClr val="000000"/>
                </a:solidFill>
              </a:rPr>
              <a:t>(L3) Manage Customer Transfers</a:t>
            </a:r>
          </a:p>
          <a:p>
            <a:pPr>
              <a:lnSpc>
                <a:spcPct val="150000"/>
              </a:lnSpc>
            </a:pPr>
            <a:r>
              <a:rPr lang="en-US"/>
              <a:t>A-2 Workshop Follow Ups: Move In </a:t>
            </a:r>
            <a:r>
              <a:rPr lang="en-US" err="1"/>
              <a:t>Hardstop</a:t>
            </a:r>
            <a:r>
              <a:rPr lang="en-US"/>
              <a:t>, Change</a:t>
            </a:r>
            <a:r>
              <a:rPr lang="en-US">
                <a:ea typeface="+mn-lt"/>
                <a:cs typeface="+mn-lt"/>
              </a:rPr>
              <a:t> Contract Management, reversals, owner, &amp; Custom Fields associated with Premise</a:t>
            </a:r>
            <a:endParaRPr lang="en-US"/>
          </a:p>
          <a:p>
            <a:pPr>
              <a:lnSpc>
                <a:spcPct val="150000"/>
              </a:lnSpc>
            </a:pPr>
            <a:r>
              <a:rPr lang="en-US"/>
              <a:t>Current and Future State Assumptions</a:t>
            </a:r>
          </a:p>
          <a:p>
            <a:pPr>
              <a:lnSpc>
                <a:spcPct val="150000"/>
              </a:lnSpc>
            </a:pPr>
            <a:r>
              <a:rPr lang="en-US"/>
              <a:t>FRICE-W</a:t>
            </a:r>
          </a:p>
          <a:p>
            <a:pPr>
              <a:lnSpc>
                <a:spcPct val="150000"/>
              </a:lnSpc>
            </a:pPr>
            <a:r>
              <a:rPr lang="en-US"/>
              <a:t>Drafted User Stories</a:t>
            </a:r>
          </a:p>
          <a:p>
            <a:pPr>
              <a:lnSpc>
                <a:spcPct val="150000"/>
              </a:lnSpc>
            </a:pPr>
            <a:r>
              <a:rPr lang="en-US"/>
              <a:t>Decisions, Action Items, Change Impacts, Wrap-Up, and Next Steps</a:t>
            </a:r>
          </a:p>
        </p:txBody>
      </p:sp>
      <p:cxnSp>
        <p:nvCxnSpPr>
          <p:cNvPr id="17" name="Straight Connector 16">
            <a:extLst>
              <a:ext uri="{FF2B5EF4-FFF2-40B4-BE49-F238E27FC236}">
                <a16:creationId xmlns:a16="http://schemas.microsoft.com/office/drawing/2014/main" id="{23CE3659-5291-DEDD-2F76-4488BBA28AFA}"/>
              </a:ext>
            </a:extLst>
          </p:cNvPr>
          <p:cNvCxnSpPr>
            <a:cxnSpLocks/>
          </p:cNvCxnSpPr>
          <p:nvPr/>
        </p:nvCxnSpPr>
        <p:spPr>
          <a:xfrm>
            <a:off x="744629" y="4430337"/>
            <a:ext cx="10479474" cy="0"/>
          </a:xfrm>
          <a:prstGeom prst="line">
            <a:avLst/>
          </a:prstGeom>
          <a:noFill/>
          <a:ln w="12700" cap="flat" cmpd="sng" algn="ctr">
            <a:solidFill>
              <a:schemeClr val="tx2"/>
            </a:solidFill>
            <a:prstDash val="solid"/>
            <a:miter lim="800000"/>
          </a:ln>
          <a:effectLst/>
        </p:spPr>
      </p:cxnSp>
      <p:sp>
        <p:nvSpPr>
          <p:cNvPr id="20" name="Text Placeholder 11">
            <a:extLst>
              <a:ext uri="{FF2B5EF4-FFF2-40B4-BE49-F238E27FC236}">
                <a16:creationId xmlns:a16="http://schemas.microsoft.com/office/drawing/2014/main" id="{E37498B5-50A6-1993-F4E6-D125CEC4558D}"/>
              </a:ext>
            </a:extLst>
          </p:cNvPr>
          <p:cNvSpPr txBox="1">
            <a:spLocks/>
          </p:cNvSpPr>
          <p:nvPr/>
        </p:nvSpPr>
        <p:spPr>
          <a:xfrm>
            <a:off x="744629" y="4453626"/>
            <a:ext cx="799704" cy="479019"/>
          </a:xfrm>
          <a:prstGeom prst="rect">
            <a:avLst/>
          </a:prstGeom>
        </p:spPr>
        <p:txBody>
          <a:bodyPr vert="horz" lIns="0" tIns="0" rIns="0" bIns="0" rtlCol="0" anchor="t">
            <a:noAutofit/>
          </a:bodyPr>
          <a:lstStyle>
            <a:lvl1pPr marL="0" indent="0" algn="l" defTabSz="914400" rtl="0" eaLnBrk="1" latinLnBrk="0" hangingPunct="1">
              <a:lnSpc>
                <a:spcPct val="100000"/>
              </a:lnSpc>
              <a:spcBef>
                <a:spcPts val="0"/>
              </a:spcBef>
              <a:spcAft>
                <a:spcPts val="300"/>
              </a:spcAft>
              <a:buFont typeface="Arial" panose="020B0604020202020204" pitchFamily="34" charset="0"/>
              <a:buNone/>
              <a:defRPr sz="3200" b="0" i="0" kern="1200">
                <a:solidFill>
                  <a:schemeClr val="tx2"/>
                </a:solidFill>
                <a:latin typeface="+mj-lt"/>
                <a:ea typeface="+mn-ea"/>
                <a:cs typeface="+mn-cs"/>
              </a:defRPr>
            </a:lvl1pPr>
            <a:lvl2pPr marL="457200" indent="-228600"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lumMod val="75000"/>
                    <a:lumOff val="25000"/>
                  </a:schemeClr>
                </a:solidFill>
                <a:latin typeface="+mn-lt"/>
                <a:ea typeface="+mn-ea"/>
                <a:cs typeface="+mn-cs"/>
              </a:defRPr>
            </a:lvl2pPr>
            <a:lvl3pPr marL="685800" indent="-228600" algn="l" defTabSz="914400" rtl="0" eaLnBrk="1" latinLnBrk="0" hangingPunct="1">
              <a:lnSpc>
                <a:spcPct val="100000"/>
              </a:lnSpc>
              <a:spcBef>
                <a:spcPts val="0"/>
              </a:spcBef>
              <a:spcAft>
                <a:spcPts val="300"/>
              </a:spcAft>
              <a:buFont typeface="Arial" panose="020B0604020202020204" pitchFamily="34" charset="0"/>
              <a:buChar char="•"/>
              <a:defRPr sz="1400" kern="1200">
                <a:solidFill>
                  <a:schemeClr val="tx1">
                    <a:lumMod val="75000"/>
                    <a:lumOff val="25000"/>
                  </a:schemeClr>
                </a:solidFill>
                <a:latin typeface="+mn-lt"/>
                <a:ea typeface="+mn-ea"/>
                <a:cs typeface="+mn-cs"/>
              </a:defRPr>
            </a:lvl3pPr>
            <a:lvl4pPr marL="914400" indent="-228600" algn="l" defTabSz="914400" rtl="0" eaLnBrk="1" latinLnBrk="0" hangingPunct="1">
              <a:lnSpc>
                <a:spcPct val="100000"/>
              </a:lnSpc>
              <a:spcBef>
                <a:spcPts val="0"/>
              </a:spcBef>
              <a:spcAft>
                <a:spcPts val="300"/>
              </a:spcAft>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143000" indent="-228600" algn="l" defTabSz="914400" rtl="0" eaLnBrk="1" latinLnBrk="0" hangingPunct="1">
              <a:lnSpc>
                <a:spcPct val="100000"/>
              </a:lnSpc>
              <a:spcBef>
                <a:spcPts val="0"/>
              </a:spcBef>
              <a:spcAft>
                <a:spcPts val="300"/>
              </a:spcAft>
              <a:buFont typeface="Arial" panose="020B0604020202020204" pitchFamily="34" charset="0"/>
              <a:buChar char="•"/>
              <a:defRPr sz="1400" kern="1200">
                <a:solidFill>
                  <a:schemeClr val="tx1">
                    <a:lumMod val="75000"/>
                    <a:lumOff val="25000"/>
                  </a:schemeClr>
                </a:solidFill>
                <a:latin typeface="+mn-lt"/>
                <a:ea typeface="+mn-ea"/>
                <a:cs typeface="+mn-cs"/>
              </a:defRPr>
            </a:lvl5pPr>
            <a:lvl6pPr marL="10795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6pPr>
            <a:lvl7pPr marL="126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7pPr>
            <a:lvl8pPr marL="144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8pPr>
            <a:lvl9pPr marL="162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lang="en-US" sz="2400">
                <a:solidFill>
                  <a:schemeClr val="accent1"/>
                </a:solidFill>
                <a:effectLst>
                  <a:outerShdw blurRad="381000" dist="25400" sx="102000" sy="102000" algn="ctr" rotWithShape="0">
                    <a:srgbClr val="006EE5">
                      <a:alpha val="15000"/>
                    </a:srgbClr>
                  </a:outerShdw>
                </a:effectLst>
                <a:latin typeface="Montserrat"/>
              </a:rPr>
              <a:t>07</a:t>
            </a:r>
            <a:endParaRPr kumimoji="0" lang="en-US" sz="2400" b="0" i="0" u="none" strike="noStrike" kern="1200" cap="none" spc="0" normalizeH="0" baseline="0" noProof="0">
              <a:ln>
                <a:noFill/>
              </a:ln>
              <a:solidFill>
                <a:schemeClr val="accent1"/>
              </a:solidFill>
              <a:effectLst>
                <a:outerShdw blurRad="381000" dist="25400" sx="102000" sy="102000" algn="ctr" rotWithShape="0">
                  <a:srgbClr val="006EE5">
                    <a:alpha val="15000"/>
                  </a:srgbClr>
                </a:outerShdw>
              </a:effectLst>
              <a:uLnTx/>
              <a:uFillTx/>
              <a:latin typeface="Montserrat" pitchFamily="2" charset="77"/>
              <a:ea typeface="+mn-ea"/>
              <a:cs typeface="+mn-cs"/>
            </a:endParaRPr>
          </a:p>
        </p:txBody>
      </p:sp>
      <p:sp>
        <p:nvSpPr>
          <p:cNvPr id="2" name="Text Placeholder 11">
            <a:extLst>
              <a:ext uri="{FF2B5EF4-FFF2-40B4-BE49-F238E27FC236}">
                <a16:creationId xmlns:a16="http://schemas.microsoft.com/office/drawing/2014/main" id="{440C7EC6-DBBB-DA51-BFFF-8CA5BC63AD30}"/>
              </a:ext>
            </a:extLst>
          </p:cNvPr>
          <p:cNvSpPr txBox="1">
            <a:spLocks/>
          </p:cNvSpPr>
          <p:nvPr/>
        </p:nvSpPr>
        <p:spPr>
          <a:xfrm>
            <a:off x="744629" y="4858811"/>
            <a:ext cx="799704" cy="479019"/>
          </a:xfrm>
          <a:prstGeom prst="rect">
            <a:avLst/>
          </a:prstGeom>
        </p:spPr>
        <p:txBody>
          <a:bodyPr vert="horz" lIns="0" tIns="0" rIns="0" bIns="0" rtlCol="0" anchor="t">
            <a:noAutofit/>
          </a:bodyPr>
          <a:lstStyle>
            <a:lvl1pPr marL="0" indent="0" algn="l" defTabSz="914400" rtl="0" eaLnBrk="1" latinLnBrk="0" hangingPunct="1">
              <a:lnSpc>
                <a:spcPct val="100000"/>
              </a:lnSpc>
              <a:spcBef>
                <a:spcPts val="0"/>
              </a:spcBef>
              <a:spcAft>
                <a:spcPts val="300"/>
              </a:spcAft>
              <a:buFont typeface="Arial" panose="020B0604020202020204" pitchFamily="34" charset="0"/>
              <a:buNone/>
              <a:defRPr sz="3200" b="0" i="0" kern="1200">
                <a:solidFill>
                  <a:schemeClr val="tx2"/>
                </a:solidFill>
                <a:latin typeface="+mj-lt"/>
                <a:ea typeface="+mn-ea"/>
                <a:cs typeface="+mn-cs"/>
              </a:defRPr>
            </a:lvl1pPr>
            <a:lvl2pPr marL="457200" indent="-228600"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lumMod val="75000"/>
                    <a:lumOff val="25000"/>
                  </a:schemeClr>
                </a:solidFill>
                <a:latin typeface="+mn-lt"/>
                <a:ea typeface="+mn-ea"/>
                <a:cs typeface="+mn-cs"/>
              </a:defRPr>
            </a:lvl2pPr>
            <a:lvl3pPr marL="685800" indent="-228600" algn="l" defTabSz="914400" rtl="0" eaLnBrk="1" latinLnBrk="0" hangingPunct="1">
              <a:lnSpc>
                <a:spcPct val="100000"/>
              </a:lnSpc>
              <a:spcBef>
                <a:spcPts val="0"/>
              </a:spcBef>
              <a:spcAft>
                <a:spcPts val="300"/>
              </a:spcAft>
              <a:buFont typeface="Arial" panose="020B0604020202020204" pitchFamily="34" charset="0"/>
              <a:buChar char="•"/>
              <a:defRPr sz="1400" kern="1200">
                <a:solidFill>
                  <a:schemeClr val="tx1">
                    <a:lumMod val="75000"/>
                    <a:lumOff val="25000"/>
                  </a:schemeClr>
                </a:solidFill>
                <a:latin typeface="+mn-lt"/>
                <a:ea typeface="+mn-ea"/>
                <a:cs typeface="+mn-cs"/>
              </a:defRPr>
            </a:lvl3pPr>
            <a:lvl4pPr marL="914400" indent="-228600" algn="l" defTabSz="914400" rtl="0" eaLnBrk="1" latinLnBrk="0" hangingPunct="1">
              <a:lnSpc>
                <a:spcPct val="100000"/>
              </a:lnSpc>
              <a:spcBef>
                <a:spcPts val="0"/>
              </a:spcBef>
              <a:spcAft>
                <a:spcPts val="300"/>
              </a:spcAft>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143000" indent="-228600" algn="l" defTabSz="914400" rtl="0" eaLnBrk="1" latinLnBrk="0" hangingPunct="1">
              <a:lnSpc>
                <a:spcPct val="100000"/>
              </a:lnSpc>
              <a:spcBef>
                <a:spcPts val="0"/>
              </a:spcBef>
              <a:spcAft>
                <a:spcPts val="300"/>
              </a:spcAft>
              <a:buFont typeface="Arial" panose="020B0604020202020204" pitchFamily="34" charset="0"/>
              <a:buChar char="•"/>
              <a:defRPr sz="1400" kern="1200">
                <a:solidFill>
                  <a:schemeClr val="tx1">
                    <a:lumMod val="75000"/>
                    <a:lumOff val="25000"/>
                  </a:schemeClr>
                </a:solidFill>
                <a:latin typeface="+mn-lt"/>
                <a:ea typeface="+mn-ea"/>
                <a:cs typeface="+mn-cs"/>
              </a:defRPr>
            </a:lvl5pPr>
            <a:lvl6pPr marL="10795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6pPr>
            <a:lvl7pPr marL="126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7pPr>
            <a:lvl8pPr marL="144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8pPr>
            <a:lvl9pPr marL="162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lang="en-US" sz="2400">
                <a:solidFill>
                  <a:schemeClr val="accent1"/>
                </a:solidFill>
                <a:effectLst>
                  <a:outerShdw blurRad="381000" dist="25400" sx="102000" sy="102000" algn="ctr" rotWithShape="0">
                    <a:srgbClr val="006EE5">
                      <a:alpha val="15000"/>
                    </a:srgbClr>
                  </a:outerShdw>
                </a:effectLst>
                <a:latin typeface="Montserrat"/>
              </a:rPr>
              <a:t>08</a:t>
            </a:r>
            <a:endParaRPr kumimoji="0" lang="en-US" sz="2400" b="0" i="0" u="none" strike="noStrike" kern="1200" cap="none" spc="0" normalizeH="0" baseline="0" noProof="0">
              <a:ln>
                <a:noFill/>
              </a:ln>
              <a:solidFill>
                <a:schemeClr val="accent1"/>
              </a:solidFill>
              <a:effectLst>
                <a:outerShdw blurRad="381000" dist="25400" sx="102000" sy="102000" algn="ctr" rotWithShape="0">
                  <a:srgbClr val="006EE5">
                    <a:alpha val="15000"/>
                  </a:srgbClr>
                </a:outerShdw>
              </a:effectLst>
              <a:uLnTx/>
              <a:uFillTx/>
              <a:latin typeface="Montserrat" pitchFamily="2" charset="77"/>
              <a:ea typeface="+mn-ea"/>
              <a:cs typeface="+mn-cs"/>
            </a:endParaRPr>
          </a:p>
        </p:txBody>
      </p:sp>
      <p:cxnSp>
        <p:nvCxnSpPr>
          <p:cNvPr id="27" name="Straight Connector 26">
            <a:extLst>
              <a:ext uri="{FF2B5EF4-FFF2-40B4-BE49-F238E27FC236}">
                <a16:creationId xmlns:a16="http://schemas.microsoft.com/office/drawing/2014/main" id="{BF47A323-8294-0E08-D343-EAD02302621C}"/>
              </a:ext>
            </a:extLst>
          </p:cNvPr>
          <p:cNvCxnSpPr>
            <a:cxnSpLocks/>
          </p:cNvCxnSpPr>
          <p:nvPr/>
        </p:nvCxnSpPr>
        <p:spPr>
          <a:xfrm>
            <a:off x="721009" y="2050718"/>
            <a:ext cx="10479474" cy="0"/>
          </a:xfrm>
          <a:prstGeom prst="line">
            <a:avLst/>
          </a:prstGeom>
          <a:noFill/>
          <a:ln w="12700" cap="flat" cmpd="sng" algn="ctr">
            <a:solidFill>
              <a:schemeClr val="tx2"/>
            </a:solidFill>
            <a:prstDash val="solid"/>
            <a:miter lim="800000"/>
          </a:ln>
          <a:effectLst/>
        </p:spPr>
      </p:cxnSp>
      <p:cxnSp>
        <p:nvCxnSpPr>
          <p:cNvPr id="10" name="Straight Connector 9">
            <a:extLst>
              <a:ext uri="{FF2B5EF4-FFF2-40B4-BE49-F238E27FC236}">
                <a16:creationId xmlns:a16="http://schemas.microsoft.com/office/drawing/2014/main" id="{183BDD69-A17E-EF80-AAC6-570CB37E8D7B}"/>
              </a:ext>
            </a:extLst>
          </p:cNvPr>
          <p:cNvCxnSpPr>
            <a:cxnSpLocks/>
          </p:cNvCxnSpPr>
          <p:nvPr/>
        </p:nvCxnSpPr>
        <p:spPr>
          <a:xfrm>
            <a:off x="786042" y="4854737"/>
            <a:ext cx="10479474" cy="0"/>
          </a:xfrm>
          <a:prstGeom prst="line">
            <a:avLst/>
          </a:prstGeom>
          <a:noFill/>
          <a:ln w="12700" cap="flat" cmpd="sng" algn="ctr">
            <a:solidFill>
              <a:schemeClr val="tx2"/>
            </a:solidFill>
            <a:prstDash val="solid"/>
            <a:miter lim="800000"/>
          </a:ln>
          <a:effectLst/>
        </p:spPr>
      </p:cxnSp>
      <p:cxnSp>
        <p:nvCxnSpPr>
          <p:cNvPr id="11" name="Straight Connector 10">
            <a:extLst>
              <a:ext uri="{FF2B5EF4-FFF2-40B4-BE49-F238E27FC236}">
                <a16:creationId xmlns:a16="http://schemas.microsoft.com/office/drawing/2014/main" id="{47B820B1-46A9-DF4A-6A14-7F098728999F}"/>
              </a:ext>
            </a:extLst>
          </p:cNvPr>
          <p:cNvCxnSpPr>
            <a:cxnSpLocks/>
          </p:cNvCxnSpPr>
          <p:nvPr/>
        </p:nvCxnSpPr>
        <p:spPr>
          <a:xfrm>
            <a:off x="786042" y="5259922"/>
            <a:ext cx="10479474" cy="0"/>
          </a:xfrm>
          <a:prstGeom prst="line">
            <a:avLst/>
          </a:prstGeom>
          <a:noFill/>
          <a:ln w="12700" cap="flat" cmpd="sng" algn="ctr">
            <a:solidFill>
              <a:schemeClr val="tx2"/>
            </a:solidFill>
            <a:prstDash val="solid"/>
            <a:miter lim="800000"/>
          </a:ln>
          <a:effectLst/>
        </p:spPr>
      </p:cxnSp>
    </p:spTree>
    <p:extLst>
      <p:ext uri="{BB962C8B-B14F-4D97-AF65-F5344CB8AC3E}">
        <p14:creationId xmlns:p14="http://schemas.microsoft.com/office/powerpoint/2010/main" val="429306594"/>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E81D28-E381-D82D-4CE8-2AD86600F3C6}"/>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F363667B-981C-A7C5-B405-AF1006A4BA19}"/>
              </a:ext>
            </a:extLst>
          </p:cNvPr>
          <p:cNvSpPr>
            <a:spLocks noGrp="1"/>
          </p:cNvSpPr>
          <p:nvPr>
            <p:ph type="title"/>
          </p:nvPr>
        </p:nvSpPr>
        <p:spPr>
          <a:xfrm>
            <a:off x="268904" y="4970926"/>
            <a:ext cx="10831690" cy="1887074"/>
          </a:xfrm>
        </p:spPr>
        <p:txBody>
          <a:bodyPr/>
          <a:lstStyle/>
          <a:p>
            <a:r>
              <a:rPr lang="en-US" sz="4000" b="1">
                <a:latin typeface="Montserrat"/>
              </a:rPr>
              <a:t>01</a:t>
            </a:r>
            <a:r>
              <a:rPr lang="en-US" sz="4000">
                <a:latin typeface="Montserrat"/>
              </a:rPr>
              <a:t> Scope, Purpose, Objective</a:t>
            </a:r>
            <a:br>
              <a:rPr lang="en-GB" sz="4000"/>
            </a:br>
            <a:br>
              <a:rPr lang="en-CA" sz="4000"/>
            </a:br>
            <a:endParaRPr lang="en-US" sz="4000"/>
          </a:p>
        </p:txBody>
      </p:sp>
    </p:spTree>
    <p:extLst>
      <p:ext uri="{BB962C8B-B14F-4D97-AF65-F5344CB8AC3E}">
        <p14:creationId xmlns:p14="http://schemas.microsoft.com/office/powerpoint/2010/main" val="1809659380"/>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7626BE-82DC-C3E0-175A-3A300D93E637}"/>
              </a:ext>
            </a:extLst>
          </p:cNvPr>
          <p:cNvSpPr>
            <a:spLocks noGrp="1"/>
          </p:cNvSpPr>
          <p:nvPr>
            <p:ph type="title"/>
          </p:nvPr>
        </p:nvSpPr>
        <p:spPr>
          <a:xfrm>
            <a:off x="247840" y="272224"/>
            <a:ext cx="11375136" cy="609600"/>
          </a:xfrm>
        </p:spPr>
        <p:txBody>
          <a:bodyPr>
            <a:normAutofit/>
          </a:bodyPr>
          <a:lstStyle/>
          <a:p>
            <a:r>
              <a:rPr lang="en-US">
                <a:latin typeface="Montserrat"/>
              </a:rPr>
              <a:t>Scope, Purpose, Objectives</a:t>
            </a:r>
            <a:endParaRPr lang="en-US"/>
          </a:p>
        </p:txBody>
      </p:sp>
      <p:sp>
        <p:nvSpPr>
          <p:cNvPr id="1055" name="Rectangle 1054">
            <a:extLst>
              <a:ext uri="{FF2B5EF4-FFF2-40B4-BE49-F238E27FC236}">
                <a16:creationId xmlns:a16="http://schemas.microsoft.com/office/drawing/2014/main" id="{741648DD-4218-4BE8-7835-E2FEC3AD90A5}"/>
              </a:ext>
            </a:extLst>
          </p:cNvPr>
          <p:cNvSpPr/>
          <p:nvPr/>
        </p:nvSpPr>
        <p:spPr>
          <a:xfrm>
            <a:off x="668741" y="1709382"/>
            <a:ext cx="3324971" cy="4226647"/>
          </a:xfrm>
          <a:prstGeom prst="rect">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latin typeface="Montserrat" pitchFamily="2" charset="77"/>
            </a:endParaRPr>
          </a:p>
        </p:txBody>
      </p:sp>
      <p:sp>
        <p:nvSpPr>
          <p:cNvPr id="1064" name="Rectangle 1063">
            <a:extLst>
              <a:ext uri="{FF2B5EF4-FFF2-40B4-BE49-F238E27FC236}">
                <a16:creationId xmlns:a16="http://schemas.microsoft.com/office/drawing/2014/main" id="{8B61822E-C6DD-3567-E7D0-EB09E981B1A4}"/>
              </a:ext>
            </a:extLst>
          </p:cNvPr>
          <p:cNvSpPr/>
          <p:nvPr/>
        </p:nvSpPr>
        <p:spPr>
          <a:xfrm>
            <a:off x="4433248" y="1720754"/>
            <a:ext cx="3313065" cy="4226647"/>
          </a:xfrm>
          <a:prstGeom prst="rect">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latin typeface="Montserrat" pitchFamily="2" charset="77"/>
            </a:endParaRPr>
          </a:p>
        </p:txBody>
      </p:sp>
      <p:sp>
        <p:nvSpPr>
          <p:cNvPr id="1065" name="Rectangle 1064">
            <a:extLst>
              <a:ext uri="{FF2B5EF4-FFF2-40B4-BE49-F238E27FC236}">
                <a16:creationId xmlns:a16="http://schemas.microsoft.com/office/drawing/2014/main" id="{62FBCF2D-842F-77C1-E421-560EFB911469}"/>
              </a:ext>
            </a:extLst>
          </p:cNvPr>
          <p:cNvSpPr/>
          <p:nvPr/>
        </p:nvSpPr>
        <p:spPr>
          <a:xfrm>
            <a:off x="8288740" y="1720753"/>
            <a:ext cx="3336877" cy="4214740"/>
          </a:xfrm>
          <a:prstGeom prst="rect">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latin typeface="Montserrat" pitchFamily="2" charset="77"/>
            </a:endParaRPr>
          </a:p>
        </p:txBody>
      </p:sp>
      <p:sp>
        <p:nvSpPr>
          <p:cNvPr id="1066" name="Rectangle 1065">
            <a:extLst>
              <a:ext uri="{FF2B5EF4-FFF2-40B4-BE49-F238E27FC236}">
                <a16:creationId xmlns:a16="http://schemas.microsoft.com/office/drawing/2014/main" id="{F7AC8526-0BC0-5086-C656-0FB2FF4449F2}"/>
              </a:ext>
            </a:extLst>
          </p:cNvPr>
          <p:cNvSpPr/>
          <p:nvPr/>
        </p:nvSpPr>
        <p:spPr>
          <a:xfrm>
            <a:off x="663765" y="1101629"/>
            <a:ext cx="3325504" cy="618699"/>
          </a:xfrm>
          <a:prstGeom prst="rect">
            <a:avLst/>
          </a:prstGeom>
          <a:solidFill>
            <a:schemeClr val="accent4">
              <a:lumMod val="20000"/>
              <a:lumOff val="80000"/>
            </a:schemeClr>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latin typeface="Montserrat" pitchFamily="2" charset="77"/>
            </a:endParaRPr>
          </a:p>
        </p:txBody>
      </p:sp>
      <p:sp>
        <p:nvSpPr>
          <p:cNvPr id="1068" name="Rectangle 1067">
            <a:extLst>
              <a:ext uri="{FF2B5EF4-FFF2-40B4-BE49-F238E27FC236}">
                <a16:creationId xmlns:a16="http://schemas.microsoft.com/office/drawing/2014/main" id="{A89469BA-CFF6-D096-4A3C-61901337270E}"/>
              </a:ext>
            </a:extLst>
          </p:cNvPr>
          <p:cNvSpPr/>
          <p:nvPr/>
        </p:nvSpPr>
        <p:spPr>
          <a:xfrm>
            <a:off x="4428272" y="1101628"/>
            <a:ext cx="3325504" cy="618699"/>
          </a:xfrm>
          <a:prstGeom prst="rect">
            <a:avLst/>
          </a:prstGeom>
          <a:solidFill>
            <a:schemeClr val="accent4">
              <a:lumMod val="20000"/>
              <a:lumOff val="80000"/>
            </a:schemeClr>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latin typeface="Montserrat" pitchFamily="2" charset="77"/>
            </a:endParaRPr>
          </a:p>
        </p:txBody>
      </p:sp>
      <p:sp>
        <p:nvSpPr>
          <p:cNvPr id="1069" name="Rectangle 1068">
            <a:extLst>
              <a:ext uri="{FF2B5EF4-FFF2-40B4-BE49-F238E27FC236}">
                <a16:creationId xmlns:a16="http://schemas.microsoft.com/office/drawing/2014/main" id="{7D1D11F0-635C-A5D2-ABC6-26B771A1B782}"/>
              </a:ext>
            </a:extLst>
          </p:cNvPr>
          <p:cNvSpPr/>
          <p:nvPr/>
        </p:nvSpPr>
        <p:spPr>
          <a:xfrm>
            <a:off x="8343295" y="1101627"/>
            <a:ext cx="3277880" cy="618699"/>
          </a:xfrm>
          <a:prstGeom prst="rect">
            <a:avLst/>
          </a:prstGeom>
          <a:solidFill>
            <a:schemeClr val="accent4">
              <a:lumMod val="20000"/>
              <a:lumOff val="80000"/>
            </a:schemeClr>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latin typeface="Montserrat" pitchFamily="2" charset="77"/>
            </a:endParaRPr>
          </a:p>
        </p:txBody>
      </p:sp>
      <p:sp>
        <p:nvSpPr>
          <p:cNvPr id="1070" name="TextBox 1069">
            <a:extLst>
              <a:ext uri="{FF2B5EF4-FFF2-40B4-BE49-F238E27FC236}">
                <a16:creationId xmlns:a16="http://schemas.microsoft.com/office/drawing/2014/main" id="{3488D4D5-5CD8-4795-9990-CE0CF387E5E3}"/>
              </a:ext>
            </a:extLst>
          </p:cNvPr>
          <p:cNvSpPr txBox="1"/>
          <p:nvPr/>
        </p:nvSpPr>
        <p:spPr>
          <a:xfrm>
            <a:off x="1132048" y="1105142"/>
            <a:ext cx="2402006" cy="892552"/>
          </a:xfrm>
          <a:prstGeom prst="rect">
            <a:avLst/>
          </a:prstGeom>
          <a:noFill/>
          <a:ln>
            <a:no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3200">
                <a:solidFill>
                  <a:srgbClr val="1866AE"/>
                </a:solidFill>
                <a:latin typeface="Montserrat"/>
                <a:ea typeface="+mj-ea"/>
                <a:cs typeface="+mj-cs"/>
              </a:rPr>
              <a:t>Scope</a:t>
            </a:r>
          </a:p>
          <a:p>
            <a:endParaRPr lang="en-US" sz="1000">
              <a:latin typeface="Montserrat" pitchFamily="2" charset="77"/>
            </a:endParaRPr>
          </a:p>
          <a:p>
            <a:endParaRPr lang="en-US" sz="1000">
              <a:latin typeface="Montserrat" pitchFamily="2" charset="77"/>
            </a:endParaRPr>
          </a:p>
        </p:txBody>
      </p:sp>
      <p:sp>
        <p:nvSpPr>
          <p:cNvPr id="3" name="TextBox 2">
            <a:extLst>
              <a:ext uri="{FF2B5EF4-FFF2-40B4-BE49-F238E27FC236}">
                <a16:creationId xmlns:a16="http://schemas.microsoft.com/office/drawing/2014/main" id="{D31735DA-84BE-BABC-7597-E1E0AC846AEA}"/>
              </a:ext>
            </a:extLst>
          </p:cNvPr>
          <p:cNvSpPr txBox="1"/>
          <p:nvPr/>
        </p:nvSpPr>
        <p:spPr>
          <a:xfrm>
            <a:off x="4906329" y="1105142"/>
            <a:ext cx="2402006" cy="892552"/>
          </a:xfrm>
          <a:prstGeom prst="rect">
            <a:avLst/>
          </a:prstGeom>
          <a:noFill/>
          <a:ln>
            <a:no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3200">
                <a:solidFill>
                  <a:srgbClr val="1866AE"/>
                </a:solidFill>
                <a:latin typeface="Montserrat"/>
                <a:ea typeface="+mj-ea"/>
                <a:cs typeface="+mj-cs"/>
              </a:rPr>
              <a:t>Purpose</a:t>
            </a:r>
          </a:p>
          <a:p>
            <a:endParaRPr lang="en-US" sz="1000">
              <a:latin typeface="Montserrat" pitchFamily="2" charset="77"/>
            </a:endParaRPr>
          </a:p>
          <a:p>
            <a:endParaRPr lang="en-US" sz="1000">
              <a:latin typeface="Montserrat" pitchFamily="2" charset="77"/>
            </a:endParaRPr>
          </a:p>
        </p:txBody>
      </p:sp>
      <p:sp>
        <p:nvSpPr>
          <p:cNvPr id="4" name="TextBox 3">
            <a:extLst>
              <a:ext uri="{FF2B5EF4-FFF2-40B4-BE49-F238E27FC236}">
                <a16:creationId xmlns:a16="http://schemas.microsoft.com/office/drawing/2014/main" id="{EB274CF1-E679-4FA2-4961-699915B99E26}"/>
              </a:ext>
            </a:extLst>
          </p:cNvPr>
          <p:cNvSpPr txBox="1"/>
          <p:nvPr/>
        </p:nvSpPr>
        <p:spPr>
          <a:xfrm>
            <a:off x="8752048" y="1105142"/>
            <a:ext cx="2402006" cy="892552"/>
          </a:xfrm>
          <a:prstGeom prst="rect">
            <a:avLst/>
          </a:prstGeom>
          <a:noFill/>
          <a:ln>
            <a:no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3200">
                <a:solidFill>
                  <a:srgbClr val="1866AE"/>
                </a:solidFill>
                <a:latin typeface="Montserrat"/>
                <a:ea typeface="+mj-ea"/>
                <a:cs typeface="+mj-cs"/>
              </a:rPr>
              <a:t>Objective</a:t>
            </a:r>
          </a:p>
          <a:p>
            <a:endParaRPr lang="en-US" sz="1000">
              <a:latin typeface="Montserrat" pitchFamily="2" charset="77"/>
            </a:endParaRPr>
          </a:p>
          <a:p>
            <a:endParaRPr lang="en-US" sz="1000">
              <a:latin typeface="Montserrat" pitchFamily="2" charset="77"/>
            </a:endParaRPr>
          </a:p>
        </p:txBody>
      </p:sp>
      <p:sp>
        <p:nvSpPr>
          <p:cNvPr id="5" name="TextBox 4">
            <a:extLst>
              <a:ext uri="{FF2B5EF4-FFF2-40B4-BE49-F238E27FC236}">
                <a16:creationId xmlns:a16="http://schemas.microsoft.com/office/drawing/2014/main" id="{2A0B2ECB-81D5-58D2-6118-D4651F04DC2A}"/>
              </a:ext>
            </a:extLst>
          </p:cNvPr>
          <p:cNvSpPr txBox="1"/>
          <p:nvPr/>
        </p:nvSpPr>
        <p:spPr>
          <a:xfrm>
            <a:off x="804175" y="1806066"/>
            <a:ext cx="3040854" cy="1569660"/>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solidFill>
                  <a:schemeClr val="bg1"/>
                </a:solidFill>
                <a:latin typeface="Montserrat"/>
                <a:ea typeface="+mj-ea"/>
                <a:cs typeface="+mj-cs"/>
              </a:rPr>
              <a:t>Scope of this document covers the to-be state of </a:t>
            </a:r>
            <a:br>
              <a:rPr lang="en-US"/>
            </a:br>
            <a:r>
              <a:rPr lang="en-US" sz="1600">
                <a:solidFill>
                  <a:schemeClr val="bg1"/>
                </a:solidFill>
                <a:latin typeface="Montserrat"/>
                <a:ea typeface="+mj-ea"/>
                <a:cs typeface="+mj-cs"/>
              </a:rPr>
              <a:t>Customer Transfers, and Landlord/Tenant for SAP Service Cloud v2 and SAP S4HANA</a:t>
            </a:r>
            <a:r>
              <a:rPr lang="en-US" sz="1600">
                <a:solidFill>
                  <a:srgbClr val="1866AE"/>
                </a:solidFill>
                <a:latin typeface="Montserrat"/>
                <a:ea typeface="+mj-ea"/>
                <a:cs typeface="+mj-cs"/>
              </a:rPr>
              <a:t>er</a:t>
            </a:r>
            <a:endParaRPr lang="en-US">
              <a:ea typeface="+mj-ea"/>
              <a:cs typeface="+mj-cs"/>
            </a:endParaRPr>
          </a:p>
        </p:txBody>
      </p:sp>
      <p:sp>
        <p:nvSpPr>
          <p:cNvPr id="6" name="TextBox 5">
            <a:extLst>
              <a:ext uri="{FF2B5EF4-FFF2-40B4-BE49-F238E27FC236}">
                <a16:creationId xmlns:a16="http://schemas.microsoft.com/office/drawing/2014/main" id="{830222EA-B48B-A73B-8B97-C9D2C354B0CD}"/>
              </a:ext>
            </a:extLst>
          </p:cNvPr>
          <p:cNvSpPr txBox="1"/>
          <p:nvPr/>
        </p:nvSpPr>
        <p:spPr>
          <a:xfrm>
            <a:off x="4561049" y="1801867"/>
            <a:ext cx="3044942" cy="1231106"/>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solidFill>
                  <a:schemeClr val="bg1"/>
                </a:solidFill>
                <a:latin typeface="Montserrat"/>
                <a:ea typeface="+mj-ea"/>
                <a:cs typeface="+mj-cs"/>
              </a:rPr>
              <a:t>Describe and confirm the process for Customer Transfers, and Landlord/Tenant </a:t>
            </a:r>
            <a:endParaRPr lang="en-US" sz="1600">
              <a:solidFill>
                <a:schemeClr val="bg1"/>
              </a:solidFill>
              <a:latin typeface="Montserrat" pitchFamily="2" charset="77"/>
            </a:endParaRPr>
          </a:p>
          <a:p>
            <a:endParaRPr lang="en-US" sz="1000">
              <a:latin typeface="Montserrat" pitchFamily="2" charset="77"/>
            </a:endParaRPr>
          </a:p>
        </p:txBody>
      </p:sp>
      <p:sp>
        <p:nvSpPr>
          <p:cNvPr id="7" name="TextBox 6">
            <a:extLst>
              <a:ext uri="{FF2B5EF4-FFF2-40B4-BE49-F238E27FC236}">
                <a16:creationId xmlns:a16="http://schemas.microsoft.com/office/drawing/2014/main" id="{B67A8F84-D62C-19BE-A519-41A2E08899EA}"/>
              </a:ext>
            </a:extLst>
          </p:cNvPr>
          <p:cNvSpPr txBox="1"/>
          <p:nvPr/>
        </p:nvSpPr>
        <p:spPr>
          <a:xfrm>
            <a:off x="8418673" y="1801867"/>
            <a:ext cx="3128285" cy="4462760"/>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1600">
                <a:solidFill>
                  <a:schemeClr val="bg1"/>
                </a:solidFill>
                <a:latin typeface="Montserrat"/>
                <a:ea typeface="+mj-ea"/>
                <a:cs typeface="+mj-cs"/>
              </a:rPr>
              <a:t>Offer a holistic view of all the key elements of the to-be process including organization/roles, configuration or customization if needed, data, reporting, security, and controls requirements. </a:t>
            </a:r>
            <a:endParaRPr lang="en-US">
              <a:solidFill>
                <a:schemeClr val="bg1"/>
              </a:solidFill>
              <a:latin typeface="Montserrat"/>
              <a:ea typeface="+mj-ea"/>
              <a:cs typeface="+mj-cs"/>
            </a:endParaRPr>
          </a:p>
          <a:p>
            <a:pPr marL="285750" indent="-285750">
              <a:buFont typeface="Arial"/>
              <a:buChar char="•"/>
            </a:pPr>
            <a:r>
              <a:rPr lang="en-US" sz="1600">
                <a:solidFill>
                  <a:schemeClr val="bg1"/>
                </a:solidFill>
                <a:latin typeface="Montserrat"/>
                <a:ea typeface="+mj-ea"/>
                <a:cs typeface="+mj-cs"/>
              </a:rPr>
              <a:t>Define the target-state ownership and L3 processes. </a:t>
            </a:r>
            <a:endParaRPr lang="en-US">
              <a:solidFill>
                <a:schemeClr val="bg1"/>
              </a:solidFill>
            </a:endParaRPr>
          </a:p>
          <a:p>
            <a:pPr marL="285750" indent="-285750">
              <a:buFont typeface="Arial"/>
              <a:buChar char="•"/>
            </a:pPr>
            <a:r>
              <a:rPr lang="en-US" sz="1600">
                <a:solidFill>
                  <a:schemeClr val="bg1"/>
                </a:solidFill>
                <a:latin typeface="Montserrat"/>
                <a:ea typeface="+mj-ea"/>
                <a:cs typeface="+mj-cs"/>
              </a:rPr>
              <a:t>Document key assumptions/decisions and outline any FRICE-W's and reports. </a:t>
            </a:r>
            <a:endParaRPr lang="en-US">
              <a:solidFill>
                <a:schemeClr val="bg1"/>
              </a:solidFill>
              <a:ea typeface="+mj-ea"/>
              <a:cs typeface="+mj-cs"/>
            </a:endParaRPr>
          </a:p>
          <a:p>
            <a:endParaRPr lang="en-US">
              <a:solidFill>
                <a:schemeClr val="bg1"/>
              </a:solidFill>
              <a:latin typeface="Montserrat"/>
              <a:ea typeface="+mj-ea"/>
              <a:cs typeface="+mj-cs"/>
            </a:endParaRPr>
          </a:p>
          <a:p>
            <a:endParaRPr lang="en-US" sz="1000">
              <a:latin typeface="Montserrat" pitchFamily="2" charset="77"/>
            </a:endParaRPr>
          </a:p>
        </p:txBody>
      </p:sp>
    </p:spTree>
    <p:extLst>
      <p:ext uri="{BB962C8B-B14F-4D97-AF65-F5344CB8AC3E}">
        <p14:creationId xmlns:p14="http://schemas.microsoft.com/office/powerpoint/2010/main" val="1808544518"/>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A06D9-97D5-976B-6B7D-37ADA96519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5F46CD-1144-6554-DF58-B2D391AF65F8}"/>
              </a:ext>
            </a:extLst>
          </p:cNvPr>
          <p:cNvSpPr>
            <a:spLocks noGrp="1"/>
          </p:cNvSpPr>
          <p:nvPr>
            <p:ph type="title"/>
          </p:nvPr>
        </p:nvSpPr>
        <p:spPr/>
        <p:txBody>
          <a:bodyPr/>
          <a:lstStyle/>
          <a:p>
            <a:r>
              <a:rPr lang="en-US" sz="2800" b="1">
                <a:latin typeface="Montserrat"/>
              </a:rPr>
              <a:t>Ownership</a:t>
            </a:r>
            <a:endParaRPr lang="en-US"/>
          </a:p>
        </p:txBody>
      </p:sp>
      <p:sp>
        <p:nvSpPr>
          <p:cNvPr id="8" name="Text Placeholder 5">
            <a:extLst>
              <a:ext uri="{FF2B5EF4-FFF2-40B4-BE49-F238E27FC236}">
                <a16:creationId xmlns:a16="http://schemas.microsoft.com/office/drawing/2014/main" id="{F068F04F-6DFB-171B-FC7A-BD61AE783CD5}"/>
              </a:ext>
            </a:extLst>
          </p:cNvPr>
          <p:cNvSpPr txBox="1">
            <a:spLocks/>
          </p:cNvSpPr>
          <p:nvPr/>
        </p:nvSpPr>
        <p:spPr>
          <a:xfrm>
            <a:off x="535657" y="4756766"/>
            <a:ext cx="3749040" cy="1400383"/>
          </a:xfrm>
          <a:prstGeom prst="rect">
            <a:avLst/>
          </a:prstGeom>
          <a:noFill/>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91440" tIns="45720" rIns="91440" bIns="45720" anchor="t">
            <a:spAutoFit/>
          </a:bodyPr>
          <a:lstStyle>
            <a:defPPr marL="0" marR="0" indent="0" algn="l" defTabSz="457200" rtl="0" fontAlgn="auto" latinLnBrk="1" hangingPunct="0">
              <a:lnSpc>
                <a:spcPct val="100000"/>
              </a:lnSpc>
              <a:spcBef>
                <a:spcPts val="0"/>
              </a:spcBef>
              <a:spcAft>
                <a:spcPts val="0"/>
              </a:spcAft>
              <a:buClrTx/>
              <a:buSzTx/>
              <a:buFontTx/>
              <a:buNone/>
              <a:tabLst/>
              <a:defRPr kumimoji="0" sz="1200" i="0" u="none" strike="noStrike" cap="none" spc="0" normalizeH="0" baseline="0">
                <a:ln>
                  <a:noFill/>
                </a:ln>
                <a:solidFill>
                  <a:srgbClr val="000000"/>
                </a:solidFill>
                <a:effectLst/>
                <a:uFillTx/>
                <a:latin typeface="Montserrat"/>
              </a:defRPr>
            </a:defPPr>
            <a:lvl1pPr>
              <a:spcAft>
                <a:spcPts val="1200"/>
              </a:spcAft>
              <a:defRPr sz="1200">
                <a:solidFill>
                  <a:schemeClr val="accent1"/>
                </a:solidFill>
                <a:latin typeface="Montserrat"/>
              </a:defRPr>
            </a:lvl1pPr>
            <a:lvl2pPr marL="233363" indent="-233363" defTabSz="580412" eaLnBrk="1" hangingPunct="1">
              <a:lnSpc>
                <a:spcPct val="110000"/>
              </a:lnSpc>
              <a:spcAft>
                <a:spcPts val="200"/>
              </a:spcAft>
              <a:buSzPct val="100000"/>
              <a:buChar char="–"/>
              <a:defRPr sz="1200">
                <a:solidFill>
                  <a:schemeClr val="tx1"/>
                </a:solidFill>
                <a:latin typeface="Montserrat"/>
                <a:ea typeface="+mj-ea"/>
                <a:cs typeface="+mj-cs"/>
              </a:defRPr>
            </a:lvl2pPr>
            <a:lvl3pPr marL="457200" indent="-223838" defTabSz="580412" eaLnBrk="1" hangingPunct="1">
              <a:lnSpc>
                <a:spcPct val="110000"/>
              </a:lnSpc>
              <a:spcAft>
                <a:spcPts val="200"/>
              </a:spcAft>
              <a:buSzPct val="100000"/>
              <a:buChar char="•"/>
              <a:defRPr sz="1200">
                <a:solidFill>
                  <a:schemeClr val="tx1"/>
                </a:solidFill>
                <a:latin typeface="Montserrat"/>
                <a:ea typeface="+mj-ea"/>
                <a:cs typeface="+mj-cs"/>
              </a:defRPr>
            </a:lvl3pPr>
            <a:lvl4pPr marL="690563" indent="-233363" defTabSz="580412" eaLnBrk="1" hangingPunct="1">
              <a:lnSpc>
                <a:spcPct val="110000"/>
              </a:lnSpc>
              <a:spcAft>
                <a:spcPts val="200"/>
              </a:spcAft>
              <a:buSzPct val="100000"/>
              <a:buChar char="–"/>
              <a:defRPr sz="1200">
                <a:solidFill>
                  <a:schemeClr val="tx1"/>
                </a:solidFill>
                <a:latin typeface="Montserrat"/>
                <a:ea typeface="+mj-ea"/>
                <a:cs typeface="+mj-cs"/>
              </a:defRPr>
            </a:lvl4pPr>
            <a:lvl5pPr marL="914400" indent="-223838" defTabSz="580412" eaLnBrk="1" hangingPunct="1">
              <a:lnSpc>
                <a:spcPct val="110000"/>
              </a:lnSpc>
              <a:spcAft>
                <a:spcPts val="200"/>
              </a:spcAft>
              <a:buSzPct val="100000"/>
              <a:buFont typeface="Arial" panose="020B0604020202020204" pitchFamily="34" charset="0"/>
              <a:buChar char="•"/>
              <a:defRPr sz="1200">
                <a:solidFill>
                  <a:schemeClr val="tx1"/>
                </a:solidFill>
                <a:latin typeface="Montserrat"/>
                <a:ea typeface="+mj-ea"/>
                <a:cs typeface="+mj-cs"/>
              </a:defRPr>
            </a:lvl5pPr>
            <a:lvl6pPr marL="921162" indent="-194427" defTabSz="1218712" eaLnBrk="1" hangingPunct="1">
              <a:spcBef>
                <a:spcPts val="1450"/>
              </a:spcBef>
              <a:buSzPct val="100000"/>
              <a:buChar char="»"/>
              <a:defRPr sz="1200">
                <a:latin typeface="Montserrat"/>
                <a:ea typeface="+mj-ea"/>
                <a:cs typeface="+mj-cs"/>
              </a:defRPr>
            </a:lvl6pPr>
            <a:lvl7pPr marL="1102374" indent="-194427" defTabSz="1218712" eaLnBrk="1" hangingPunct="1">
              <a:spcBef>
                <a:spcPts val="1450"/>
              </a:spcBef>
              <a:buSzPct val="100000"/>
              <a:buChar char="»"/>
              <a:defRPr sz="1200">
                <a:latin typeface="Montserrat"/>
                <a:ea typeface="+mj-ea"/>
                <a:cs typeface="+mj-cs"/>
              </a:defRPr>
            </a:lvl7pPr>
            <a:lvl8pPr marL="1283586" indent="-194427" defTabSz="1218712" eaLnBrk="1" hangingPunct="1">
              <a:spcBef>
                <a:spcPts val="1450"/>
              </a:spcBef>
              <a:buSzPct val="100000"/>
              <a:buChar char="»"/>
              <a:defRPr sz="1200">
                <a:latin typeface="Montserrat"/>
                <a:ea typeface="+mj-ea"/>
                <a:cs typeface="+mj-cs"/>
              </a:defRPr>
            </a:lvl8pPr>
            <a:lvl9pPr marL="1464798" indent="-194427" defTabSz="1218712" eaLnBrk="1" hangingPunct="1">
              <a:spcBef>
                <a:spcPts val="1450"/>
              </a:spcBef>
              <a:buSzPct val="100000"/>
              <a:buChar char="»"/>
              <a:defRPr sz="1200">
                <a:latin typeface="Montserrat"/>
                <a:ea typeface="+mj-ea"/>
                <a:cs typeface="+mj-cs"/>
              </a:defRPr>
            </a:lvl9pPr>
          </a:lstStyle>
          <a:p>
            <a:pPr marL="0" marR="0" lvl="0" indent="0" algn="l" defTabSz="914400" rtl="0" eaLnBrk="1" fontAlgn="auto" latinLnBrk="0" hangingPunct="1">
              <a:lnSpc>
                <a:spcPct val="100000"/>
              </a:lnSpc>
              <a:spcBef>
                <a:spcPts val="0"/>
              </a:spcBef>
              <a:spcAft>
                <a:spcPts val="1200"/>
              </a:spcAft>
              <a:buClrTx/>
              <a:buSzTx/>
              <a:buFontTx/>
              <a:buNone/>
              <a:tabLst/>
              <a:defRPr sz="1200">
                <a:latin typeface="Montserrat"/>
              </a:defRPr>
            </a:pPr>
            <a:r>
              <a:rPr kumimoji="0" lang="en-US" sz="1200" i="0" u="none" strike="noStrike" kern="1200" cap="none" spc="0" normalizeH="0" baseline="0" noProof="0">
                <a:ln>
                  <a:noFill/>
                </a:ln>
                <a:solidFill>
                  <a:srgbClr val="0067A4"/>
                </a:solidFill>
                <a:effectLst/>
                <a:uLnTx/>
                <a:uFillTx/>
                <a:latin typeface="Montserrat" pitchFamily="2" charset="77"/>
                <a:ea typeface="+mn-ea"/>
                <a:cs typeface="+mn-cs"/>
              </a:rPr>
              <a:t>WORKSHOP FACILITATION </a:t>
            </a:r>
          </a:p>
          <a:p>
            <a:pPr marL="285750" indent="-285750">
              <a:spcAft>
                <a:spcPts val="600"/>
              </a:spcAft>
              <a:buFont typeface="Arial" panose="020B0604020202020204" pitchFamily="34" charset="0"/>
              <a:buChar char="•"/>
              <a:defRPr sz="1200">
                <a:latin typeface="Montserrat"/>
              </a:defRPr>
            </a:pPr>
            <a:r>
              <a:rPr kumimoji="0" lang="en-US" sz="1200" i="0" u="none" strike="noStrike" kern="1200" cap="none" spc="0" normalizeH="0" baseline="0" noProof="0">
                <a:ln>
                  <a:noFill/>
                </a:ln>
                <a:solidFill>
                  <a:srgbClr val="000000"/>
                </a:solidFill>
                <a:effectLst/>
                <a:uLnTx/>
                <a:uFillTx/>
              </a:rPr>
              <a:t>Facilitator</a:t>
            </a:r>
            <a:r>
              <a:rPr kumimoji="0" lang="en-US" sz="1200" b="1" i="0" u="none" strike="noStrike" kern="1200" cap="none" spc="0" normalizeH="0" baseline="0" noProof="0">
                <a:ln>
                  <a:noFill/>
                </a:ln>
                <a:solidFill>
                  <a:srgbClr val="000000"/>
                </a:solidFill>
                <a:effectLst/>
                <a:uLnTx/>
                <a:uFillTx/>
              </a:rPr>
              <a:t>: </a:t>
            </a:r>
            <a:r>
              <a:rPr lang="en-US" b="1">
                <a:solidFill>
                  <a:srgbClr val="000000"/>
                </a:solidFill>
              </a:rPr>
              <a:t>Mohanta Das, Jose</a:t>
            </a:r>
            <a:r>
              <a:rPr kumimoji="0" lang="en-US" sz="1200" b="1" i="0" u="none" strike="noStrike" kern="1200" cap="none" spc="0" normalizeH="0" baseline="0" noProof="0">
                <a:ln>
                  <a:noFill/>
                </a:ln>
                <a:solidFill>
                  <a:srgbClr val="000000"/>
                </a:solidFill>
                <a:effectLst/>
                <a:uLnTx/>
                <a:uFillTx/>
              </a:rPr>
              <a:t> Diaz</a:t>
            </a:r>
            <a:endParaRPr lang="en-US" sz="1200" b="1" i="0" u="none" strike="noStrike" kern="1200" cap="none" spc="0" normalizeH="0" baseline="0" noProof="0">
              <a:ln>
                <a:noFill/>
              </a:ln>
              <a:solidFill>
                <a:srgbClr val="000000"/>
              </a:solidFill>
              <a:effectLst/>
              <a:uLnTx/>
              <a:uFillTx/>
            </a:endParaRP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sz="1200">
                <a:latin typeface="Montserrat"/>
              </a:defRPr>
            </a:pPr>
            <a:r>
              <a:rPr kumimoji="0" lang="en-US" sz="1200" i="0" u="none" strike="noStrike" kern="1200" cap="none" spc="0" normalizeH="0" baseline="0" noProof="0">
                <a:ln>
                  <a:noFill/>
                </a:ln>
                <a:solidFill>
                  <a:srgbClr val="000000"/>
                </a:solidFill>
                <a:effectLst/>
                <a:uLnTx/>
                <a:uFillTx/>
              </a:rPr>
              <a:t>IBM Scribe: </a:t>
            </a:r>
            <a:r>
              <a:rPr lang="en-US" sz="1200" b="1">
                <a:solidFill>
                  <a:srgbClr val="000000"/>
                </a:solidFill>
              </a:rPr>
              <a:t>Taylor </a:t>
            </a:r>
            <a:r>
              <a:rPr lang="en-US" sz="1200" b="1" err="1">
                <a:solidFill>
                  <a:srgbClr val="000000"/>
                </a:solidFill>
              </a:rPr>
              <a:t>Ilov</a:t>
            </a:r>
            <a:endParaRPr lang="en-US" sz="1200" b="1">
              <a:solidFill>
                <a:srgbClr val="000000"/>
              </a:solidFill>
            </a:endParaRP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sz="1200">
                <a:latin typeface="Montserrat"/>
              </a:defRPr>
            </a:pPr>
            <a:r>
              <a:rPr kumimoji="0" lang="en-US" sz="1200" i="0" u="none" strike="noStrike" kern="1200" cap="none" spc="0" normalizeH="0" baseline="0" noProof="0">
                <a:ln>
                  <a:noFill/>
                </a:ln>
                <a:solidFill>
                  <a:srgbClr val="000000"/>
                </a:solidFill>
                <a:effectLst/>
                <a:uLnTx/>
                <a:uFillTx/>
              </a:rPr>
              <a:t>Change Impacts: </a:t>
            </a:r>
            <a:r>
              <a:rPr kumimoji="0" lang="en-US" sz="1200" b="1" i="0" u="none" strike="noStrike" kern="1200" cap="none" spc="0" normalizeH="0" baseline="0" noProof="0">
                <a:ln>
                  <a:noFill/>
                </a:ln>
                <a:solidFill>
                  <a:srgbClr val="000000"/>
                </a:solidFill>
                <a:effectLst/>
                <a:uLnTx/>
                <a:uFillTx/>
              </a:rPr>
              <a:t>Julie </a:t>
            </a:r>
            <a:r>
              <a:rPr kumimoji="0" lang="en-US" sz="1200" b="1" i="0" u="none" strike="noStrike" kern="1200" cap="none" spc="0" normalizeH="0" baseline="0" noProof="0" err="1">
                <a:ln>
                  <a:noFill/>
                </a:ln>
                <a:solidFill>
                  <a:srgbClr val="000000"/>
                </a:solidFill>
                <a:effectLst/>
                <a:uLnTx/>
                <a:uFillTx/>
              </a:rPr>
              <a:t>Vandblarcum</a:t>
            </a:r>
            <a:endParaRPr lang="en-US" sz="1200" b="1" i="0" u="none" strike="noStrike" kern="1200" cap="none" spc="0" normalizeH="0" baseline="0" noProof="0">
              <a:ln>
                <a:noFill/>
              </a:ln>
              <a:solidFill>
                <a:srgbClr val="000000"/>
              </a:solidFill>
              <a:effectLst/>
              <a:uLnTx/>
              <a:uFillTx/>
            </a:endParaRP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sz="1200">
                <a:latin typeface="Montserrat"/>
              </a:defRPr>
            </a:pPr>
            <a:endParaRPr kumimoji="0" lang="en-US" sz="1200" b="0" i="0" u="none" strike="noStrike" kern="1200" cap="none" spc="0" normalizeH="0" baseline="0" noProof="0">
              <a:ln>
                <a:noFill/>
              </a:ln>
              <a:solidFill>
                <a:srgbClr val="000000"/>
              </a:solidFill>
              <a:effectLst/>
              <a:uLnTx/>
              <a:uFillTx/>
              <a:latin typeface="Montserrat" pitchFamily="2" charset="77"/>
              <a:ea typeface="+mn-ea"/>
              <a:cs typeface="+mn-cs"/>
            </a:endParaRPr>
          </a:p>
        </p:txBody>
      </p:sp>
      <p:sp>
        <p:nvSpPr>
          <p:cNvPr id="3" name="TextBox 2">
            <a:extLst>
              <a:ext uri="{FF2B5EF4-FFF2-40B4-BE49-F238E27FC236}">
                <a16:creationId xmlns:a16="http://schemas.microsoft.com/office/drawing/2014/main" id="{58573676-BFE1-83AA-90C9-0699928A0949}"/>
              </a:ext>
            </a:extLst>
          </p:cNvPr>
          <p:cNvSpPr txBox="1"/>
          <p:nvPr/>
        </p:nvSpPr>
        <p:spPr>
          <a:xfrm>
            <a:off x="4298472" y="4756766"/>
            <a:ext cx="2482339" cy="1508105"/>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1200"/>
              </a:spcAft>
              <a:buClrTx/>
              <a:buSzTx/>
              <a:buFontTx/>
              <a:buNone/>
              <a:tabLst/>
              <a:defRPr sz="1200">
                <a:latin typeface="Montserrat"/>
              </a:defRPr>
            </a:pPr>
            <a:r>
              <a:rPr kumimoji="0" lang="en-US" sz="1200" i="0" u="none" strike="noStrike" kern="1200" cap="none" spc="0" normalizeH="0" baseline="0" noProof="0">
                <a:ln>
                  <a:noFill/>
                </a:ln>
                <a:solidFill>
                  <a:srgbClr val="0067A4"/>
                </a:solidFill>
                <a:effectLst/>
                <a:uLnTx/>
                <a:uFillTx/>
                <a:latin typeface="Montserrat" pitchFamily="2" charset="77"/>
                <a:ea typeface="+mn-ea"/>
                <a:cs typeface="+mn-cs"/>
              </a:rPr>
              <a:t>CE PARTICIPANTS</a:t>
            </a:r>
          </a:p>
          <a:p>
            <a:pPr marL="285750" indent="-285750">
              <a:spcAft>
                <a:spcPts val="600"/>
              </a:spcAft>
              <a:buFont typeface="Arial,Sans-Serif"/>
              <a:buChar char="•"/>
              <a:defRPr sz="1200">
                <a:latin typeface="Montserrat"/>
              </a:defRPr>
            </a:pPr>
            <a:r>
              <a:rPr kumimoji="0" lang="en-US" sz="1200" i="0" u="none" strike="noStrike" kern="1200" cap="none" spc="0" normalizeH="0" baseline="0" noProof="0">
                <a:ln>
                  <a:noFill/>
                </a:ln>
                <a:solidFill>
                  <a:srgbClr val="000000"/>
                </a:solidFill>
                <a:effectLst/>
                <a:uLnTx/>
                <a:uFillTx/>
                <a:latin typeface="Montserrat"/>
              </a:rPr>
              <a:t>Global Process Owner: </a:t>
            </a:r>
            <a:r>
              <a:rPr kumimoji="0" lang="en-US" sz="1200" b="1" i="0" u="none" strike="noStrike" kern="1200" cap="none" spc="0" normalizeH="0" baseline="0" noProof="0">
                <a:ln>
                  <a:noFill/>
                </a:ln>
                <a:solidFill>
                  <a:srgbClr val="000000"/>
                </a:solidFill>
                <a:effectLst/>
                <a:uLnTx/>
                <a:uFillTx/>
                <a:latin typeface="Montserrat"/>
              </a:rPr>
              <a:t>Tarah Wilson</a:t>
            </a:r>
            <a:r>
              <a:rPr lang="en-US" sz="1200" b="1">
                <a:solidFill>
                  <a:srgbClr val="000000"/>
                </a:solidFill>
                <a:latin typeface="Montserrat"/>
              </a:rPr>
              <a:t>, Dawn Pettengill</a:t>
            </a:r>
            <a:endParaRPr lang="en-US" sz="1200" b="1" i="0" u="none" strike="noStrike" kern="1200" cap="none" spc="0" normalizeH="0" baseline="0" noProof="0">
              <a:ln>
                <a:noFill/>
              </a:ln>
              <a:solidFill>
                <a:srgbClr val="231F20"/>
              </a:solidFill>
              <a:effectLst/>
              <a:uLnTx/>
              <a:uFillTx/>
              <a:latin typeface="Montserrat"/>
              <a:cs typeface="Arial"/>
            </a:endParaRPr>
          </a:p>
          <a:p>
            <a:pPr marL="285750" marR="0" lvl="0" indent="-285750" algn="l" defTabSz="914400" rtl="0" eaLnBrk="1" fontAlgn="auto" latinLnBrk="0" hangingPunct="1">
              <a:lnSpc>
                <a:spcPct val="100000"/>
              </a:lnSpc>
              <a:spcBef>
                <a:spcPts val="0"/>
              </a:spcBef>
              <a:spcAft>
                <a:spcPts val="600"/>
              </a:spcAft>
              <a:buClrTx/>
              <a:buSzTx/>
              <a:buFont typeface="Arial,Sans-Serif"/>
              <a:buChar char="•"/>
              <a:tabLst/>
              <a:defRPr sz="1200">
                <a:latin typeface="Montserrat"/>
              </a:defRPr>
            </a:pPr>
            <a:r>
              <a:rPr kumimoji="0" lang="en-US" sz="1200" i="0" u="none" strike="noStrike" kern="1200" cap="none" spc="0" normalizeH="0" baseline="0" noProof="0">
                <a:ln>
                  <a:noFill/>
                </a:ln>
                <a:solidFill>
                  <a:srgbClr val="000000"/>
                </a:solidFill>
                <a:effectLst/>
                <a:uLnTx/>
                <a:uFillTx/>
                <a:latin typeface="Montserrat"/>
              </a:rPr>
              <a:t>SMEs </a:t>
            </a:r>
            <a:r>
              <a:rPr kumimoji="0" lang="en-US" sz="1200" i="0" u="none" strike="noStrike" kern="1200" cap="none" spc="0" normalizeH="0" baseline="0" noProof="0">
                <a:ln>
                  <a:noFill/>
                </a:ln>
                <a:solidFill>
                  <a:srgbClr val="0067A4"/>
                </a:solidFill>
                <a:effectLst/>
                <a:uLnTx/>
                <a:uFillTx/>
                <a:latin typeface="Montserrat"/>
              </a:rPr>
              <a:t> </a:t>
            </a:r>
            <a:endParaRPr lang="en-US" sz="1200" i="0" u="none" strike="noStrike" kern="1200" cap="none" spc="0" normalizeH="0" baseline="0" noProof="0">
              <a:ln>
                <a:noFill/>
              </a:ln>
              <a:solidFill>
                <a:srgbClr val="0067A4"/>
              </a:solidFill>
              <a:effectLst/>
              <a:uLnTx/>
              <a:uFillTx/>
              <a:latin typeface="Montserrat"/>
            </a:endParaRPr>
          </a:p>
          <a:p>
            <a:pPr marL="0" marR="0" lvl="0" indent="0" algn="l" defTabSz="914400" rtl="0" eaLnBrk="1" fontAlgn="auto" latinLnBrk="0" hangingPunct="1">
              <a:lnSpc>
                <a:spcPct val="100000"/>
              </a:lnSpc>
              <a:spcBef>
                <a:spcPts val="0"/>
              </a:spcBef>
              <a:spcAft>
                <a:spcPts val="1200"/>
              </a:spcAft>
              <a:buClrTx/>
              <a:buSzTx/>
              <a:buFontTx/>
              <a:buNone/>
              <a:tabLst/>
              <a:defRPr sz="1200">
                <a:latin typeface="Montserrat"/>
              </a:defRPr>
            </a:pPr>
            <a:r>
              <a:rPr kumimoji="0" lang="en-US" sz="1200" i="0" u="none" strike="noStrike" kern="1200" cap="none" spc="0" normalizeH="0" baseline="0" noProof="0">
                <a:ln>
                  <a:noFill/>
                </a:ln>
                <a:solidFill>
                  <a:srgbClr val="0067A4"/>
                </a:solidFill>
                <a:effectLst/>
                <a:uLnTx/>
                <a:uFillTx/>
                <a:latin typeface="Montserrat"/>
              </a:rPr>
              <a:t> </a:t>
            </a:r>
            <a:endParaRPr lang="en-US" sz="1200" i="0" u="none" strike="noStrike" kern="1200" cap="none" spc="0" normalizeH="0" baseline="0" noProof="0">
              <a:ln>
                <a:noFill/>
              </a:ln>
              <a:solidFill>
                <a:srgbClr val="0067A4"/>
              </a:solidFill>
              <a:effectLst/>
              <a:uLnTx/>
              <a:uFillTx/>
              <a:latin typeface="Montserrat"/>
            </a:endParaRPr>
          </a:p>
        </p:txBody>
      </p:sp>
      <p:graphicFrame>
        <p:nvGraphicFramePr>
          <p:cNvPr id="11" name="Table 10">
            <a:extLst>
              <a:ext uri="{FF2B5EF4-FFF2-40B4-BE49-F238E27FC236}">
                <a16:creationId xmlns:a16="http://schemas.microsoft.com/office/drawing/2014/main" id="{17F055A7-BB2E-3BF1-B0E5-02D3240DD088}"/>
              </a:ext>
            </a:extLst>
          </p:cNvPr>
          <p:cNvGraphicFramePr>
            <a:graphicFrameLocks noGrp="1"/>
          </p:cNvGraphicFramePr>
          <p:nvPr>
            <p:extLst>
              <p:ext uri="{D42A27DB-BD31-4B8C-83A1-F6EECF244321}">
                <p14:modId xmlns:p14="http://schemas.microsoft.com/office/powerpoint/2010/main" val="562740727"/>
              </p:ext>
            </p:extLst>
          </p:nvPr>
        </p:nvGraphicFramePr>
        <p:xfrm>
          <a:off x="420567" y="1240385"/>
          <a:ext cx="11599853" cy="3363147"/>
        </p:xfrm>
        <a:graphic>
          <a:graphicData uri="http://schemas.openxmlformats.org/drawingml/2006/table">
            <a:tbl>
              <a:tblPr firstRow="1" bandRow="1">
                <a:tableStyleId>{5C22544A-7EE6-4342-B048-85BDC9FD1C3A}</a:tableStyleId>
              </a:tblPr>
              <a:tblGrid>
                <a:gridCol w="1780032">
                  <a:extLst>
                    <a:ext uri="{9D8B030D-6E8A-4147-A177-3AD203B41FA5}">
                      <a16:colId xmlns:a16="http://schemas.microsoft.com/office/drawing/2014/main" val="1046793142"/>
                    </a:ext>
                  </a:extLst>
                </a:gridCol>
                <a:gridCol w="1072893">
                  <a:extLst>
                    <a:ext uri="{9D8B030D-6E8A-4147-A177-3AD203B41FA5}">
                      <a16:colId xmlns:a16="http://schemas.microsoft.com/office/drawing/2014/main" val="1451434593"/>
                    </a:ext>
                  </a:extLst>
                </a:gridCol>
                <a:gridCol w="1743454">
                  <a:extLst>
                    <a:ext uri="{9D8B030D-6E8A-4147-A177-3AD203B41FA5}">
                      <a16:colId xmlns:a16="http://schemas.microsoft.com/office/drawing/2014/main" val="4290049925"/>
                    </a:ext>
                  </a:extLst>
                </a:gridCol>
                <a:gridCol w="2426208">
                  <a:extLst>
                    <a:ext uri="{9D8B030D-6E8A-4147-A177-3AD203B41FA5}">
                      <a16:colId xmlns:a16="http://schemas.microsoft.com/office/drawing/2014/main" val="3896140478"/>
                    </a:ext>
                  </a:extLst>
                </a:gridCol>
                <a:gridCol w="1353312">
                  <a:extLst>
                    <a:ext uri="{9D8B030D-6E8A-4147-A177-3AD203B41FA5}">
                      <a16:colId xmlns:a16="http://schemas.microsoft.com/office/drawing/2014/main" val="578382920"/>
                    </a:ext>
                  </a:extLst>
                </a:gridCol>
                <a:gridCol w="1950720">
                  <a:extLst>
                    <a:ext uri="{9D8B030D-6E8A-4147-A177-3AD203B41FA5}">
                      <a16:colId xmlns:a16="http://schemas.microsoft.com/office/drawing/2014/main" val="2744401575"/>
                    </a:ext>
                  </a:extLst>
                </a:gridCol>
                <a:gridCol w="1273234">
                  <a:extLst>
                    <a:ext uri="{9D8B030D-6E8A-4147-A177-3AD203B41FA5}">
                      <a16:colId xmlns:a16="http://schemas.microsoft.com/office/drawing/2014/main" val="2844718432"/>
                    </a:ext>
                  </a:extLst>
                </a:gridCol>
              </a:tblGrid>
              <a:tr h="398063">
                <a:tc>
                  <a:txBody>
                    <a:bodyPr/>
                    <a:lstStyle/>
                    <a:p>
                      <a:pPr algn="l" fontAlgn="base">
                        <a:lnSpc>
                          <a:spcPts val="1650"/>
                        </a:lnSpc>
                        <a:buNone/>
                      </a:pPr>
                      <a:r>
                        <a:rPr lang="en-US" sz="1400" b="1" i="0">
                          <a:solidFill>
                            <a:srgbClr val="FFFFFF"/>
                          </a:solidFill>
                          <a:effectLst/>
                          <a:latin typeface="Montserrat"/>
                        </a:rPr>
                        <a:t>Workshop/PDD </a:t>
                      </a:r>
                      <a:endParaRPr lang="en-US" sz="1400" b="1">
                        <a:solidFill>
                          <a:srgbClr val="231F20"/>
                        </a:solidFill>
                        <a:effectLst/>
                        <a:latin typeface="Montserrat"/>
                      </a:endParaRPr>
                    </a:p>
                  </a:txBody>
                  <a:tcPr anchor="ctr"/>
                </a:tc>
                <a:tc>
                  <a:txBody>
                    <a:bodyPr/>
                    <a:lstStyle/>
                    <a:p>
                      <a:pPr algn="l" fontAlgn="base">
                        <a:lnSpc>
                          <a:spcPts val="1650"/>
                        </a:lnSpc>
                        <a:buNone/>
                      </a:pPr>
                      <a:r>
                        <a:rPr lang="en-US" sz="1400" b="1" i="0">
                          <a:solidFill>
                            <a:srgbClr val="FFFFFF"/>
                          </a:solidFill>
                          <a:effectLst/>
                          <a:latin typeface="Montserrat"/>
                        </a:rPr>
                        <a:t>Level 1</a:t>
                      </a:r>
                      <a:endParaRPr lang="en-US" sz="1400" b="1">
                        <a:solidFill>
                          <a:srgbClr val="231F20"/>
                        </a:solidFill>
                        <a:effectLst/>
                        <a:latin typeface="Montserrat"/>
                      </a:endParaRPr>
                    </a:p>
                  </a:txBody>
                  <a:tcPr anchor="ctr"/>
                </a:tc>
                <a:tc>
                  <a:txBody>
                    <a:bodyPr/>
                    <a:lstStyle/>
                    <a:p>
                      <a:pPr algn="l" fontAlgn="base">
                        <a:lnSpc>
                          <a:spcPts val="1650"/>
                        </a:lnSpc>
                        <a:buNone/>
                      </a:pPr>
                      <a:r>
                        <a:rPr lang="en-US" sz="1400" b="1" i="0">
                          <a:solidFill>
                            <a:srgbClr val="FFFFFF"/>
                          </a:solidFill>
                          <a:effectLst/>
                          <a:latin typeface="Montserrat"/>
                        </a:rPr>
                        <a:t>Level 2</a:t>
                      </a:r>
                      <a:endParaRPr lang="en-US" sz="1400" b="1">
                        <a:solidFill>
                          <a:srgbClr val="231F20"/>
                        </a:solidFill>
                        <a:effectLst/>
                        <a:latin typeface="Montserrat"/>
                      </a:endParaRPr>
                    </a:p>
                  </a:txBody>
                  <a:tcPr anchor="ctr"/>
                </a:tc>
                <a:tc>
                  <a:txBody>
                    <a:bodyPr/>
                    <a:lstStyle/>
                    <a:p>
                      <a:pPr algn="l" fontAlgn="base">
                        <a:lnSpc>
                          <a:spcPts val="1650"/>
                        </a:lnSpc>
                        <a:buNone/>
                      </a:pPr>
                      <a:r>
                        <a:rPr lang="en-US" sz="1400" b="1" i="0">
                          <a:solidFill>
                            <a:srgbClr val="FFFFFF"/>
                          </a:solidFill>
                          <a:effectLst/>
                          <a:latin typeface="Montserrat"/>
                        </a:rPr>
                        <a:t>Level 3</a:t>
                      </a:r>
                      <a:endParaRPr lang="en-US" sz="1400" b="1">
                        <a:solidFill>
                          <a:srgbClr val="231F20"/>
                        </a:solidFill>
                        <a:effectLst/>
                        <a:latin typeface="Montserrat"/>
                      </a:endParaRPr>
                    </a:p>
                  </a:txBody>
                  <a:tcPr anchor="ctr"/>
                </a:tc>
                <a:tc>
                  <a:txBody>
                    <a:bodyPr/>
                    <a:lstStyle/>
                    <a:p>
                      <a:pPr lvl="0" algn="l">
                        <a:buNone/>
                      </a:pPr>
                      <a:r>
                        <a:rPr lang="en-US" sz="1400"/>
                        <a:t>Teams Impacted</a:t>
                      </a:r>
                    </a:p>
                  </a:txBody>
                  <a:tcPr anchor="ctr"/>
                </a:tc>
                <a:tc>
                  <a:txBody>
                    <a:bodyPr/>
                    <a:lstStyle/>
                    <a:p>
                      <a:pPr lvl="0" algn="l">
                        <a:buNone/>
                      </a:pPr>
                      <a:r>
                        <a:rPr lang="en-US" sz="1400"/>
                        <a:t>Business Process Owner</a:t>
                      </a:r>
                    </a:p>
                  </a:txBody>
                  <a:tcPr anchor="ctr"/>
                </a:tc>
                <a:tc>
                  <a:txBody>
                    <a:bodyPr/>
                    <a:lstStyle/>
                    <a:p>
                      <a:pPr lvl="0" algn="l">
                        <a:buNone/>
                      </a:pPr>
                      <a:r>
                        <a:rPr lang="en-US" sz="1400"/>
                        <a:t>Reviewer</a:t>
                      </a:r>
                    </a:p>
                  </a:txBody>
                  <a:tcPr anchor="ctr"/>
                </a:tc>
                <a:extLst>
                  <a:ext uri="{0D108BD9-81ED-4DB2-BD59-A6C34878D82A}">
                    <a16:rowId xmlns:a16="http://schemas.microsoft.com/office/drawing/2014/main" val="2713717236"/>
                  </a:ext>
                </a:extLst>
              </a:tr>
              <a:tr h="772713">
                <a:tc rowSpan="4">
                  <a:txBody>
                    <a:bodyPr/>
                    <a:lstStyle/>
                    <a:p>
                      <a:pPr marL="0" marR="0" lvl="0" indent="0" algn="l" rtl="0">
                        <a:lnSpc>
                          <a:spcPts val="1650"/>
                        </a:lnSpc>
                        <a:spcBef>
                          <a:spcPts val="0"/>
                        </a:spcBef>
                        <a:spcAft>
                          <a:spcPts val="0"/>
                        </a:spcAft>
                        <a:buClrTx/>
                        <a:buSzTx/>
                        <a:buFontTx/>
                        <a:buNone/>
                      </a:pPr>
                      <a:r>
                        <a:rPr lang="en-US" sz="1400" b="0" i="0">
                          <a:solidFill>
                            <a:srgbClr val="000000"/>
                          </a:solidFill>
                          <a:effectLst/>
                          <a:latin typeface="Montserrat"/>
                        </a:rPr>
                        <a:t>18.0 A-1 Process Customer Move-In, Move-Out, Transfers, and Manage Owner Allocation</a:t>
                      </a:r>
                      <a:endParaRPr lang="en-US" sz="1400" b="0"/>
                    </a:p>
                  </a:txBody>
                  <a:tcPr anchor="ctr"/>
                </a:tc>
                <a:tc rowSpan="4">
                  <a:txBody>
                    <a:bodyPr/>
                    <a:lstStyle/>
                    <a:p>
                      <a:pPr marL="0" marR="0" lvl="0" indent="0" algn="l" rtl="0">
                        <a:lnSpc>
                          <a:spcPts val="1650"/>
                        </a:lnSpc>
                        <a:spcBef>
                          <a:spcPts val="0"/>
                        </a:spcBef>
                        <a:spcAft>
                          <a:spcPts val="0"/>
                        </a:spcAft>
                        <a:buClrTx/>
                        <a:buSzTx/>
                        <a:buFontTx/>
                        <a:buNone/>
                      </a:pPr>
                      <a:r>
                        <a:rPr lang="en-US" sz="1400" i="0">
                          <a:solidFill>
                            <a:srgbClr val="000000"/>
                          </a:solidFill>
                          <a:effectLst/>
                          <a:latin typeface="Montserrat"/>
                        </a:rPr>
                        <a:t>Manage Customer Service</a:t>
                      </a:r>
                      <a:endParaRPr lang="en-US" sz="1400">
                        <a:solidFill>
                          <a:srgbClr val="231F20"/>
                        </a:solidFill>
                        <a:effectLst/>
                        <a:latin typeface="Montserrat"/>
                      </a:endParaRPr>
                    </a:p>
                  </a:txBody>
                  <a:tcPr anchor="ctr"/>
                </a:tc>
                <a:tc rowSpan="4">
                  <a:txBody>
                    <a:bodyPr/>
                    <a:lstStyle/>
                    <a:p>
                      <a:pPr marL="0" marR="0" lvl="0" indent="0" algn="l" rtl="0">
                        <a:lnSpc>
                          <a:spcPts val="1650"/>
                        </a:lnSpc>
                        <a:spcBef>
                          <a:spcPts val="0"/>
                        </a:spcBef>
                        <a:spcAft>
                          <a:spcPts val="0"/>
                        </a:spcAft>
                        <a:buClrTx/>
                        <a:buSzTx/>
                        <a:buFontTx/>
                        <a:buNone/>
                      </a:pPr>
                      <a:r>
                        <a:rPr lang="en-US" sz="1400" b="1" i="0">
                          <a:solidFill>
                            <a:srgbClr val="000000"/>
                          </a:solidFill>
                          <a:effectLst/>
                          <a:latin typeface="Montserrat"/>
                        </a:rPr>
                        <a:t>Process Customer Move-In, Move-Out, Transfers, and Manage Owner Allocation</a:t>
                      </a:r>
                      <a:endParaRPr lang="en-US" sz="1400" b="1">
                        <a:solidFill>
                          <a:srgbClr val="231F20"/>
                        </a:solidFill>
                        <a:effectLst/>
                        <a:latin typeface="Montserrat"/>
                      </a:endParaRPr>
                    </a:p>
                  </a:txBody>
                  <a:tcPr anchor="ctr"/>
                </a:tc>
                <a:tc>
                  <a:txBody>
                    <a:bodyPr/>
                    <a:lstStyle/>
                    <a:p>
                      <a:pPr fontAlgn="base">
                        <a:lnSpc>
                          <a:spcPts val="1650"/>
                        </a:lnSpc>
                        <a:buNone/>
                      </a:pPr>
                      <a:r>
                        <a:rPr lang="en-US" sz="1400" b="0">
                          <a:solidFill>
                            <a:srgbClr val="000000"/>
                          </a:solidFill>
                          <a:effectLst/>
                        </a:rPr>
                        <a:t>18.1 Manage Customer Move in</a:t>
                      </a:r>
                      <a:endParaRPr lang="en-US" sz="1400" b="0">
                        <a:solidFill>
                          <a:srgbClr val="231F20"/>
                        </a:solidFill>
                        <a:effectLst/>
                        <a:latin typeface="Montserrat"/>
                      </a:endParaRPr>
                    </a:p>
                  </a:txBody>
                  <a:tcPr marL="9525" marR="9525" marT="9525" anchor="ctr"/>
                </a:tc>
                <a:tc>
                  <a:txBody>
                    <a:bodyPr/>
                    <a:lstStyle/>
                    <a:p>
                      <a:pPr lvl="0">
                        <a:buNone/>
                      </a:pPr>
                      <a:r>
                        <a:rPr lang="en-US" sz="1400"/>
                        <a:t>Customer, WAM</a:t>
                      </a:r>
                    </a:p>
                  </a:txBody>
                  <a:tcPr/>
                </a:tc>
                <a:tc>
                  <a:txBody>
                    <a:bodyPr/>
                    <a:lstStyle/>
                    <a:p>
                      <a:pPr lvl="0">
                        <a:buNone/>
                      </a:pPr>
                      <a:r>
                        <a:rPr lang="en-US" sz="1400"/>
                        <a:t>Tarah Wilson, Dawn Pettengill</a:t>
                      </a:r>
                    </a:p>
                  </a:txBody>
                  <a:tcPr/>
                </a:tc>
                <a:tc>
                  <a:txBody>
                    <a:bodyPr/>
                    <a:lstStyle/>
                    <a:p>
                      <a:pPr lvl="0">
                        <a:buNone/>
                      </a:pPr>
                      <a:r>
                        <a:rPr lang="en-US" sz="1400" b="0" i="0" u="none" strike="noStrike" noProof="0">
                          <a:solidFill>
                            <a:srgbClr val="000000"/>
                          </a:solidFill>
                          <a:latin typeface="Montserrat"/>
                        </a:rPr>
                        <a:t>Customer Core Team</a:t>
                      </a:r>
                    </a:p>
                  </a:txBody>
                  <a:tcPr/>
                </a:tc>
                <a:extLst>
                  <a:ext uri="{0D108BD9-81ED-4DB2-BD59-A6C34878D82A}">
                    <a16:rowId xmlns:a16="http://schemas.microsoft.com/office/drawing/2014/main" val="2026243378"/>
                  </a:ext>
                </a:extLst>
              </a:tr>
              <a:tr h="690758">
                <a:tc vMerge="1">
                  <a:txBody>
                    <a:bodyPr/>
                    <a:lstStyle/>
                    <a:p>
                      <a:pPr defTabSz="609585">
                        <a:tabLst/>
                        <a:defRPr sz="1200">
                          <a:latin typeface="Montserrat"/>
                        </a:defRPr>
                      </a:pPr>
                      <a:endParaRPr lang="en-US"/>
                    </a:p>
                  </a:txBody>
                  <a:tcPr anchor="ctr"/>
                </a:tc>
                <a:tc vMerge="1">
                  <a:txBody>
                    <a:bodyPr/>
                    <a:lstStyle/>
                    <a:p>
                      <a:pPr defTabSz="609585">
                        <a:tabLst/>
                        <a:defRPr sz="1200">
                          <a:latin typeface="Montserrat"/>
                        </a:defRPr>
                      </a:pPr>
                      <a:endParaRPr lang="en-US"/>
                    </a:p>
                  </a:txBody>
                  <a:tcPr anchor="ctr"/>
                </a:tc>
                <a:tc vMerge="1">
                  <a:txBody>
                    <a:bodyPr/>
                    <a:lstStyle/>
                    <a:p>
                      <a:pPr defTabSz="609585">
                        <a:tabLst/>
                        <a:defRPr sz="1200">
                          <a:latin typeface="Montserrat"/>
                        </a:defRPr>
                      </a:pPr>
                      <a:endParaRPr lang="en-US"/>
                    </a:p>
                  </a:txBody>
                  <a:tcPr anchor="ctr"/>
                </a:tc>
                <a:tc>
                  <a:txBody>
                    <a:bodyPr/>
                    <a:lstStyle/>
                    <a:p>
                      <a:pPr fontAlgn="base">
                        <a:lnSpc>
                          <a:spcPts val="1650"/>
                        </a:lnSpc>
                        <a:buNone/>
                      </a:pPr>
                      <a:r>
                        <a:rPr lang="en-US" sz="1400" b="0">
                          <a:solidFill>
                            <a:srgbClr val="231F20"/>
                          </a:solidFill>
                          <a:effectLst/>
                        </a:rPr>
                        <a:t>18.2 Manage Customer Move out</a:t>
                      </a:r>
                      <a:endParaRPr lang="en-US" sz="1400" b="0" i="0">
                        <a:solidFill>
                          <a:srgbClr val="231F20"/>
                        </a:solidFill>
                        <a:effectLst/>
                        <a:latin typeface="Montserrat"/>
                      </a:endParaRPr>
                    </a:p>
                  </a:txBody>
                  <a:tcPr marL="9525" marR="9525" marT="9525" anchor="ctr"/>
                </a:tc>
                <a:tc>
                  <a:txBody>
                    <a:bodyPr/>
                    <a:lstStyle/>
                    <a:p>
                      <a:pPr lvl="0">
                        <a:buNone/>
                      </a:pPr>
                      <a:r>
                        <a:rPr lang="en-US" sz="1400" b="0"/>
                        <a:t>Customer, WAM</a:t>
                      </a:r>
                    </a:p>
                  </a:txBody>
                  <a:tcPr/>
                </a:tc>
                <a:tc>
                  <a:txBody>
                    <a:bodyPr/>
                    <a:lstStyle/>
                    <a:p>
                      <a:pPr lvl="0">
                        <a:buNone/>
                      </a:pPr>
                      <a:r>
                        <a:rPr lang="en-US" sz="1400" b="0" i="0" u="none" strike="noStrike" noProof="0">
                          <a:solidFill>
                            <a:srgbClr val="000000"/>
                          </a:solidFill>
                          <a:latin typeface="Montserrat"/>
                        </a:rPr>
                        <a:t>Tarah Wilson, Dawn Pettengill</a:t>
                      </a:r>
                      <a:endParaRPr lang="en-US" sz="1400" b="0"/>
                    </a:p>
                  </a:txBody>
                  <a:tcPr/>
                </a:tc>
                <a:tc>
                  <a:txBody>
                    <a:bodyPr/>
                    <a:lstStyle/>
                    <a:p>
                      <a:pPr lvl="0" algn="l">
                        <a:lnSpc>
                          <a:spcPct val="100000"/>
                        </a:lnSpc>
                        <a:spcBef>
                          <a:spcPts val="0"/>
                        </a:spcBef>
                        <a:spcAft>
                          <a:spcPts val="0"/>
                        </a:spcAft>
                        <a:buNone/>
                      </a:pPr>
                      <a:r>
                        <a:rPr lang="en-US" sz="1400" b="0" i="0" u="none" strike="noStrike" noProof="0">
                          <a:solidFill>
                            <a:srgbClr val="000000"/>
                          </a:solidFill>
                          <a:latin typeface="Montserrat"/>
                        </a:rPr>
                        <a:t>Customer Core Team</a:t>
                      </a:r>
                      <a:endParaRPr lang="en-US" b="0"/>
                    </a:p>
                  </a:txBody>
                  <a:tcPr/>
                </a:tc>
                <a:extLst>
                  <a:ext uri="{0D108BD9-81ED-4DB2-BD59-A6C34878D82A}">
                    <a16:rowId xmlns:a16="http://schemas.microsoft.com/office/drawing/2014/main" val="348184522"/>
                  </a:ext>
                </a:extLst>
              </a:tr>
              <a:tr h="690758">
                <a:tc vMerge="1">
                  <a:txBody>
                    <a:bodyPr/>
                    <a:lstStyle/>
                    <a:p>
                      <a:pPr defTabSz="609585">
                        <a:tabLst/>
                        <a:defRPr sz="1200">
                          <a:latin typeface="Montserrat"/>
                        </a:defRPr>
                      </a:pPr>
                      <a:endParaRPr lang="en-US"/>
                    </a:p>
                  </a:txBody>
                  <a:tcPr anchor="ctr"/>
                </a:tc>
                <a:tc vMerge="1">
                  <a:txBody>
                    <a:bodyPr/>
                    <a:lstStyle/>
                    <a:p>
                      <a:pPr defTabSz="609585">
                        <a:tabLst/>
                        <a:defRPr sz="1200">
                          <a:latin typeface="Montserrat"/>
                        </a:defRPr>
                      </a:pPr>
                      <a:endParaRPr lang="en-US"/>
                    </a:p>
                  </a:txBody>
                  <a:tcPr anchor="ctr"/>
                </a:tc>
                <a:tc vMerge="1">
                  <a:txBody>
                    <a:bodyPr/>
                    <a:lstStyle/>
                    <a:p>
                      <a:pPr defTabSz="609585">
                        <a:tabLst/>
                        <a:defRPr sz="1200">
                          <a:latin typeface="Montserrat"/>
                        </a:defRPr>
                      </a:pPr>
                      <a:endParaRPr lang="en-US"/>
                    </a:p>
                  </a:txBody>
                  <a:tcPr anchor="ctr"/>
                </a:tc>
                <a:tc>
                  <a:txBody>
                    <a:bodyPr/>
                    <a:lstStyle/>
                    <a:p>
                      <a:pPr marL="0" marR="0" lvl="0" indent="0" algn="l" defTabSz="609585" rtl="0" eaLnBrk="1" fontAlgn="base" latinLnBrk="0" hangingPunct="1">
                        <a:lnSpc>
                          <a:spcPts val="1650"/>
                        </a:lnSpc>
                        <a:spcBef>
                          <a:spcPts val="0"/>
                        </a:spcBef>
                        <a:spcAft>
                          <a:spcPts val="0"/>
                        </a:spcAft>
                        <a:buClrTx/>
                        <a:buSzTx/>
                        <a:buFontTx/>
                        <a:buNone/>
                        <a:tabLst/>
                        <a:defRPr sz="1200">
                          <a:latin typeface="Montserrat"/>
                        </a:defRPr>
                      </a:pPr>
                      <a:r>
                        <a:rPr lang="en-US" sz="1400" b="1">
                          <a:solidFill>
                            <a:srgbClr val="231F20"/>
                          </a:solidFill>
                          <a:effectLst/>
                        </a:rPr>
                        <a:t>18.3 Manage Customer Transfer</a:t>
                      </a:r>
                      <a:endParaRPr lang="en-US" sz="1400" b="1" i="0">
                        <a:solidFill>
                          <a:srgbClr val="231F20"/>
                        </a:solidFill>
                        <a:effectLst/>
                        <a:latin typeface="Montserrat"/>
                      </a:endParaRPr>
                    </a:p>
                  </a:txBody>
                  <a:tcPr marL="9525" marR="9525" marT="9525" anchor="ctr"/>
                </a:tc>
                <a:tc>
                  <a:txBody>
                    <a:bodyPr/>
                    <a:lstStyle/>
                    <a:p>
                      <a:pPr lvl="0">
                        <a:buNone/>
                      </a:pPr>
                      <a:r>
                        <a:rPr lang="en-US" sz="1400" b="1" i="0" u="none" strike="noStrike" noProof="0">
                          <a:solidFill>
                            <a:srgbClr val="000000"/>
                          </a:solidFill>
                          <a:latin typeface="Montserrat"/>
                        </a:rPr>
                        <a:t>Customer, Finance</a:t>
                      </a:r>
                      <a:endParaRPr lang="en-US" sz="1400" b="1"/>
                    </a:p>
                  </a:txBody>
                  <a:tcPr/>
                </a:tc>
                <a:tc>
                  <a:txBody>
                    <a:bodyPr/>
                    <a:lstStyle/>
                    <a:p>
                      <a:pPr lvl="0">
                        <a:buNone/>
                      </a:pPr>
                      <a:r>
                        <a:rPr lang="en-US" sz="1400" b="1" i="0" u="none" strike="noStrike" noProof="0">
                          <a:solidFill>
                            <a:srgbClr val="000000"/>
                          </a:solidFill>
                          <a:latin typeface="Montserrat"/>
                        </a:rPr>
                        <a:t>Tarah Wilson, Dawn Pettengill</a:t>
                      </a:r>
                      <a:endParaRPr lang="en-US" sz="1400" b="1"/>
                    </a:p>
                  </a:txBody>
                  <a:tcPr/>
                </a:tc>
                <a:tc>
                  <a:txBody>
                    <a:bodyPr/>
                    <a:lstStyle/>
                    <a:p>
                      <a:pPr lvl="0" algn="l">
                        <a:lnSpc>
                          <a:spcPct val="100000"/>
                        </a:lnSpc>
                        <a:spcBef>
                          <a:spcPts val="0"/>
                        </a:spcBef>
                        <a:spcAft>
                          <a:spcPts val="0"/>
                        </a:spcAft>
                        <a:buNone/>
                      </a:pPr>
                      <a:r>
                        <a:rPr lang="en-US" sz="1400" b="0" i="0" u="none" strike="noStrike" noProof="0">
                          <a:solidFill>
                            <a:srgbClr val="000000"/>
                          </a:solidFill>
                          <a:latin typeface="Montserrat"/>
                        </a:rPr>
                        <a:t>Customer Core Team</a:t>
                      </a:r>
                      <a:endParaRPr lang="en-US"/>
                    </a:p>
                  </a:txBody>
                  <a:tcPr/>
                </a:tc>
                <a:extLst>
                  <a:ext uri="{0D108BD9-81ED-4DB2-BD59-A6C34878D82A}">
                    <a16:rowId xmlns:a16="http://schemas.microsoft.com/office/drawing/2014/main" val="2228202409"/>
                  </a:ext>
                </a:extLst>
              </a:tr>
              <a:tr h="690758">
                <a:tc vMerge="1">
                  <a:txBody>
                    <a:bodyPr/>
                    <a:lstStyle/>
                    <a:p>
                      <a:pPr defTabSz="609585">
                        <a:tabLst/>
                        <a:defRPr sz="1200">
                          <a:latin typeface="Montserrat"/>
                        </a:defRPr>
                      </a:pPr>
                      <a:endParaRPr lang="en-US"/>
                    </a:p>
                  </a:txBody>
                  <a:tcPr anchor="ctr"/>
                </a:tc>
                <a:tc vMerge="1">
                  <a:txBody>
                    <a:bodyPr/>
                    <a:lstStyle/>
                    <a:p>
                      <a:pPr defTabSz="609585">
                        <a:tabLst/>
                        <a:defRPr sz="1200">
                          <a:latin typeface="Montserrat"/>
                        </a:defRPr>
                      </a:pPr>
                      <a:endParaRPr lang="en-US"/>
                    </a:p>
                  </a:txBody>
                  <a:tcPr anchor="ctr"/>
                </a:tc>
                <a:tc vMerge="1">
                  <a:txBody>
                    <a:bodyPr/>
                    <a:lstStyle/>
                    <a:p>
                      <a:pPr defTabSz="609585">
                        <a:tabLst/>
                        <a:defRPr sz="1200">
                          <a:latin typeface="Montserrat"/>
                        </a:defRPr>
                      </a:pPr>
                      <a:endParaRPr lang="en-US"/>
                    </a:p>
                  </a:txBody>
                  <a:tcPr anchor="ctr"/>
                </a:tc>
                <a:tc>
                  <a:txBody>
                    <a:bodyPr/>
                    <a:lstStyle/>
                    <a:p>
                      <a:pPr fontAlgn="base">
                        <a:lnSpc>
                          <a:spcPts val="1650"/>
                        </a:lnSpc>
                        <a:buNone/>
                      </a:pPr>
                      <a:r>
                        <a:rPr lang="en-US" sz="1400" b="1">
                          <a:solidFill>
                            <a:srgbClr val="231F20"/>
                          </a:solidFill>
                          <a:effectLst/>
                        </a:rPr>
                        <a:t>18.4 Manage Landlord/Tenant</a:t>
                      </a:r>
                      <a:endParaRPr lang="en-US" sz="1400" b="1" i="0">
                        <a:solidFill>
                          <a:srgbClr val="231F20"/>
                        </a:solidFill>
                        <a:effectLst/>
                        <a:latin typeface="Montserrat"/>
                      </a:endParaRPr>
                    </a:p>
                  </a:txBody>
                  <a:tcPr marL="9525" marR="9525" marT="9525" anchor="ctr"/>
                </a:tc>
                <a:tc>
                  <a:txBody>
                    <a:bodyPr/>
                    <a:lstStyle/>
                    <a:p>
                      <a:pPr lvl="0">
                        <a:buNone/>
                      </a:pPr>
                      <a:r>
                        <a:rPr lang="en-US" sz="1400" b="1" i="0" u="none" strike="noStrike" noProof="0">
                          <a:solidFill>
                            <a:srgbClr val="000000"/>
                          </a:solidFill>
                          <a:latin typeface="Montserrat"/>
                        </a:rPr>
                        <a:t>Customer</a:t>
                      </a:r>
                    </a:p>
                  </a:txBody>
                  <a:tcPr/>
                </a:tc>
                <a:tc>
                  <a:txBody>
                    <a:bodyPr/>
                    <a:lstStyle/>
                    <a:p>
                      <a:pPr lvl="0">
                        <a:buNone/>
                      </a:pPr>
                      <a:r>
                        <a:rPr lang="en-US" sz="1400" b="1" i="0" u="none" strike="noStrike" noProof="0">
                          <a:solidFill>
                            <a:srgbClr val="000000"/>
                          </a:solidFill>
                          <a:latin typeface="Montserrat"/>
                        </a:rPr>
                        <a:t>Tarah Wilson, Dawn Pettengill</a:t>
                      </a:r>
                      <a:endParaRPr lang="en-US" sz="1400" b="1"/>
                    </a:p>
                  </a:txBody>
                  <a:tcPr/>
                </a:tc>
                <a:tc>
                  <a:txBody>
                    <a:bodyPr/>
                    <a:lstStyle/>
                    <a:p>
                      <a:pPr lvl="0" algn="l">
                        <a:lnSpc>
                          <a:spcPct val="100000"/>
                        </a:lnSpc>
                        <a:spcBef>
                          <a:spcPts val="0"/>
                        </a:spcBef>
                        <a:spcAft>
                          <a:spcPts val="0"/>
                        </a:spcAft>
                        <a:buNone/>
                      </a:pPr>
                      <a:r>
                        <a:rPr lang="en-US" sz="1400" b="0" i="0" u="none" strike="noStrike" noProof="0">
                          <a:solidFill>
                            <a:srgbClr val="000000"/>
                          </a:solidFill>
                          <a:latin typeface="Montserrat"/>
                        </a:rPr>
                        <a:t>Customer Core Team</a:t>
                      </a:r>
                      <a:endParaRPr lang="en-US"/>
                    </a:p>
                  </a:txBody>
                  <a:tcPr/>
                </a:tc>
                <a:extLst>
                  <a:ext uri="{0D108BD9-81ED-4DB2-BD59-A6C34878D82A}">
                    <a16:rowId xmlns:a16="http://schemas.microsoft.com/office/drawing/2014/main" val="3776726002"/>
                  </a:ext>
                </a:extLst>
              </a:tr>
            </a:tbl>
          </a:graphicData>
        </a:graphic>
      </p:graphicFrame>
    </p:spTree>
    <p:extLst>
      <p:ext uri="{BB962C8B-B14F-4D97-AF65-F5344CB8AC3E}">
        <p14:creationId xmlns:p14="http://schemas.microsoft.com/office/powerpoint/2010/main" val="3692638522"/>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A5A496-A8C5-979D-3C72-098BDD92D4D6}"/>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4262678A-31A7-55F3-F5A2-5517663349EE}"/>
              </a:ext>
            </a:extLst>
          </p:cNvPr>
          <p:cNvSpPr>
            <a:spLocks noGrp="1"/>
          </p:cNvSpPr>
          <p:nvPr>
            <p:ph type="title"/>
          </p:nvPr>
        </p:nvSpPr>
        <p:spPr>
          <a:xfrm>
            <a:off x="268904" y="4970926"/>
            <a:ext cx="5977468" cy="1887074"/>
          </a:xfrm>
        </p:spPr>
        <p:txBody>
          <a:bodyPr/>
          <a:lstStyle/>
          <a:p>
            <a:r>
              <a:rPr lang="en-US" sz="4000" b="1">
                <a:latin typeface="Montserrat"/>
              </a:rPr>
              <a:t>02 </a:t>
            </a:r>
            <a:r>
              <a:rPr lang="en-US" sz="4000">
                <a:latin typeface="Montserrat"/>
              </a:rPr>
              <a:t>(L3) Manage Landlord/Tenant</a:t>
            </a:r>
            <a:endParaRPr lang="en-US" sz="4000">
              <a:solidFill>
                <a:srgbClr val="000000"/>
              </a:solidFill>
              <a:latin typeface="Montserrat"/>
            </a:endParaRPr>
          </a:p>
        </p:txBody>
      </p:sp>
    </p:spTree>
    <p:extLst>
      <p:ext uri="{BB962C8B-B14F-4D97-AF65-F5344CB8AC3E}">
        <p14:creationId xmlns:p14="http://schemas.microsoft.com/office/powerpoint/2010/main" val="3155424208"/>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C24763-FF50-0950-3DEB-C8C9F469FE3D}"/>
            </a:ext>
          </a:extLst>
        </p:cNvPr>
        <p:cNvGrpSpPr/>
        <p:nvPr/>
      </p:nvGrpSpPr>
      <p:grpSpPr>
        <a:xfrm>
          <a:off x="0" y="0"/>
          <a:ext cx="0" cy="0"/>
          <a:chOff x="0" y="0"/>
          <a:chExt cx="0" cy="0"/>
        </a:xfrm>
      </p:grpSpPr>
      <p:pic>
        <p:nvPicPr>
          <p:cNvPr id="2" name="Picture 1" descr="A screenshot of a computer&#10;&#10;AI-generated content may be incorrect.">
            <a:extLst>
              <a:ext uri="{FF2B5EF4-FFF2-40B4-BE49-F238E27FC236}">
                <a16:creationId xmlns:a16="http://schemas.microsoft.com/office/drawing/2014/main" id="{55BEFA44-FE2D-896F-D547-595C4B880AFE}"/>
              </a:ext>
            </a:extLst>
          </p:cNvPr>
          <p:cNvPicPr>
            <a:picLocks noChangeAspect="1"/>
          </p:cNvPicPr>
          <p:nvPr/>
        </p:nvPicPr>
        <p:blipFill>
          <a:blip r:embed="rId2"/>
          <a:stretch>
            <a:fillRect/>
          </a:stretch>
        </p:blipFill>
        <p:spPr>
          <a:xfrm>
            <a:off x="398843" y="1219201"/>
            <a:ext cx="11070708" cy="4895447"/>
          </a:xfrm>
          <a:prstGeom prst="rect">
            <a:avLst/>
          </a:prstGeom>
          <a:noFill/>
        </p:spPr>
      </p:pic>
      <p:sp>
        <p:nvSpPr>
          <p:cNvPr id="4" name="Title 3">
            <a:extLst>
              <a:ext uri="{FF2B5EF4-FFF2-40B4-BE49-F238E27FC236}">
                <a16:creationId xmlns:a16="http://schemas.microsoft.com/office/drawing/2014/main" id="{EBCFCD57-7F21-EC59-FF26-5A767089C78D}"/>
              </a:ext>
            </a:extLst>
          </p:cNvPr>
          <p:cNvSpPr>
            <a:spLocks noGrp="1"/>
          </p:cNvSpPr>
          <p:nvPr>
            <p:ph type="title"/>
          </p:nvPr>
        </p:nvSpPr>
        <p:spPr>
          <a:xfrm>
            <a:off x="414528" y="438912"/>
            <a:ext cx="11375136" cy="609600"/>
          </a:xfrm>
        </p:spPr>
        <p:txBody>
          <a:bodyPr anchor="b">
            <a:normAutofit/>
          </a:bodyPr>
          <a:lstStyle/>
          <a:p>
            <a:r>
              <a:rPr lang="en-US"/>
              <a:t>Process Overview- S4HANA Owner Allocation</a:t>
            </a:r>
          </a:p>
        </p:txBody>
      </p:sp>
    </p:spTree>
    <p:extLst>
      <p:ext uri="{BB962C8B-B14F-4D97-AF65-F5344CB8AC3E}">
        <p14:creationId xmlns:p14="http://schemas.microsoft.com/office/powerpoint/2010/main" val="1450616698"/>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27DA08-9976-804C-9E91-484809DAA531}"/>
            </a:ext>
          </a:extLst>
        </p:cNvPr>
        <p:cNvGrpSpPr/>
        <p:nvPr/>
      </p:nvGrpSpPr>
      <p:grpSpPr>
        <a:xfrm>
          <a:off x="0" y="0"/>
          <a:ext cx="0" cy="0"/>
          <a:chOff x="0" y="0"/>
          <a:chExt cx="0" cy="0"/>
        </a:xfrm>
      </p:grpSpPr>
      <p:pic>
        <p:nvPicPr>
          <p:cNvPr id="3" name="Picture 2" descr="A screenshot of a computer&#10;&#10;AI-generated content may be incorrect.">
            <a:extLst>
              <a:ext uri="{FF2B5EF4-FFF2-40B4-BE49-F238E27FC236}">
                <a16:creationId xmlns:a16="http://schemas.microsoft.com/office/drawing/2014/main" id="{6157C98B-2C31-D9F6-006F-4A5DB039FB71}"/>
              </a:ext>
            </a:extLst>
          </p:cNvPr>
          <p:cNvPicPr>
            <a:picLocks noChangeAspect="1"/>
          </p:cNvPicPr>
          <p:nvPr/>
        </p:nvPicPr>
        <p:blipFill>
          <a:blip r:embed="rId2"/>
          <a:stretch>
            <a:fillRect/>
          </a:stretch>
        </p:blipFill>
        <p:spPr>
          <a:xfrm>
            <a:off x="421548" y="1219201"/>
            <a:ext cx="10947807" cy="4895447"/>
          </a:xfrm>
          <a:prstGeom prst="rect">
            <a:avLst/>
          </a:prstGeom>
          <a:noFill/>
        </p:spPr>
      </p:pic>
      <p:sp>
        <p:nvSpPr>
          <p:cNvPr id="4" name="Title 3">
            <a:extLst>
              <a:ext uri="{FF2B5EF4-FFF2-40B4-BE49-F238E27FC236}">
                <a16:creationId xmlns:a16="http://schemas.microsoft.com/office/drawing/2014/main" id="{DF18F323-DE25-3CB8-EE93-AD7F07DC8504}"/>
              </a:ext>
            </a:extLst>
          </p:cNvPr>
          <p:cNvSpPr>
            <a:spLocks noGrp="1"/>
          </p:cNvSpPr>
          <p:nvPr>
            <p:ph type="title"/>
          </p:nvPr>
        </p:nvSpPr>
        <p:spPr>
          <a:xfrm>
            <a:off x="414528" y="438912"/>
            <a:ext cx="11375136" cy="609600"/>
          </a:xfrm>
        </p:spPr>
        <p:txBody>
          <a:bodyPr anchor="b">
            <a:normAutofit/>
          </a:bodyPr>
          <a:lstStyle/>
          <a:p>
            <a:r>
              <a:rPr lang="en-US">
                <a:latin typeface="Montserrat"/>
              </a:rPr>
              <a:t>Process Overview- Enter Owner and Contract account</a:t>
            </a:r>
            <a:endParaRPr lang="en-US"/>
          </a:p>
        </p:txBody>
      </p:sp>
    </p:spTree>
    <p:extLst>
      <p:ext uri="{BB962C8B-B14F-4D97-AF65-F5344CB8AC3E}">
        <p14:creationId xmlns:p14="http://schemas.microsoft.com/office/powerpoint/2010/main" val="3454755435"/>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36FD8-A172-71E8-FBEA-59B280F3D68F}"/>
            </a:ext>
          </a:extLst>
        </p:cNvPr>
        <p:cNvGrpSpPr/>
        <p:nvPr/>
      </p:nvGrpSpPr>
      <p:grpSpPr>
        <a:xfrm>
          <a:off x="0" y="0"/>
          <a:ext cx="0" cy="0"/>
          <a:chOff x="0" y="0"/>
          <a:chExt cx="0" cy="0"/>
        </a:xfrm>
      </p:grpSpPr>
      <p:pic>
        <p:nvPicPr>
          <p:cNvPr id="2" name="Picture 1" descr="A screenshot of a computer&#10;&#10;AI-generated content may be incorrect.">
            <a:extLst>
              <a:ext uri="{FF2B5EF4-FFF2-40B4-BE49-F238E27FC236}">
                <a16:creationId xmlns:a16="http://schemas.microsoft.com/office/drawing/2014/main" id="{F777F17B-FFE4-FA13-7591-0051D3827C62}"/>
              </a:ext>
            </a:extLst>
          </p:cNvPr>
          <p:cNvPicPr>
            <a:picLocks noChangeAspect="1"/>
          </p:cNvPicPr>
          <p:nvPr/>
        </p:nvPicPr>
        <p:blipFill>
          <a:blip r:embed="rId2"/>
          <a:stretch>
            <a:fillRect/>
          </a:stretch>
        </p:blipFill>
        <p:spPr>
          <a:xfrm>
            <a:off x="414528" y="1278146"/>
            <a:ext cx="11375136" cy="4777557"/>
          </a:xfrm>
          <a:prstGeom prst="rect">
            <a:avLst/>
          </a:prstGeom>
          <a:noFill/>
        </p:spPr>
      </p:pic>
      <p:sp>
        <p:nvSpPr>
          <p:cNvPr id="4" name="Title 3">
            <a:extLst>
              <a:ext uri="{FF2B5EF4-FFF2-40B4-BE49-F238E27FC236}">
                <a16:creationId xmlns:a16="http://schemas.microsoft.com/office/drawing/2014/main" id="{81E1992E-849F-E246-08BC-11772A5BBD57}"/>
              </a:ext>
            </a:extLst>
          </p:cNvPr>
          <p:cNvSpPr>
            <a:spLocks noGrp="1"/>
          </p:cNvSpPr>
          <p:nvPr>
            <p:ph type="title"/>
          </p:nvPr>
        </p:nvSpPr>
        <p:spPr>
          <a:xfrm>
            <a:off x="414528" y="438912"/>
            <a:ext cx="11375136" cy="609600"/>
          </a:xfrm>
        </p:spPr>
        <p:txBody>
          <a:bodyPr anchor="b">
            <a:normAutofit/>
          </a:bodyPr>
          <a:lstStyle/>
          <a:p>
            <a:r>
              <a:rPr lang="en-US">
                <a:latin typeface="Montserrat"/>
              </a:rPr>
              <a:t>Process Overview- Select Installation and Save</a:t>
            </a:r>
            <a:endParaRPr lang="en-US"/>
          </a:p>
        </p:txBody>
      </p:sp>
    </p:spTree>
    <p:extLst>
      <p:ext uri="{BB962C8B-B14F-4D97-AF65-F5344CB8AC3E}">
        <p14:creationId xmlns:p14="http://schemas.microsoft.com/office/powerpoint/2010/main" val="3907674270"/>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screenshot of a computer&#10;&#10;AI-generated content may be incorrect.">
            <a:extLst>
              <a:ext uri="{FF2B5EF4-FFF2-40B4-BE49-F238E27FC236}">
                <a16:creationId xmlns:a16="http://schemas.microsoft.com/office/drawing/2014/main" id="{EF1A81FC-4AFE-02F3-E4D3-7040FF338367}"/>
              </a:ext>
            </a:extLst>
          </p:cNvPr>
          <p:cNvPicPr>
            <a:picLocks noChangeAspect="1"/>
          </p:cNvPicPr>
          <p:nvPr/>
        </p:nvPicPr>
        <p:blipFill>
          <a:blip r:embed="rId2"/>
          <a:stretch>
            <a:fillRect/>
          </a:stretch>
        </p:blipFill>
        <p:spPr>
          <a:xfrm>
            <a:off x="414528" y="2486755"/>
            <a:ext cx="11375136" cy="2360339"/>
          </a:xfrm>
          <a:prstGeom prst="rect">
            <a:avLst/>
          </a:prstGeom>
          <a:noFill/>
        </p:spPr>
      </p:pic>
      <p:sp>
        <p:nvSpPr>
          <p:cNvPr id="4" name="Title 3">
            <a:extLst>
              <a:ext uri="{FF2B5EF4-FFF2-40B4-BE49-F238E27FC236}">
                <a16:creationId xmlns:a16="http://schemas.microsoft.com/office/drawing/2014/main" id="{2068E17E-0712-B99A-0297-A503110893B8}"/>
              </a:ext>
            </a:extLst>
          </p:cNvPr>
          <p:cNvSpPr>
            <a:spLocks noGrp="1"/>
          </p:cNvSpPr>
          <p:nvPr>
            <p:ph type="title"/>
          </p:nvPr>
        </p:nvSpPr>
        <p:spPr>
          <a:xfrm>
            <a:off x="414528" y="438912"/>
            <a:ext cx="11375136" cy="609600"/>
          </a:xfrm>
        </p:spPr>
        <p:txBody>
          <a:bodyPr anchor="b">
            <a:normAutofit/>
          </a:bodyPr>
          <a:lstStyle/>
          <a:p>
            <a:r>
              <a:rPr lang="en-US">
                <a:latin typeface="Montserrat"/>
              </a:rPr>
              <a:t>Process Overview- CRM Owner Allocation</a:t>
            </a:r>
          </a:p>
        </p:txBody>
      </p:sp>
    </p:spTree>
    <p:extLst>
      <p:ext uri="{BB962C8B-B14F-4D97-AF65-F5344CB8AC3E}">
        <p14:creationId xmlns:p14="http://schemas.microsoft.com/office/powerpoint/2010/main" val="2424277114"/>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D73BD4-3F78-861E-7C4C-8676FFD17EB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E699025-DD79-CFE7-BC16-3905E7A1F7BE}"/>
              </a:ext>
            </a:extLst>
          </p:cNvPr>
          <p:cNvSpPr>
            <a:spLocks noGrp="1"/>
          </p:cNvSpPr>
          <p:nvPr>
            <p:ph type="title"/>
          </p:nvPr>
        </p:nvSpPr>
        <p:spPr>
          <a:xfrm>
            <a:off x="414528" y="438912"/>
            <a:ext cx="11375136" cy="609600"/>
          </a:xfrm>
        </p:spPr>
        <p:txBody>
          <a:bodyPr anchor="b">
            <a:normAutofit/>
          </a:bodyPr>
          <a:lstStyle/>
          <a:p>
            <a:r>
              <a:rPr lang="en-US">
                <a:latin typeface="Montserrat"/>
              </a:rPr>
              <a:t>Process Overview- CRM Owner Allocation</a:t>
            </a:r>
          </a:p>
        </p:txBody>
      </p:sp>
      <p:pic>
        <p:nvPicPr>
          <p:cNvPr id="5" name="Picture 4" descr="A screenshot of a computer&#10;&#10;AI-generated content may be incorrect.">
            <a:extLst>
              <a:ext uri="{FF2B5EF4-FFF2-40B4-BE49-F238E27FC236}">
                <a16:creationId xmlns:a16="http://schemas.microsoft.com/office/drawing/2014/main" id="{81BB0997-F82E-D589-3F80-F13BF01449C7}"/>
              </a:ext>
            </a:extLst>
          </p:cNvPr>
          <p:cNvPicPr>
            <a:picLocks noChangeAspect="1"/>
          </p:cNvPicPr>
          <p:nvPr/>
        </p:nvPicPr>
        <p:blipFill>
          <a:blip r:embed="rId2"/>
          <a:stretch>
            <a:fillRect/>
          </a:stretch>
        </p:blipFill>
        <p:spPr>
          <a:xfrm>
            <a:off x="413287" y="1937122"/>
            <a:ext cx="11365425" cy="2983756"/>
          </a:xfrm>
          <a:prstGeom prst="rect">
            <a:avLst/>
          </a:prstGeom>
        </p:spPr>
      </p:pic>
    </p:spTree>
    <p:extLst>
      <p:ext uri="{BB962C8B-B14F-4D97-AF65-F5344CB8AC3E}">
        <p14:creationId xmlns:p14="http://schemas.microsoft.com/office/powerpoint/2010/main" val="715523992"/>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D9AB38-68CC-ECC4-6964-30AD384D069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B27D3D2-134E-4AD9-64C6-DB46C76CC4C8}"/>
              </a:ext>
            </a:extLst>
          </p:cNvPr>
          <p:cNvSpPr txBox="1"/>
          <p:nvPr/>
        </p:nvSpPr>
        <p:spPr>
          <a:xfrm>
            <a:off x="457200" y="274320"/>
            <a:ext cx="10058400" cy="523220"/>
          </a:xfrm>
          <a:prstGeom prst="rect">
            <a:avLst/>
          </a:prstGeom>
          <a:noFill/>
        </p:spPr>
        <p:txBody>
          <a:bodyPr wrap="square" lIns="91440" tIns="45720" rIns="91440" bIns="45720" anchor="t">
            <a:spAutoFit/>
          </a:bodyPr>
          <a:lstStyle/>
          <a:p>
            <a:pPr>
              <a:defRPr sz="2800" b="1">
                <a:solidFill>
                  <a:srgbClr val="000000"/>
                </a:solidFill>
                <a:latin typeface="Montserrat"/>
              </a:defRPr>
            </a:pPr>
            <a:r>
              <a:rPr lang="en-US" sz="2800" b="1">
                <a:latin typeface="Montserrat"/>
              </a:rPr>
              <a:t>Owner Allocation Workflow</a:t>
            </a:r>
          </a:p>
        </p:txBody>
      </p:sp>
      <p:graphicFrame>
        <p:nvGraphicFramePr>
          <p:cNvPr id="3" name="Table 2">
            <a:extLst>
              <a:ext uri="{FF2B5EF4-FFF2-40B4-BE49-F238E27FC236}">
                <a16:creationId xmlns:a16="http://schemas.microsoft.com/office/drawing/2014/main" id="{84008CCB-CBE4-E16B-D21C-D7032BB834C8}"/>
              </a:ext>
            </a:extLst>
          </p:cNvPr>
          <p:cNvGraphicFramePr>
            <a:graphicFrameLocks noGrp="1"/>
          </p:cNvGraphicFramePr>
          <p:nvPr>
            <p:extLst>
              <p:ext uri="{D42A27DB-BD31-4B8C-83A1-F6EECF244321}">
                <p14:modId xmlns:p14="http://schemas.microsoft.com/office/powerpoint/2010/main" val="3103296959"/>
              </p:ext>
            </p:extLst>
          </p:nvPr>
        </p:nvGraphicFramePr>
        <p:xfrm>
          <a:off x="521455" y="919229"/>
          <a:ext cx="11148610" cy="4599236"/>
        </p:xfrm>
        <a:graphic>
          <a:graphicData uri="http://schemas.openxmlformats.org/drawingml/2006/table">
            <a:tbl>
              <a:tblPr firstRow="1" bandRow="1">
                <a:tableStyleId>{5C22544A-7EE6-4342-B048-85BDC9FD1C3A}</a:tableStyleId>
              </a:tblPr>
              <a:tblGrid>
                <a:gridCol w="4582742">
                  <a:extLst>
                    <a:ext uri="{9D8B030D-6E8A-4147-A177-3AD203B41FA5}">
                      <a16:colId xmlns:a16="http://schemas.microsoft.com/office/drawing/2014/main" val="20000"/>
                    </a:ext>
                  </a:extLst>
                </a:gridCol>
                <a:gridCol w="6565868">
                  <a:extLst>
                    <a:ext uri="{9D8B030D-6E8A-4147-A177-3AD203B41FA5}">
                      <a16:colId xmlns:a16="http://schemas.microsoft.com/office/drawing/2014/main" val="20002"/>
                    </a:ext>
                  </a:extLst>
                </a:gridCol>
              </a:tblGrid>
              <a:tr h="803041">
                <a:tc>
                  <a:txBody>
                    <a:bodyPr/>
                    <a:lstStyle/>
                    <a:p>
                      <a:r>
                        <a:rPr lang="en-US" sz="1600" b="1">
                          <a:latin typeface="Montserrat"/>
                        </a:rPr>
                        <a:t>Objects created on back of Move in</a:t>
                      </a:r>
                    </a:p>
                  </a:txBody>
                  <a:tcPr/>
                </a:tc>
                <a:tc>
                  <a:txBody>
                    <a:bodyPr/>
                    <a:lstStyle/>
                    <a:p>
                      <a:pPr>
                        <a:defRPr sz="1200" b="1">
                          <a:latin typeface="Montserrat"/>
                        </a:defRPr>
                      </a:pPr>
                      <a:r>
                        <a:rPr lang="en-US" sz="1600" b="1">
                          <a:latin typeface="Montserrat"/>
                        </a:rPr>
                        <a:t>Criteria</a:t>
                      </a:r>
                    </a:p>
                  </a:txBody>
                  <a:tcPr/>
                </a:tc>
                <a:extLst>
                  <a:ext uri="{0D108BD9-81ED-4DB2-BD59-A6C34878D82A}">
                    <a16:rowId xmlns:a16="http://schemas.microsoft.com/office/drawing/2014/main" val="10000"/>
                  </a:ext>
                </a:extLst>
              </a:tr>
              <a:tr h="1387071">
                <a:tc>
                  <a:txBody>
                    <a:bodyPr/>
                    <a:lstStyle/>
                    <a:p>
                      <a:r>
                        <a:rPr lang="en-US" sz="1600" b="1">
                          <a:latin typeface="Montserrat"/>
                        </a:rPr>
                        <a:t>Create Current Occupant if no owner allocation</a:t>
                      </a:r>
                    </a:p>
                  </a:txBody>
                  <a:tcPr anchor="ctr"/>
                </a:tc>
                <a:tc>
                  <a:txBody>
                    <a:bodyPr/>
                    <a:lstStyle/>
                    <a:p>
                      <a:pPr marL="0" indent="0">
                        <a:buNone/>
                      </a:pPr>
                      <a:r>
                        <a:rPr lang="en-US" sz="1600" b="1">
                          <a:latin typeface="Montserrat"/>
                        </a:rPr>
                        <a:t>Owner Allocation does not exist and service is on</a:t>
                      </a:r>
                      <a:r>
                        <a:rPr lang="en-US" sz="1600">
                          <a:latin typeface="Montserrat"/>
                        </a:rPr>
                        <a:t>: If Current Occupant Move in required.</a:t>
                      </a:r>
                    </a:p>
                  </a:txBody>
                  <a:tcPr anchor="ctr"/>
                </a:tc>
                <a:extLst>
                  <a:ext uri="{0D108BD9-81ED-4DB2-BD59-A6C34878D82A}">
                    <a16:rowId xmlns:a16="http://schemas.microsoft.com/office/drawing/2014/main" val="10004"/>
                  </a:ext>
                </a:extLst>
              </a:tr>
              <a:tr h="1387071">
                <a:tc>
                  <a:txBody>
                    <a:bodyPr/>
                    <a:lstStyle/>
                    <a:p>
                      <a:r>
                        <a:rPr lang="en-US" sz="1600" b="1">
                          <a:latin typeface="Montserrat"/>
                        </a:rPr>
                        <a:t>Create Contract Account for Current Occupant (Owner)</a:t>
                      </a:r>
                    </a:p>
                  </a:txBody>
                  <a:tcPr anchor="ctr"/>
                </a:tc>
                <a:tc>
                  <a:txBody>
                    <a:bodyPr/>
                    <a:lstStyle/>
                    <a:p>
                      <a:pPr>
                        <a:defRPr sz="1200" b="0">
                          <a:latin typeface="Montserrat"/>
                        </a:defRPr>
                      </a:pPr>
                      <a:r>
                        <a:rPr lang="en-US" sz="1600">
                          <a:latin typeface="Montserrat"/>
                        </a:rPr>
                        <a:t>Current Occupant should move in automatically if no owner allocation and service is on.  </a:t>
                      </a:r>
                    </a:p>
                  </a:txBody>
                  <a:tcPr anchor="ctr"/>
                </a:tc>
                <a:extLst>
                  <a:ext uri="{0D108BD9-81ED-4DB2-BD59-A6C34878D82A}">
                    <a16:rowId xmlns:a16="http://schemas.microsoft.com/office/drawing/2014/main" val="10005"/>
                  </a:ext>
                </a:extLst>
              </a:tr>
              <a:tr h="1022053">
                <a:tc>
                  <a:txBody>
                    <a:bodyPr/>
                    <a:lstStyle/>
                    <a:p>
                      <a:r>
                        <a:rPr lang="en-US" sz="1600" b="1">
                          <a:latin typeface="Montserrat"/>
                        </a:rPr>
                        <a:t>Create Owner Move in</a:t>
                      </a:r>
                      <a:endParaRPr lang="en-US" sz="1600" b="1"/>
                    </a:p>
                  </a:txBody>
                  <a:tcPr anchor="ctr"/>
                </a:tc>
                <a:tc>
                  <a:txBody>
                    <a:bodyPr/>
                    <a:lstStyle/>
                    <a:p>
                      <a:pPr>
                        <a:defRPr sz="1200" b="0">
                          <a:latin typeface="Montserrat"/>
                        </a:defRPr>
                      </a:pPr>
                      <a:r>
                        <a:rPr lang="en-US" sz="1600">
                          <a:latin typeface="Montserrat"/>
                        </a:rPr>
                        <a:t>If OA exists on premise </a:t>
                      </a:r>
                    </a:p>
                  </a:txBody>
                  <a:tcPr anchor="ctr"/>
                </a:tc>
                <a:extLst>
                  <a:ext uri="{0D108BD9-81ED-4DB2-BD59-A6C34878D82A}">
                    <a16:rowId xmlns:a16="http://schemas.microsoft.com/office/drawing/2014/main" val="10006"/>
                  </a:ext>
                </a:extLst>
              </a:tr>
            </a:tbl>
          </a:graphicData>
        </a:graphic>
      </p:graphicFrame>
      <p:sp>
        <p:nvSpPr>
          <p:cNvPr id="4" name="Rectangle 3">
            <a:extLst>
              <a:ext uri="{FF2B5EF4-FFF2-40B4-BE49-F238E27FC236}">
                <a16:creationId xmlns:a16="http://schemas.microsoft.com/office/drawing/2014/main" id="{81EB4A9E-A1F2-A263-802A-8F345C8104D9}"/>
              </a:ext>
            </a:extLst>
          </p:cNvPr>
          <p:cNvSpPr/>
          <p:nvPr/>
        </p:nvSpPr>
        <p:spPr>
          <a:xfrm>
            <a:off x="12644277" y="190820"/>
            <a:ext cx="3857296" cy="1807779"/>
          </a:xfrm>
          <a:prstGeom prst="rect">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r>
              <a:rPr lang="en-US" sz="1000">
                <a:latin typeface="Montserrat"/>
              </a:rPr>
              <a:t>Need to add for next workshop:</a:t>
            </a:r>
            <a:endParaRPr lang="en-US" sz="1000">
              <a:latin typeface="Montserrat" pitchFamily="2" charset="77"/>
            </a:endParaRPr>
          </a:p>
          <a:p>
            <a:r>
              <a:rPr lang="en-US" sz="1000">
                <a:ea typeface="+mn-lt"/>
                <a:cs typeface="+mn-lt"/>
              </a:rPr>
              <a:t>- Move In override for past due balances/ Hard Stop – let CSRs override move in?</a:t>
            </a:r>
          </a:p>
          <a:p>
            <a:r>
              <a:rPr lang="en-US" sz="1000">
                <a:ea typeface="+mn-lt"/>
                <a:cs typeface="+mn-lt"/>
              </a:rPr>
              <a:t>- Carve out time in next workshop for Demand Enrollments</a:t>
            </a:r>
            <a:endParaRPr lang="en-US"/>
          </a:p>
          <a:p>
            <a:r>
              <a:rPr lang="en-US" sz="1000">
                <a:latin typeface="Montserrat"/>
              </a:rPr>
              <a:t>Cover MDT – Create on MDT that is existing today</a:t>
            </a:r>
          </a:p>
          <a:p>
            <a:r>
              <a:rPr lang="en-US" sz="1000">
                <a:solidFill>
                  <a:schemeClr val="bg1"/>
                </a:solidFill>
                <a:ea typeface="+mn-lt"/>
                <a:cs typeface="+mn-lt"/>
              </a:rPr>
              <a:t>add ASP identifier to search option for BP</a:t>
            </a:r>
            <a:endParaRPr lang="en-US">
              <a:solidFill>
                <a:schemeClr val="bg1"/>
              </a:solidFill>
            </a:endParaRPr>
          </a:p>
          <a:p>
            <a:r>
              <a:rPr lang="en-US" sz="1000">
                <a:latin typeface="Montserrat"/>
              </a:rPr>
              <a:t>+ RIDA </a:t>
            </a:r>
            <a:r>
              <a:rPr lang="en-US" sz="1300">
                <a:solidFill>
                  <a:srgbClr val="000000"/>
                </a:solidFill>
                <a:highlight>
                  <a:srgbClr val="FFFFFF"/>
                </a:highlight>
                <a:ea typeface="+mn-lt"/>
                <a:cs typeface="+mn-lt"/>
              </a:rPr>
              <a:t>683615</a:t>
            </a:r>
            <a:endParaRPr lang="en-US" sz="1000">
              <a:ea typeface="+mn-lt"/>
              <a:cs typeface="+mn-lt"/>
            </a:endParaRPr>
          </a:p>
          <a:p>
            <a:pPr algn="ctr"/>
            <a:endParaRPr lang="en-US" sz="1000">
              <a:latin typeface="Montserrat" pitchFamily="2" charset="77"/>
            </a:endParaRPr>
          </a:p>
        </p:txBody>
      </p:sp>
    </p:spTree>
    <p:extLst>
      <p:ext uri="{BB962C8B-B14F-4D97-AF65-F5344CB8AC3E}">
        <p14:creationId xmlns:p14="http://schemas.microsoft.com/office/powerpoint/2010/main" val="4178994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FD1FFC-C1FE-C172-B649-B8D4475DC9FA}"/>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BA934F2A-E038-A3EF-144C-B0947AD10748}"/>
              </a:ext>
            </a:extLst>
          </p:cNvPr>
          <p:cNvSpPr>
            <a:spLocks noGrp="1"/>
          </p:cNvSpPr>
          <p:nvPr>
            <p:ph type="title"/>
          </p:nvPr>
        </p:nvSpPr>
        <p:spPr>
          <a:xfrm>
            <a:off x="268904" y="4970926"/>
            <a:ext cx="10831690" cy="1887074"/>
          </a:xfrm>
        </p:spPr>
        <p:txBody>
          <a:bodyPr/>
          <a:lstStyle/>
          <a:p>
            <a:r>
              <a:rPr lang="en-US" sz="4250" b="1">
                <a:latin typeface="Montserrat"/>
              </a:rPr>
              <a:t>BREAK!  - 10 mins</a:t>
            </a:r>
            <a:endParaRPr lang="en-US"/>
          </a:p>
        </p:txBody>
      </p:sp>
    </p:spTree>
    <p:extLst>
      <p:ext uri="{BB962C8B-B14F-4D97-AF65-F5344CB8AC3E}">
        <p14:creationId xmlns:p14="http://schemas.microsoft.com/office/powerpoint/2010/main" val="1249890033"/>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57C0A4-0A98-8DA5-9405-BBB1FF654850}"/>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82BA8A2C-06BD-D218-C0E4-38E9E0240B9A}"/>
              </a:ext>
            </a:extLst>
          </p:cNvPr>
          <p:cNvSpPr>
            <a:spLocks noGrp="1"/>
          </p:cNvSpPr>
          <p:nvPr>
            <p:ph type="title"/>
          </p:nvPr>
        </p:nvSpPr>
        <p:spPr>
          <a:xfrm>
            <a:off x="268904" y="4970926"/>
            <a:ext cx="5977468" cy="1887074"/>
          </a:xfrm>
        </p:spPr>
        <p:txBody>
          <a:bodyPr/>
          <a:lstStyle/>
          <a:p>
            <a:r>
              <a:rPr lang="en-US" sz="4000" b="1">
                <a:latin typeface="Montserrat"/>
              </a:rPr>
              <a:t>03 </a:t>
            </a:r>
            <a:r>
              <a:rPr lang="en-US" sz="4000">
                <a:latin typeface="Montserrat"/>
              </a:rPr>
              <a:t>(L3) Manage Customer Transfers</a:t>
            </a:r>
            <a:endParaRPr lang="en-US" sz="4000">
              <a:solidFill>
                <a:srgbClr val="000000"/>
              </a:solidFill>
              <a:latin typeface="Montserrat"/>
            </a:endParaRPr>
          </a:p>
          <a:p>
            <a:endParaRPr lang="en-US" sz="4000" b="1">
              <a:latin typeface="Montserrat"/>
            </a:endParaRPr>
          </a:p>
        </p:txBody>
      </p:sp>
    </p:spTree>
    <p:extLst>
      <p:ext uri="{BB962C8B-B14F-4D97-AF65-F5344CB8AC3E}">
        <p14:creationId xmlns:p14="http://schemas.microsoft.com/office/powerpoint/2010/main" val="3481139469"/>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F2DA76-1A4D-F48F-E1D4-D2CB35D24DE7}"/>
            </a:ext>
          </a:extLst>
        </p:cNvPr>
        <p:cNvGrpSpPr/>
        <p:nvPr/>
      </p:nvGrpSpPr>
      <p:grpSpPr>
        <a:xfrm>
          <a:off x="0" y="0"/>
          <a:ext cx="0" cy="0"/>
          <a:chOff x="0" y="0"/>
          <a:chExt cx="0" cy="0"/>
        </a:xfrm>
      </p:grpSpPr>
      <p:pic>
        <p:nvPicPr>
          <p:cNvPr id="4" name="Picture 3" descr="A screenshot of a computer&#10;&#10;AI-generated content may be incorrect.">
            <a:extLst>
              <a:ext uri="{FF2B5EF4-FFF2-40B4-BE49-F238E27FC236}">
                <a16:creationId xmlns:a16="http://schemas.microsoft.com/office/drawing/2014/main" id="{6F885C93-EB11-BD07-BCD4-448121DD5D65}"/>
              </a:ext>
            </a:extLst>
          </p:cNvPr>
          <p:cNvPicPr>
            <a:picLocks noChangeAspect="1"/>
          </p:cNvPicPr>
          <p:nvPr/>
        </p:nvPicPr>
        <p:blipFill>
          <a:blip r:embed="rId2"/>
          <a:stretch>
            <a:fillRect/>
          </a:stretch>
        </p:blipFill>
        <p:spPr>
          <a:xfrm>
            <a:off x="1002673" y="1219201"/>
            <a:ext cx="10198846" cy="4895447"/>
          </a:xfrm>
          <a:prstGeom prst="rect">
            <a:avLst/>
          </a:prstGeom>
          <a:noFill/>
        </p:spPr>
      </p:pic>
      <p:sp>
        <p:nvSpPr>
          <p:cNvPr id="2" name="TextBox 1">
            <a:extLst>
              <a:ext uri="{FF2B5EF4-FFF2-40B4-BE49-F238E27FC236}">
                <a16:creationId xmlns:a16="http://schemas.microsoft.com/office/drawing/2014/main" id="{2C1185AC-996F-8F9E-305D-394842FB420A}"/>
              </a:ext>
            </a:extLst>
          </p:cNvPr>
          <p:cNvSpPr txBox="1"/>
          <p:nvPr/>
        </p:nvSpPr>
        <p:spPr>
          <a:xfrm>
            <a:off x="414528" y="438912"/>
            <a:ext cx="11375136" cy="609600"/>
          </a:xfrm>
          <a:prstGeom prst="rect">
            <a:avLst/>
          </a:prstGeom>
        </p:spPr>
        <p:txBody>
          <a:bodyPr vert="horz" lIns="0" tIns="45720" rIns="91440" bIns="0" rtlCol="0" anchor="b">
            <a:normAutofit/>
          </a:bodyPr>
          <a:lstStyle/>
          <a:p>
            <a:pPr defTabSz="609585">
              <a:lnSpc>
                <a:spcPct val="90000"/>
              </a:lnSpc>
              <a:spcBef>
                <a:spcPct val="0"/>
              </a:spcBef>
              <a:spcAft>
                <a:spcPts val="600"/>
              </a:spcAft>
              <a:defRPr sz="2800" b="1">
                <a:solidFill>
                  <a:srgbClr val="000000"/>
                </a:solidFill>
                <a:latin typeface="Montserrat"/>
              </a:defRPr>
            </a:pPr>
            <a:r>
              <a:rPr lang="en-US" sz="3200" b="1" i="0" kern="1200" baseline="0">
                <a:solidFill>
                  <a:srgbClr val="1866AE"/>
                </a:solidFill>
                <a:latin typeface="Montserrat"/>
                <a:ea typeface="+mj-ea"/>
                <a:cs typeface="+mj-cs"/>
              </a:rPr>
              <a:t>SAP Service Cloud Version2- Transfer</a:t>
            </a:r>
          </a:p>
        </p:txBody>
      </p:sp>
    </p:spTree>
    <p:extLst>
      <p:ext uri="{BB962C8B-B14F-4D97-AF65-F5344CB8AC3E}">
        <p14:creationId xmlns:p14="http://schemas.microsoft.com/office/powerpoint/2010/main" val="2082101074"/>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BF12EB-1BE2-5313-A07B-561ECF70FED1}"/>
            </a:ext>
          </a:extLst>
        </p:cNvPr>
        <p:cNvGrpSpPr/>
        <p:nvPr/>
      </p:nvGrpSpPr>
      <p:grpSpPr>
        <a:xfrm>
          <a:off x="0" y="0"/>
          <a:ext cx="0" cy="0"/>
          <a:chOff x="0" y="0"/>
          <a:chExt cx="0" cy="0"/>
        </a:xfrm>
      </p:grpSpPr>
      <p:pic>
        <p:nvPicPr>
          <p:cNvPr id="3" name="Picture 2" descr="A screenshot of a computer&#10;&#10;AI-generated content may be incorrect.">
            <a:extLst>
              <a:ext uri="{FF2B5EF4-FFF2-40B4-BE49-F238E27FC236}">
                <a16:creationId xmlns:a16="http://schemas.microsoft.com/office/drawing/2014/main" id="{433FAB4F-9D3C-8853-CB2E-4113B61538E6}"/>
              </a:ext>
            </a:extLst>
          </p:cNvPr>
          <p:cNvPicPr>
            <a:picLocks noChangeAspect="1"/>
          </p:cNvPicPr>
          <p:nvPr/>
        </p:nvPicPr>
        <p:blipFill>
          <a:blip r:embed="rId2"/>
          <a:stretch>
            <a:fillRect/>
          </a:stretch>
        </p:blipFill>
        <p:spPr>
          <a:xfrm>
            <a:off x="866323" y="1219201"/>
            <a:ext cx="10471546" cy="4895447"/>
          </a:xfrm>
          <a:prstGeom prst="rect">
            <a:avLst/>
          </a:prstGeom>
          <a:noFill/>
        </p:spPr>
      </p:pic>
      <p:sp>
        <p:nvSpPr>
          <p:cNvPr id="2" name="TextBox 1">
            <a:extLst>
              <a:ext uri="{FF2B5EF4-FFF2-40B4-BE49-F238E27FC236}">
                <a16:creationId xmlns:a16="http://schemas.microsoft.com/office/drawing/2014/main" id="{0B6D87F1-0D58-9FAD-DAE8-7E1A427354B6}"/>
              </a:ext>
            </a:extLst>
          </p:cNvPr>
          <p:cNvSpPr txBox="1"/>
          <p:nvPr/>
        </p:nvSpPr>
        <p:spPr>
          <a:xfrm>
            <a:off x="414528" y="438912"/>
            <a:ext cx="11375136" cy="609600"/>
          </a:xfrm>
          <a:prstGeom prst="rect">
            <a:avLst/>
          </a:prstGeom>
        </p:spPr>
        <p:txBody>
          <a:bodyPr vert="horz" lIns="0" tIns="45720" rIns="91440" bIns="0" rtlCol="0" anchor="b">
            <a:normAutofit/>
          </a:bodyPr>
          <a:lstStyle/>
          <a:p>
            <a:pPr defTabSz="609585">
              <a:lnSpc>
                <a:spcPct val="90000"/>
              </a:lnSpc>
              <a:spcBef>
                <a:spcPct val="0"/>
              </a:spcBef>
              <a:spcAft>
                <a:spcPts val="600"/>
              </a:spcAft>
              <a:defRPr sz="2800" b="1">
                <a:solidFill>
                  <a:srgbClr val="000000"/>
                </a:solidFill>
                <a:latin typeface="Montserrat"/>
              </a:defRPr>
            </a:pPr>
            <a:r>
              <a:rPr lang="en-US" sz="3200" b="1" i="0" kern="1200" baseline="0">
                <a:solidFill>
                  <a:srgbClr val="1866AE"/>
                </a:solidFill>
                <a:latin typeface="Montserrat"/>
                <a:ea typeface="+mj-ea"/>
                <a:cs typeface="+mj-cs"/>
              </a:rPr>
              <a:t>SAP Service Cloud Version2- Transfer</a:t>
            </a:r>
          </a:p>
        </p:txBody>
      </p:sp>
    </p:spTree>
    <p:extLst>
      <p:ext uri="{BB962C8B-B14F-4D97-AF65-F5344CB8AC3E}">
        <p14:creationId xmlns:p14="http://schemas.microsoft.com/office/powerpoint/2010/main" val="2127769101"/>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C573E-93CE-223E-D978-D49B40FC5AC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B68DA57-CF58-296A-66DB-FA3DAAD82DE8}"/>
              </a:ext>
            </a:extLst>
          </p:cNvPr>
          <p:cNvSpPr txBox="1"/>
          <p:nvPr/>
        </p:nvSpPr>
        <p:spPr>
          <a:xfrm>
            <a:off x="414528" y="438912"/>
            <a:ext cx="11375136" cy="609600"/>
          </a:xfrm>
          <a:prstGeom prst="rect">
            <a:avLst/>
          </a:prstGeom>
        </p:spPr>
        <p:txBody>
          <a:bodyPr vert="horz" lIns="0" tIns="45720" rIns="91440" bIns="0" rtlCol="0" anchor="b">
            <a:normAutofit/>
          </a:bodyPr>
          <a:lstStyle/>
          <a:p>
            <a:pPr defTabSz="609585">
              <a:lnSpc>
                <a:spcPct val="90000"/>
              </a:lnSpc>
              <a:spcBef>
                <a:spcPct val="0"/>
              </a:spcBef>
              <a:spcAft>
                <a:spcPts val="600"/>
              </a:spcAft>
              <a:defRPr sz="2800" b="1">
                <a:solidFill>
                  <a:srgbClr val="000000"/>
                </a:solidFill>
                <a:latin typeface="Montserrat"/>
              </a:defRPr>
            </a:pPr>
            <a:r>
              <a:rPr lang="en-US" sz="3200" b="1" i="0" kern="1200" baseline="0">
                <a:solidFill>
                  <a:srgbClr val="1866AE"/>
                </a:solidFill>
                <a:latin typeface="Montserrat"/>
                <a:ea typeface="+mj-ea"/>
                <a:cs typeface="+mj-cs"/>
              </a:rPr>
              <a:t>SAP Service Cloud Version2- Transfer</a:t>
            </a:r>
          </a:p>
        </p:txBody>
      </p:sp>
      <p:pic>
        <p:nvPicPr>
          <p:cNvPr id="4" name="Picture 3" descr="A screenshot of a computer&#10;&#10;AI-generated content may be incorrect.">
            <a:extLst>
              <a:ext uri="{FF2B5EF4-FFF2-40B4-BE49-F238E27FC236}">
                <a16:creationId xmlns:a16="http://schemas.microsoft.com/office/drawing/2014/main" id="{AAF5030A-12FD-CC1E-E8BC-CD923C0F9EE3}"/>
              </a:ext>
            </a:extLst>
          </p:cNvPr>
          <p:cNvPicPr>
            <a:picLocks noChangeAspect="1"/>
          </p:cNvPicPr>
          <p:nvPr/>
        </p:nvPicPr>
        <p:blipFill>
          <a:blip r:embed="rId2"/>
          <a:stretch>
            <a:fillRect/>
          </a:stretch>
        </p:blipFill>
        <p:spPr>
          <a:xfrm>
            <a:off x="416875" y="1051645"/>
            <a:ext cx="11171875" cy="5054989"/>
          </a:xfrm>
          <a:prstGeom prst="rect">
            <a:avLst/>
          </a:prstGeom>
        </p:spPr>
      </p:pic>
    </p:spTree>
    <p:extLst>
      <p:ext uri="{BB962C8B-B14F-4D97-AF65-F5344CB8AC3E}">
        <p14:creationId xmlns:p14="http://schemas.microsoft.com/office/powerpoint/2010/main" val="3470312870"/>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7E5A84-F3AD-37A7-4454-00E9BD3B22EF}"/>
            </a:ext>
          </a:extLst>
        </p:cNvPr>
        <p:cNvGrpSpPr/>
        <p:nvPr/>
      </p:nvGrpSpPr>
      <p:grpSpPr>
        <a:xfrm>
          <a:off x="0" y="0"/>
          <a:ext cx="0" cy="0"/>
          <a:chOff x="0" y="0"/>
          <a:chExt cx="0" cy="0"/>
        </a:xfrm>
      </p:grpSpPr>
      <p:pic>
        <p:nvPicPr>
          <p:cNvPr id="3" name="Picture 2" descr="A screenshot of a computer&#10;&#10;AI-generated content may be incorrect.">
            <a:extLst>
              <a:ext uri="{FF2B5EF4-FFF2-40B4-BE49-F238E27FC236}">
                <a16:creationId xmlns:a16="http://schemas.microsoft.com/office/drawing/2014/main" id="{CF0627B5-AA3A-6B9D-C5F3-A251E3873717}"/>
              </a:ext>
            </a:extLst>
          </p:cNvPr>
          <p:cNvPicPr>
            <a:picLocks noChangeAspect="1"/>
          </p:cNvPicPr>
          <p:nvPr/>
        </p:nvPicPr>
        <p:blipFill>
          <a:blip r:embed="rId2"/>
          <a:stretch>
            <a:fillRect/>
          </a:stretch>
        </p:blipFill>
        <p:spPr>
          <a:xfrm>
            <a:off x="414528" y="1349241"/>
            <a:ext cx="11375136" cy="4635366"/>
          </a:xfrm>
          <a:prstGeom prst="rect">
            <a:avLst/>
          </a:prstGeom>
          <a:noFill/>
        </p:spPr>
      </p:pic>
      <p:sp>
        <p:nvSpPr>
          <p:cNvPr id="2" name="TextBox 1">
            <a:extLst>
              <a:ext uri="{FF2B5EF4-FFF2-40B4-BE49-F238E27FC236}">
                <a16:creationId xmlns:a16="http://schemas.microsoft.com/office/drawing/2014/main" id="{2C00E4F9-4DEE-FAFB-0B21-ECC5193AD606}"/>
              </a:ext>
            </a:extLst>
          </p:cNvPr>
          <p:cNvSpPr txBox="1"/>
          <p:nvPr/>
        </p:nvSpPr>
        <p:spPr>
          <a:xfrm>
            <a:off x="414528" y="438912"/>
            <a:ext cx="11375136" cy="609600"/>
          </a:xfrm>
          <a:prstGeom prst="rect">
            <a:avLst/>
          </a:prstGeom>
        </p:spPr>
        <p:txBody>
          <a:bodyPr vert="horz" lIns="0" tIns="45720" rIns="91440" bIns="0" rtlCol="0" anchor="b">
            <a:normAutofit/>
          </a:bodyPr>
          <a:lstStyle/>
          <a:p>
            <a:pPr defTabSz="609585">
              <a:lnSpc>
                <a:spcPct val="90000"/>
              </a:lnSpc>
              <a:spcBef>
                <a:spcPct val="0"/>
              </a:spcBef>
              <a:spcAft>
                <a:spcPts val="600"/>
              </a:spcAft>
              <a:defRPr sz="2800" b="1">
                <a:solidFill>
                  <a:srgbClr val="000000"/>
                </a:solidFill>
                <a:latin typeface="Montserrat"/>
              </a:defRPr>
            </a:pPr>
            <a:r>
              <a:rPr lang="en-US" sz="3200" b="1" i="0" kern="1200" baseline="0">
                <a:solidFill>
                  <a:srgbClr val="1866AE"/>
                </a:solidFill>
                <a:latin typeface="Montserrat"/>
                <a:ea typeface="+mj-ea"/>
                <a:cs typeface="+mj-cs"/>
              </a:rPr>
              <a:t>SAP Service Cloud Version2- Transfer</a:t>
            </a:r>
          </a:p>
        </p:txBody>
      </p:sp>
    </p:spTree>
    <p:extLst>
      <p:ext uri="{BB962C8B-B14F-4D97-AF65-F5344CB8AC3E}">
        <p14:creationId xmlns:p14="http://schemas.microsoft.com/office/powerpoint/2010/main" val="2605484140"/>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A930D4-8011-85C5-E2E9-ADC40401507D}"/>
            </a:ext>
          </a:extLst>
        </p:cNvPr>
        <p:cNvGrpSpPr/>
        <p:nvPr/>
      </p:nvGrpSpPr>
      <p:grpSpPr>
        <a:xfrm>
          <a:off x="0" y="0"/>
          <a:ext cx="0" cy="0"/>
          <a:chOff x="0" y="0"/>
          <a:chExt cx="0" cy="0"/>
        </a:xfrm>
      </p:grpSpPr>
      <p:pic>
        <p:nvPicPr>
          <p:cNvPr id="4" name="Picture 3" descr="A screenshot of a computer&#10;&#10;AI-generated content may be incorrect.">
            <a:extLst>
              <a:ext uri="{FF2B5EF4-FFF2-40B4-BE49-F238E27FC236}">
                <a16:creationId xmlns:a16="http://schemas.microsoft.com/office/drawing/2014/main" id="{B30CA3B9-3449-6860-798D-DE67330F05B8}"/>
              </a:ext>
            </a:extLst>
          </p:cNvPr>
          <p:cNvPicPr>
            <a:picLocks noChangeAspect="1"/>
          </p:cNvPicPr>
          <p:nvPr/>
        </p:nvPicPr>
        <p:blipFill>
          <a:blip r:embed="rId2"/>
          <a:stretch>
            <a:fillRect/>
          </a:stretch>
        </p:blipFill>
        <p:spPr>
          <a:xfrm>
            <a:off x="975971" y="1219201"/>
            <a:ext cx="10252249" cy="4895447"/>
          </a:xfrm>
          <a:prstGeom prst="rect">
            <a:avLst/>
          </a:prstGeom>
          <a:noFill/>
        </p:spPr>
      </p:pic>
      <p:sp>
        <p:nvSpPr>
          <p:cNvPr id="2" name="TextBox 1">
            <a:extLst>
              <a:ext uri="{FF2B5EF4-FFF2-40B4-BE49-F238E27FC236}">
                <a16:creationId xmlns:a16="http://schemas.microsoft.com/office/drawing/2014/main" id="{20677233-3D88-273A-E8D4-7A52AA293C7A}"/>
              </a:ext>
            </a:extLst>
          </p:cNvPr>
          <p:cNvSpPr txBox="1"/>
          <p:nvPr/>
        </p:nvSpPr>
        <p:spPr>
          <a:xfrm>
            <a:off x="414528" y="438912"/>
            <a:ext cx="11375136" cy="609600"/>
          </a:xfrm>
          <a:prstGeom prst="rect">
            <a:avLst/>
          </a:prstGeom>
        </p:spPr>
        <p:txBody>
          <a:bodyPr vert="horz" lIns="0" tIns="45720" rIns="91440" bIns="0" rtlCol="0" anchor="b">
            <a:normAutofit/>
          </a:bodyPr>
          <a:lstStyle/>
          <a:p>
            <a:pPr defTabSz="609585">
              <a:lnSpc>
                <a:spcPct val="90000"/>
              </a:lnSpc>
              <a:spcBef>
                <a:spcPct val="0"/>
              </a:spcBef>
              <a:spcAft>
                <a:spcPts val="600"/>
              </a:spcAft>
              <a:defRPr sz="2800" b="1">
                <a:solidFill>
                  <a:srgbClr val="000000"/>
                </a:solidFill>
                <a:latin typeface="Montserrat"/>
              </a:defRPr>
            </a:pPr>
            <a:r>
              <a:rPr lang="en-US" sz="3200" b="1" i="0" kern="1200" baseline="0">
                <a:solidFill>
                  <a:srgbClr val="1866AE"/>
                </a:solidFill>
                <a:latin typeface="Montserrat"/>
                <a:ea typeface="+mj-ea"/>
                <a:cs typeface="+mj-cs"/>
              </a:rPr>
              <a:t>SAP Service Cloud Version2- Transfer</a:t>
            </a:r>
          </a:p>
        </p:txBody>
      </p:sp>
    </p:spTree>
    <p:extLst>
      <p:ext uri="{BB962C8B-B14F-4D97-AF65-F5344CB8AC3E}">
        <p14:creationId xmlns:p14="http://schemas.microsoft.com/office/powerpoint/2010/main" val="892462937"/>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3524F-E18A-73C5-C083-3AF33E14D83A}"/>
            </a:ext>
          </a:extLst>
        </p:cNvPr>
        <p:cNvGrpSpPr/>
        <p:nvPr/>
      </p:nvGrpSpPr>
      <p:grpSpPr>
        <a:xfrm>
          <a:off x="0" y="0"/>
          <a:ext cx="0" cy="0"/>
          <a:chOff x="0" y="0"/>
          <a:chExt cx="0" cy="0"/>
        </a:xfrm>
      </p:grpSpPr>
      <p:pic>
        <p:nvPicPr>
          <p:cNvPr id="3" name="Picture 2" descr="A screenshot of a computer&#10;&#10;AI-generated content may be incorrect.">
            <a:extLst>
              <a:ext uri="{FF2B5EF4-FFF2-40B4-BE49-F238E27FC236}">
                <a16:creationId xmlns:a16="http://schemas.microsoft.com/office/drawing/2014/main" id="{E6A55B99-A623-E0AA-4403-11E766C5E12A}"/>
              </a:ext>
            </a:extLst>
          </p:cNvPr>
          <p:cNvPicPr>
            <a:picLocks noChangeAspect="1"/>
          </p:cNvPicPr>
          <p:nvPr/>
        </p:nvPicPr>
        <p:blipFill>
          <a:blip r:embed="rId2"/>
          <a:stretch>
            <a:fillRect/>
          </a:stretch>
        </p:blipFill>
        <p:spPr>
          <a:xfrm>
            <a:off x="1055241" y="1219201"/>
            <a:ext cx="10093709" cy="4895447"/>
          </a:xfrm>
          <a:prstGeom prst="rect">
            <a:avLst/>
          </a:prstGeom>
          <a:noFill/>
        </p:spPr>
      </p:pic>
      <p:sp>
        <p:nvSpPr>
          <p:cNvPr id="2" name="TextBox 1">
            <a:extLst>
              <a:ext uri="{FF2B5EF4-FFF2-40B4-BE49-F238E27FC236}">
                <a16:creationId xmlns:a16="http://schemas.microsoft.com/office/drawing/2014/main" id="{DD568DAD-A54A-A646-B3F2-D157A877BE62}"/>
              </a:ext>
            </a:extLst>
          </p:cNvPr>
          <p:cNvSpPr txBox="1"/>
          <p:nvPr/>
        </p:nvSpPr>
        <p:spPr>
          <a:xfrm>
            <a:off x="414528" y="438912"/>
            <a:ext cx="11375136" cy="609600"/>
          </a:xfrm>
          <a:prstGeom prst="rect">
            <a:avLst/>
          </a:prstGeom>
        </p:spPr>
        <p:txBody>
          <a:bodyPr vert="horz" lIns="0" tIns="45720" rIns="91440" bIns="0" rtlCol="0" anchor="b">
            <a:normAutofit/>
          </a:bodyPr>
          <a:lstStyle/>
          <a:p>
            <a:pPr defTabSz="609585">
              <a:lnSpc>
                <a:spcPct val="90000"/>
              </a:lnSpc>
              <a:spcBef>
                <a:spcPct val="0"/>
              </a:spcBef>
              <a:spcAft>
                <a:spcPts val="600"/>
              </a:spcAft>
              <a:defRPr sz="2800" b="1">
                <a:solidFill>
                  <a:srgbClr val="000000"/>
                </a:solidFill>
                <a:latin typeface="Montserrat"/>
              </a:defRPr>
            </a:pPr>
            <a:r>
              <a:rPr lang="en-US" sz="3200" b="1" i="0" kern="1200" baseline="0">
                <a:solidFill>
                  <a:srgbClr val="1866AE"/>
                </a:solidFill>
                <a:latin typeface="Montserrat"/>
                <a:ea typeface="+mj-ea"/>
                <a:cs typeface="+mj-cs"/>
              </a:rPr>
              <a:t>SAP Service Cloud Version2- Transfer</a:t>
            </a:r>
          </a:p>
        </p:txBody>
      </p:sp>
    </p:spTree>
    <p:extLst>
      <p:ext uri="{BB962C8B-B14F-4D97-AF65-F5344CB8AC3E}">
        <p14:creationId xmlns:p14="http://schemas.microsoft.com/office/powerpoint/2010/main" val="2185544059"/>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D9AB38-68CC-ECC4-6964-30AD384D069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B27D3D2-134E-4AD9-64C6-DB46C76CC4C8}"/>
              </a:ext>
            </a:extLst>
          </p:cNvPr>
          <p:cNvSpPr txBox="1"/>
          <p:nvPr/>
        </p:nvSpPr>
        <p:spPr>
          <a:xfrm>
            <a:off x="457200" y="274320"/>
            <a:ext cx="10058400" cy="400110"/>
          </a:xfrm>
          <a:prstGeom prst="rect">
            <a:avLst/>
          </a:prstGeom>
          <a:noFill/>
        </p:spPr>
        <p:txBody>
          <a:bodyPr wrap="square" lIns="91440" tIns="45720" rIns="91440" bIns="45720" anchor="t">
            <a:spAutoFit/>
          </a:bodyPr>
          <a:lstStyle/>
          <a:p>
            <a:pPr>
              <a:defRPr sz="2800" b="1">
                <a:solidFill>
                  <a:srgbClr val="000000"/>
                </a:solidFill>
                <a:latin typeface="Montserrat"/>
              </a:defRPr>
            </a:pPr>
            <a:r>
              <a:rPr lang="en-US" sz="2000" b="1">
                <a:latin typeface="Montserrat"/>
              </a:rPr>
              <a:t>Transfer (Move In and Move Out) Workflow</a:t>
            </a:r>
          </a:p>
        </p:txBody>
      </p:sp>
      <p:graphicFrame>
        <p:nvGraphicFramePr>
          <p:cNvPr id="3" name="Table 2">
            <a:extLst>
              <a:ext uri="{FF2B5EF4-FFF2-40B4-BE49-F238E27FC236}">
                <a16:creationId xmlns:a16="http://schemas.microsoft.com/office/drawing/2014/main" id="{84008CCB-CBE4-E16B-D21C-D7032BB834C8}"/>
              </a:ext>
            </a:extLst>
          </p:cNvPr>
          <p:cNvGraphicFramePr>
            <a:graphicFrameLocks noGrp="1"/>
          </p:cNvGraphicFramePr>
          <p:nvPr>
            <p:extLst>
              <p:ext uri="{D42A27DB-BD31-4B8C-83A1-F6EECF244321}">
                <p14:modId xmlns:p14="http://schemas.microsoft.com/office/powerpoint/2010/main" val="1803862063"/>
              </p:ext>
            </p:extLst>
          </p:nvPr>
        </p:nvGraphicFramePr>
        <p:xfrm>
          <a:off x="207818" y="613558"/>
          <a:ext cx="11672487" cy="5492788"/>
        </p:xfrm>
        <a:graphic>
          <a:graphicData uri="http://schemas.openxmlformats.org/drawingml/2006/table">
            <a:tbl>
              <a:tblPr firstRow="1" bandRow="1">
                <a:tableStyleId>{5C22544A-7EE6-4342-B048-85BDC9FD1C3A}</a:tableStyleId>
              </a:tblPr>
              <a:tblGrid>
                <a:gridCol w="4770219">
                  <a:extLst>
                    <a:ext uri="{9D8B030D-6E8A-4147-A177-3AD203B41FA5}">
                      <a16:colId xmlns:a16="http://schemas.microsoft.com/office/drawing/2014/main" val="20000"/>
                    </a:ext>
                  </a:extLst>
                </a:gridCol>
                <a:gridCol w="6902268">
                  <a:extLst>
                    <a:ext uri="{9D8B030D-6E8A-4147-A177-3AD203B41FA5}">
                      <a16:colId xmlns:a16="http://schemas.microsoft.com/office/drawing/2014/main" val="20002"/>
                    </a:ext>
                  </a:extLst>
                </a:gridCol>
              </a:tblGrid>
              <a:tr h="292333">
                <a:tc>
                  <a:txBody>
                    <a:bodyPr/>
                    <a:lstStyle/>
                    <a:p>
                      <a:r>
                        <a:rPr lang="en-US" sz="1200" b="1">
                          <a:latin typeface="Montserrat"/>
                        </a:rPr>
                        <a:t>Objects created on back of Move in</a:t>
                      </a:r>
                    </a:p>
                  </a:txBody>
                  <a:tcPr/>
                </a:tc>
                <a:tc>
                  <a:txBody>
                    <a:bodyPr/>
                    <a:lstStyle/>
                    <a:p>
                      <a:pPr>
                        <a:defRPr sz="1200" b="1">
                          <a:latin typeface="Montserrat"/>
                        </a:defRPr>
                      </a:pPr>
                      <a:r>
                        <a:rPr lang="en-US" sz="1200" b="1">
                          <a:latin typeface="Montserrat"/>
                        </a:rPr>
                        <a:t>Criteria</a:t>
                      </a:r>
                    </a:p>
                  </a:txBody>
                  <a:tcPr/>
                </a:tc>
                <a:extLst>
                  <a:ext uri="{0D108BD9-81ED-4DB2-BD59-A6C34878D82A}">
                    <a16:rowId xmlns:a16="http://schemas.microsoft.com/office/drawing/2014/main" val="10000"/>
                  </a:ext>
                </a:extLst>
              </a:tr>
              <a:tr h="446193">
                <a:tc>
                  <a:txBody>
                    <a:bodyPr/>
                    <a:lstStyle/>
                    <a:p>
                      <a:pPr lvl="0" algn="l">
                        <a:lnSpc>
                          <a:spcPct val="100000"/>
                        </a:lnSpc>
                        <a:spcBef>
                          <a:spcPts val="0"/>
                        </a:spcBef>
                        <a:spcAft>
                          <a:spcPts val="0"/>
                        </a:spcAft>
                        <a:buNone/>
                      </a:pPr>
                      <a:r>
                        <a:rPr lang="en-US" sz="1100" b="1" i="1" u="none" strike="noStrike" noProof="0">
                          <a:solidFill>
                            <a:srgbClr val="000000"/>
                          </a:solidFill>
                          <a:latin typeface="Montserrat"/>
                        </a:rPr>
                        <a:t>Security Deposit</a:t>
                      </a:r>
                    </a:p>
                    <a:p>
                      <a:pPr lvl="0">
                        <a:buNone/>
                      </a:pPr>
                      <a:endParaRPr lang="en-US" sz="1100" b="1">
                        <a:latin typeface="Montserrat"/>
                      </a:endParaRPr>
                    </a:p>
                  </a:txBody>
                  <a:tcPr anchor="ctr"/>
                </a:tc>
                <a:tc>
                  <a:txBody>
                    <a:bodyPr/>
                    <a:lstStyle/>
                    <a:p>
                      <a:pPr lvl="0" algn="l">
                        <a:lnSpc>
                          <a:spcPct val="100000"/>
                        </a:lnSpc>
                        <a:spcBef>
                          <a:spcPts val="0"/>
                        </a:spcBef>
                        <a:spcAft>
                          <a:spcPts val="0"/>
                        </a:spcAft>
                        <a:buNone/>
                      </a:pPr>
                      <a:r>
                        <a:rPr lang="en-US" sz="1100" b="0" i="1" u="none" strike="noStrike" noProof="0">
                          <a:solidFill>
                            <a:srgbClr val="000000"/>
                          </a:solidFill>
                          <a:latin typeface="Montserrat"/>
                        </a:rPr>
                        <a:t>Dunning Level, Write off balance, Unpaid final amount due</a:t>
                      </a:r>
                    </a:p>
                    <a:p>
                      <a:pPr lvl="0">
                        <a:buNone/>
                      </a:pPr>
                      <a:endParaRPr lang="en-US" sz="1100">
                        <a:latin typeface="Montserrat"/>
                      </a:endParaRPr>
                    </a:p>
                  </a:txBody>
                  <a:tcPr anchor="ctr"/>
                </a:tc>
                <a:extLst>
                  <a:ext uri="{0D108BD9-81ED-4DB2-BD59-A6C34878D82A}">
                    <a16:rowId xmlns:a16="http://schemas.microsoft.com/office/drawing/2014/main" val="1950106089"/>
                  </a:ext>
                </a:extLst>
              </a:tr>
              <a:tr h="446193">
                <a:tc>
                  <a:txBody>
                    <a:bodyPr/>
                    <a:lstStyle/>
                    <a:p>
                      <a:pPr lvl="0" algn="l">
                        <a:lnSpc>
                          <a:spcPct val="100000"/>
                        </a:lnSpc>
                        <a:spcBef>
                          <a:spcPts val="0"/>
                        </a:spcBef>
                        <a:spcAft>
                          <a:spcPts val="0"/>
                        </a:spcAft>
                        <a:buNone/>
                      </a:pPr>
                      <a:r>
                        <a:rPr lang="en-US" sz="1100" b="1" i="1" u="none" strike="noStrike" noProof="0">
                          <a:solidFill>
                            <a:srgbClr val="000000"/>
                          </a:solidFill>
                          <a:latin typeface="Montserrat"/>
                        </a:rPr>
                        <a:t>Turn on Service order</a:t>
                      </a:r>
                      <a:endParaRPr lang="en-US" sz="1100"/>
                    </a:p>
                    <a:p>
                      <a:pPr lvl="0">
                        <a:buNone/>
                      </a:pPr>
                      <a:endParaRPr lang="en-US" sz="1100" b="1">
                        <a:latin typeface="Montserrat"/>
                      </a:endParaRPr>
                    </a:p>
                  </a:txBody>
                  <a:tcPr anchor="ctr"/>
                </a:tc>
                <a:tc>
                  <a:txBody>
                    <a:bodyPr/>
                    <a:lstStyle/>
                    <a:p>
                      <a:pPr lvl="0" algn="l">
                        <a:lnSpc>
                          <a:spcPct val="100000"/>
                        </a:lnSpc>
                        <a:spcBef>
                          <a:spcPts val="0"/>
                        </a:spcBef>
                        <a:spcAft>
                          <a:spcPts val="0"/>
                        </a:spcAft>
                        <a:buNone/>
                      </a:pPr>
                      <a:r>
                        <a:rPr lang="en-US" sz="1100" b="0" i="1" u="none" strike="noStrike" noProof="0">
                          <a:solidFill>
                            <a:srgbClr val="000000"/>
                          </a:solidFill>
                          <a:latin typeface="Montserrat"/>
                        </a:rPr>
                        <a:t>If Device is Off.</a:t>
                      </a:r>
                    </a:p>
                    <a:p>
                      <a:pPr lvl="0">
                        <a:buNone/>
                      </a:pPr>
                      <a:endParaRPr lang="en-US" sz="1100">
                        <a:latin typeface="Montserrat"/>
                      </a:endParaRPr>
                    </a:p>
                  </a:txBody>
                  <a:tcPr anchor="ctr"/>
                </a:tc>
                <a:extLst>
                  <a:ext uri="{0D108BD9-81ED-4DB2-BD59-A6C34878D82A}">
                    <a16:rowId xmlns:a16="http://schemas.microsoft.com/office/drawing/2014/main" val="4094495154"/>
                  </a:ext>
                </a:extLst>
              </a:tr>
              <a:tr h="984702">
                <a:tc>
                  <a:txBody>
                    <a:bodyPr/>
                    <a:lstStyle/>
                    <a:p>
                      <a:pPr lvl="0" algn="l">
                        <a:lnSpc>
                          <a:spcPct val="100000"/>
                        </a:lnSpc>
                        <a:spcBef>
                          <a:spcPts val="0"/>
                        </a:spcBef>
                        <a:spcAft>
                          <a:spcPts val="0"/>
                        </a:spcAft>
                        <a:buNone/>
                      </a:pPr>
                      <a:r>
                        <a:rPr lang="en-US" sz="1100" b="1" i="1" u="none" strike="noStrike" noProof="0">
                          <a:solidFill>
                            <a:srgbClr val="000000"/>
                          </a:solidFill>
                          <a:latin typeface="Montserrat"/>
                        </a:rPr>
                        <a:t>Contact Log</a:t>
                      </a:r>
                      <a:endParaRPr lang="en-US" sz="1100"/>
                    </a:p>
                    <a:p>
                      <a:pPr lvl="0" algn="l">
                        <a:lnSpc>
                          <a:spcPct val="100000"/>
                        </a:lnSpc>
                        <a:spcBef>
                          <a:spcPts val="0"/>
                        </a:spcBef>
                        <a:spcAft>
                          <a:spcPts val="0"/>
                        </a:spcAft>
                        <a:buNone/>
                      </a:pPr>
                      <a:r>
                        <a:rPr lang="en-US" sz="1100" b="0" i="0" u="none" strike="noStrike" noProof="0"/>
                        <a:t>1.</a:t>
                      </a:r>
                      <a:r>
                        <a:rPr lang="en-US" sz="1100" b="1" i="1" u="none" strike="noStrike" noProof="0">
                          <a:solidFill>
                            <a:srgbClr val="000000"/>
                          </a:solidFill>
                          <a:latin typeface="Montserrat"/>
                        </a:rPr>
                        <a:t>SDR Contact Log</a:t>
                      </a:r>
                      <a:endParaRPr lang="en-US" sz="1100"/>
                    </a:p>
                    <a:p>
                      <a:pPr lvl="0" algn="l">
                        <a:lnSpc>
                          <a:spcPct val="100000"/>
                        </a:lnSpc>
                        <a:spcBef>
                          <a:spcPts val="0"/>
                        </a:spcBef>
                        <a:spcAft>
                          <a:spcPts val="0"/>
                        </a:spcAft>
                        <a:buNone/>
                      </a:pPr>
                      <a:r>
                        <a:rPr lang="en-US" sz="1100" b="0" i="0" u="none" strike="noStrike" noProof="0"/>
                        <a:t>2.</a:t>
                      </a:r>
                      <a:r>
                        <a:rPr lang="en-US" sz="1100" b="1" i="1" u="none" strike="noStrike" noProof="0">
                          <a:solidFill>
                            <a:srgbClr val="000000"/>
                          </a:solidFill>
                          <a:latin typeface="Montserrat"/>
                        </a:rPr>
                        <a:t>POS ID Contact Log</a:t>
                      </a:r>
                      <a:endParaRPr lang="en-US" sz="1100"/>
                    </a:p>
                    <a:p>
                      <a:pPr lvl="0">
                        <a:buNone/>
                      </a:pPr>
                      <a:endParaRPr lang="en-US" sz="1100" b="1">
                        <a:latin typeface="Montserrat"/>
                      </a:endParaRPr>
                    </a:p>
                  </a:txBody>
                  <a:tcPr anchor="ctr"/>
                </a:tc>
                <a:tc>
                  <a:txBody>
                    <a:bodyPr/>
                    <a:lstStyle/>
                    <a:p>
                      <a:pPr lvl="0" algn="l">
                        <a:lnSpc>
                          <a:spcPct val="100000"/>
                        </a:lnSpc>
                        <a:spcBef>
                          <a:spcPts val="0"/>
                        </a:spcBef>
                        <a:spcAft>
                          <a:spcPts val="0"/>
                        </a:spcAft>
                        <a:buNone/>
                      </a:pPr>
                      <a:r>
                        <a:rPr lang="en-US" sz="1100" b="0" i="1" u="none" strike="noStrike" noProof="0">
                          <a:solidFill>
                            <a:srgbClr val="000000"/>
                          </a:solidFill>
                          <a:latin typeface="Montserrat"/>
                        </a:rPr>
                        <a:t>SDR Contact Log: Security deposit initiation.</a:t>
                      </a:r>
                      <a:endParaRPr lang="en-US" sz="1100"/>
                    </a:p>
                    <a:p>
                      <a:pPr lvl="0" algn="l">
                        <a:lnSpc>
                          <a:spcPct val="100000"/>
                        </a:lnSpc>
                        <a:spcBef>
                          <a:spcPts val="0"/>
                        </a:spcBef>
                        <a:spcAft>
                          <a:spcPts val="0"/>
                        </a:spcAft>
                        <a:buNone/>
                      </a:pPr>
                      <a:r>
                        <a:rPr lang="en-US" sz="1100" b="0" i="1" u="none" strike="noStrike" noProof="0">
                          <a:solidFill>
                            <a:srgbClr val="000000"/>
                          </a:solidFill>
                          <a:latin typeface="Montserrat"/>
                        </a:rPr>
                        <a:t>POS ID Contact Log:</a:t>
                      </a:r>
                      <a:endParaRPr lang="en-US" sz="1100"/>
                    </a:p>
                    <a:p>
                      <a:pPr lvl="0" algn="l">
                        <a:lnSpc>
                          <a:spcPct val="100000"/>
                        </a:lnSpc>
                        <a:spcBef>
                          <a:spcPts val="0"/>
                        </a:spcBef>
                        <a:spcAft>
                          <a:spcPts val="0"/>
                        </a:spcAft>
                        <a:buNone/>
                      </a:pPr>
                      <a:r>
                        <a:rPr lang="en-US" sz="1100" b="0" i="0" u="none" strike="noStrike" noProof="0">
                          <a:solidFill>
                            <a:srgbClr val="000000"/>
                          </a:solidFill>
                        </a:rPr>
                        <a:t>1.</a:t>
                      </a:r>
                      <a:r>
                        <a:rPr lang="en-US" sz="1100" b="0" i="1" u="none" strike="noStrike" noProof="0">
                          <a:solidFill>
                            <a:srgbClr val="000000"/>
                          </a:solidFill>
                          <a:latin typeface="Montserrat"/>
                        </a:rPr>
                        <a:t>Positive FACTA Validation- Fails</a:t>
                      </a:r>
                      <a:endParaRPr lang="en-US" sz="1100"/>
                    </a:p>
                    <a:p>
                      <a:pPr lvl="0" algn="l">
                        <a:lnSpc>
                          <a:spcPct val="100000"/>
                        </a:lnSpc>
                        <a:spcBef>
                          <a:spcPts val="0"/>
                        </a:spcBef>
                        <a:spcAft>
                          <a:spcPts val="0"/>
                        </a:spcAft>
                        <a:buNone/>
                      </a:pPr>
                      <a:r>
                        <a:rPr lang="en-US" sz="1100" b="0" i="1" u="none" strike="noStrike" noProof="0">
                          <a:solidFill>
                            <a:srgbClr val="000000"/>
                          </a:solidFill>
                          <a:latin typeface="Montserrat"/>
                        </a:rPr>
                        <a:t>2.    Non-FACTA Positive Identification (POS ID COS) triggers.</a:t>
                      </a:r>
                      <a:endParaRPr lang="en-US" sz="1100"/>
                    </a:p>
                    <a:p>
                      <a:pPr lvl="0" algn="l">
                        <a:lnSpc>
                          <a:spcPct val="100000"/>
                        </a:lnSpc>
                        <a:spcBef>
                          <a:spcPts val="0"/>
                        </a:spcBef>
                        <a:spcAft>
                          <a:spcPts val="0"/>
                        </a:spcAft>
                        <a:buNone/>
                      </a:pPr>
                      <a:r>
                        <a:rPr lang="en-US" sz="1100" b="0" i="1" u="none" strike="noStrike" noProof="0">
                          <a:solidFill>
                            <a:srgbClr val="000000"/>
                          </a:solidFill>
                          <a:latin typeface="Montserrat"/>
                        </a:rPr>
                        <a:t>Note: SDR Contact Log gets priority over POS ID Contact Log.</a:t>
                      </a:r>
                      <a:endParaRPr lang="en-US" sz="1100"/>
                    </a:p>
                  </a:txBody>
                  <a:tcPr anchor="ctr"/>
                </a:tc>
                <a:extLst>
                  <a:ext uri="{0D108BD9-81ED-4DB2-BD59-A6C34878D82A}">
                    <a16:rowId xmlns:a16="http://schemas.microsoft.com/office/drawing/2014/main" val="1783569660"/>
                  </a:ext>
                </a:extLst>
              </a:tr>
              <a:tr h="446193">
                <a:tc>
                  <a:txBody>
                    <a:bodyPr/>
                    <a:lstStyle/>
                    <a:p>
                      <a:pPr lvl="0" algn="l">
                        <a:lnSpc>
                          <a:spcPct val="100000"/>
                        </a:lnSpc>
                        <a:spcBef>
                          <a:spcPts val="0"/>
                        </a:spcBef>
                        <a:spcAft>
                          <a:spcPts val="0"/>
                        </a:spcAft>
                        <a:buNone/>
                      </a:pPr>
                      <a:r>
                        <a:rPr lang="en-US" sz="1100" b="1" i="1" u="none" strike="noStrike" noProof="0">
                          <a:solidFill>
                            <a:srgbClr val="000000"/>
                          </a:solidFill>
                          <a:latin typeface="Montserrat"/>
                        </a:rPr>
                        <a:t>Connection Fees</a:t>
                      </a:r>
                    </a:p>
                    <a:p>
                      <a:pPr lvl="0">
                        <a:buNone/>
                      </a:pPr>
                      <a:endParaRPr lang="en-US" sz="1100" b="1">
                        <a:latin typeface="Montserrat"/>
                      </a:endParaRPr>
                    </a:p>
                  </a:txBody>
                  <a:tcPr anchor="ctr"/>
                </a:tc>
                <a:tc>
                  <a:txBody>
                    <a:bodyPr/>
                    <a:lstStyle/>
                    <a:p>
                      <a:pPr lvl="0" algn="l">
                        <a:lnSpc>
                          <a:spcPct val="100000"/>
                        </a:lnSpc>
                        <a:spcBef>
                          <a:spcPts val="0"/>
                        </a:spcBef>
                        <a:spcAft>
                          <a:spcPts val="0"/>
                        </a:spcAft>
                        <a:buNone/>
                      </a:pPr>
                      <a:r>
                        <a:rPr lang="en-US" sz="1100" b="0" i="1" u="none" strike="noStrike" noProof="0">
                          <a:solidFill>
                            <a:srgbClr val="000000"/>
                          </a:solidFill>
                          <a:latin typeface="Montserrat"/>
                        </a:rPr>
                        <a:t>No.</a:t>
                      </a:r>
                    </a:p>
                    <a:p>
                      <a:pPr lvl="0">
                        <a:buNone/>
                      </a:pPr>
                      <a:endParaRPr lang="en-US" sz="1100">
                        <a:latin typeface="Montserrat"/>
                      </a:endParaRPr>
                    </a:p>
                  </a:txBody>
                  <a:tcPr anchor="ctr"/>
                </a:tc>
                <a:extLst>
                  <a:ext uri="{0D108BD9-81ED-4DB2-BD59-A6C34878D82A}">
                    <a16:rowId xmlns:a16="http://schemas.microsoft.com/office/drawing/2014/main" val="2859082850"/>
                  </a:ext>
                </a:extLst>
              </a:tr>
              <a:tr h="276947">
                <a:tc>
                  <a:txBody>
                    <a:bodyPr/>
                    <a:lstStyle/>
                    <a:p>
                      <a:r>
                        <a:rPr lang="en-US" sz="1100" b="1">
                          <a:latin typeface="Montserrat"/>
                        </a:rPr>
                        <a:t>Update Device Location Notes</a:t>
                      </a:r>
                    </a:p>
                  </a:txBody>
                  <a:tcPr anchor="ctr"/>
                </a:tc>
                <a:tc>
                  <a:txBody>
                    <a:bodyPr/>
                    <a:lstStyle/>
                    <a:p>
                      <a:r>
                        <a:rPr lang="en-US" sz="1100">
                          <a:latin typeface="Montserrat"/>
                        </a:rPr>
                        <a:t>If BP has Threat/Theft/Fraud Identification.</a:t>
                      </a:r>
                    </a:p>
                  </a:txBody>
                  <a:tcPr anchor="ctr"/>
                </a:tc>
                <a:extLst>
                  <a:ext uri="{0D108BD9-81ED-4DB2-BD59-A6C34878D82A}">
                    <a16:rowId xmlns:a16="http://schemas.microsoft.com/office/drawing/2014/main" val="10001"/>
                  </a:ext>
                </a:extLst>
              </a:tr>
              <a:tr h="676983">
                <a:tc>
                  <a:txBody>
                    <a:bodyPr/>
                    <a:lstStyle/>
                    <a:p>
                      <a:r>
                        <a:rPr lang="en-US" sz="1100" b="1">
                          <a:latin typeface="Montserrat"/>
                        </a:rPr>
                        <a:t>Update Contract Account with </a:t>
                      </a:r>
                      <a:endParaRPr lang="en-US" sz="1100"/>
                    </a:p>
                    <a:p>
                      <a:pPr marL="228600" lvl="0" indent="-228600">
                        <a:buAutoNum type="arabicPeriod"/>
                      </a:pPr>
                      <a:r>
                        <a:rPr lang="en-US" sz="1100" b="1">
                          <a:latin typeface="Montserrat"/>
                        </a:rPr>
                        <a:t>Dunning lock,</a:t>
                      </a:r>
                      <a:endParaRPr lang="en-US" sz="1100"/>
                    </a:p>
                    <a:p>
                      <a:pPr lvl="0">
                        <a:buNone/>
                      </a:pPr>
                      <a:r>
                        <a:rPr lang="en-US" sz="1100" b="1">
                          <a:latin typeface="Montserrat"/>
                        </a:rPr>
                        <a:t>2. Outgoing payment type.</a:t>
                      </a:r>
                    </a:p>
                  </a:txBody>
                  <a:tcPr anchor="ctr"/>
                </a:tc>
                <a:tc>
                  <a:txBody>
                    <a:bodyPr/>
                    <a:lstStyle/>
                    <a:p>
                      <a:pPr marL="228600" indent="-228600">
                        <a:buAutoNum type="arabicPeriod"/>
                      </a:pPr>
                      <a:endParaRPr lang="en-US" sz="1100">
                        <a:latin typeface="Montserrat"/>
                      </a:endParaRPr>
                    </a:p>
                    <a:p>
                      <a:pPr marL="228600" lvl="0" indent="-228600">
                        <a:buAutoNum type="arabicPeriod"/>
                      </a:pPr>
                      <a:r>
                        <a:rPr lang="en-US" sz="1100">
                          <a:latin typeface="Montserrat"/>
                        </a:rPr>
                        <a:t>If Dunning scenario.</a:t>
                      </a:r>
                    </a:p>
                    <a:p>
                      <a:pPr marL="228600" lvl="0" indent="-228600">
                        <a:buAutoNum type="arabicPeriod"/>
                      </a:pPr>
                      <a:r>
                        <a:rPr lang="en-US" sz="1100">
                          <a:latin typeface="Montserrat"/>
                        </a:rPr>
                        <a:t>Change Contract account out going payment type to Out Going Check(C)</a:t>
                      </a:r>
                    </a:p>
                  </a:txBody>
                  <a:tcPr anchor="ctr"/>
                </a:tc>
                <a:extLst>
                  <a:ext uri="{0D108BD9-81ED-4DB2-BD59-A6C34878D82A}">
                    <a16:rowId xmlns:a16="http://schemas.microsoft.com/office/drawing/2014/main" val="10002"/>
                  </a:ext>
                </a:extLst>
              </a:tr>
              <a:tr h="630824">
                <a:tc>
                  <a:txBody>
                    <a:bodyPr/>
                    <a:lstStyle/>
                    <a:p>
                      <a:r>
                        <a:rPr lang="en-US" sz="1100" b="1">
                          <a:latin typeface="Montserrat"/>
                        </a:rPr>
                        <a:t>Send SAP Document to position </a:t>
                      </a:r>
                    </a:p>
                    <a:p>
                      <a:pPr marL="228600" lvl="0" indent="-228600">
                        <a:buAutoNum type="arabicPeriod"/>
                      </a:pPr>
                      <a:r>
                        <a:rPr lang="en-US" sz="1100" b="1">
                          <a:latin typeface="Montserrat"/>
                        </a:rPr>
                        <a:t>70010050</a:t>
                      </a:r>
                    </a:p>
                    <a:p>
                      <a:pPr marL="228600" lvl="0" indent="-228600">
                        <a:buAutoNum type="arabicPeriod"/>
                      </a:pPr>
                      <a:r>
                        <a:rPr lang="en-US" sz="1100" b="1">
                          <a:latin typeface="Montserrat"/>
                        </a:rPr>
                        <a:t>70010051</a:t>
                      </a:r>
                      <a:endParaRPr lang="en-US" sz="1100"/>
                    </a:p>
                  </a:txBody>
                  <a:tcPr anchor="ctr"/>
                </a:tc>
                <a:tc>
                  <a:txBody>
                    <a:bodyPr/>
                    <a:lstStyle/>
                    <a:p>
                      <a:pPr marL="228600" indent="-228600">
                        <a:buAutoNum type="arabicPeriod"/>
                      </a:pPr>
                      <a:r>
                        <a:rPr lang="en-US" sz="1100">
                          <a:latin typeface="Montserrat"/>
                        </a:rPr>
                        <a:t>If BP has any ASP Contract (SD Contract), contracts gets cancelled.</a:t>
                      </a:r>
                    </a:p>
                    <a:p>
                      <a:pPr marL="228600" lvl="0" indent="-228600">
                        <a:buAutoNum type="arabicPeriod"/>
                      </a:pPr>
                      <a:r>
                        <a:rPr lang="en-US" sz="1100">
                          <a:latin typeface="Montserrat"/>
                        </a:rPr>
                        <a:t>If Premise has CAP Loan. [ Customer Attachment Program ]</a:t>
                      </a:r>
                    </a:p>
                  </a:txBody>
                  <a:tcPr anchor="ctr"/>
                </a:tc>
                <a:extLst>
                  <a:ext uri="{0D108BD9-81ED-4DB2-BD59-A6C34878D82A}">
                    <a16:rowId xmlns:a16="http://schemas.microsoft.com/office/drawing/2014/main" val="10003"/>
                  </a:ext>
                </a:extLst>
              </a:tr>
              <a:tr h="276947">
                <a:tc>
                  <a:txBody>
                    <a:bodyPr/>
                    <a:lstStyle/>
                    <a:p>
                      <a:pPr marL="0" lvl="0" indent="0">
                        <a:buNone/>
                      </a:pPr>
                      <a:r>
                        <a:rPr lang="en-US" sz="1100" b="1">
                          <a:latin typeface="Montserrat"/>
                        </a:rPr>
                        <a:t>Create Disconnection document</a:t>
                      </a:r>
                    </a:p>
                  </a:txBody>
                  <a:tcPr anchor="ctr"/>
                </a:tc>
                <a:tc>
                  <a:txBody>
                    <a:bodyPr/>
                    <a:lstStyle/>
                    <a:p>
                      <a:pPr marL="228600" lvl="0" indent="-228600">
                        <a:buAutoNum type="arabicPeriod"/>
                      </a:pPr>
                      <a:endParaRPr lang="en-US" sz="1100">
                        <a:latin typeface="Montserrat"/>
                      </a:endParaRPr>
                    </a:p>
                  </a:txBody>
                  <a:tcPr anchor="ctr"/>
                </a:tc>
                <a:extLst>
                  <a:ext uri="{0D108BD9-81ED-4DB2-BD59-A6C34878D82A}">
                    <a16:rowId xmlns:a16="http://schemas.microsoft.com/office/drawing/2014/main" val="1219081698"/>
                  </a:ext>
                </a:extLst>
              </a:tr>
              <a:tr h="369263">
                <a:tc>
                  <a:txBody>
                    <a:bodyPr/>
                    <a:lstStyle/>
                    <a:p>
                      <a:r>
                        <a:rPr lang="en-US" sz="1100" b="1">
                          <a:latin typeface="Montserrat"/>
                        </a:rPr>
                        <a:t>Create Current Occupant if no owner allocation</a:t>
                      </a:r>
                    </a:p>
                  </a:txBody>
                  <a:tcPr anchor="ctr"/>
                </a:tc>
                <a:tc>
                  <a:txBody>
                    <a:bodyPr/>
                    <a:lstStyle/>
                    <a:p>
                      <a:pPr marL="0" indent="0">
                        <a:buNone/>
                      </a:pPr>
                      <a:r>
                        <a:rPr lang="en-US" sz="1100" b="1">
                          <a:latin typeface="Montserrat"/>
                        </a:rPr>
                        <a:t>Owner Allocation does not exist and service is on</a:t>
                      </a:r>
                      <a:r>
                        <a:rPr lang="en-US" sz="1100">
                          <a:latin typeface="Montserrat"/>
                        </a:rPr>
                        <a:t>: If Current Occupant Move in required.</a:t>
                      </a:r>
                    </a:p>
                  </a:txBody>
                  <a:tcPr anchor="ctr"/>
                </a:tc>
                <a:extLst>
                  <a:ext uri="{0D108BD9-81ED-4DB2-BD59-A6C34878D82A}">
                    <a16:rowId xmlns:a16="http://schemas.microsoft.com/office/drawing/2014/main" val="10004"/>
                  </a:ext>
                </a:extLst>
              </a:tr>
              <a:tr h="369263">
                <a:tc>
                  <a:txBody>
                    <a:bodyPr/>
                    <a:lstStyle/>
                    <a:p>
                      <a:r>
                        <a:rPr lang="en-US" sz="1100" b="1">
                          <a:latin typeface="Montserrat"/>
                        </a:rPr>
                        <a:t>Create Contract Account for Current Occupant (Owner)</a:t>
                      </a:r>
                    </a:p>
                  </a:txBody>
                  <a:tcPr anchor="ctr"/>
                </a:tc>
                <a:tc>
                  <a:txBody>
                    <a:bodyPr/>
                    <a:lstStyle/>
                    <a:p>
                      <a:pPr>
                        <a:defRPr sz="1200" b="0">
                          <a:latin typeface="Montserrat"/>
                        </a:defRPr>
                      </a:pPr>
                      <a:r>
                        <a:rPr lang="en-US" sz="1100">
                          <a:latin typeface="Montserrat"/>
                        </a:rPr>
                        <a:t>Current Occupant should move in automatically if no owner allocation and service is on.  </a:t>
                      </a:r>
                    </a:p>
                  </a:txBody>
                  <a:tcPr anchor="ctr"/>
                </a:tc>
                <a:extLst>
                  <a:ext uri="{0D108BD9-81ED-4DB2-BD59-A6C34878D82A}">
                    <a16:rowId xmlns:a16="http://schemas.microsoft.com/office/drawing/2014/main" val="10005"/>
                  </a:ext>
                </a:extLst>
              </a:tr>
              <a:tr h="276947">
                <a:tc>
                  <a:txBody>
                    <a:bodyPr/>
                    <a:lstStyle/>
                    <a:p>
                      <a:r>
                        <a:rPr lang="en-US" sz="1100" b="1">
                          <a:latin typeface="Montserrat"/>
                        </a:rPr>
                        <a:t>Create Owner Move in</a:t>
                      </a:r>
                      <a:endParaRPr lang="en-US" sz="1100" b="1"/>
                    </a:p>
                  </a:txBody>
                  <a:tcPr anchor="ctr"/>
                </a:tc>
                <a:tc>
                  <a:txBody>
                    <a:bodyPr/>
                    <a:lstStyle/>
                    <a:p>
                      <a:pPr>
                        <a:defRPr sz="1200" b="0">
                          <a:latin typeface="Montserrat"/>
                        </a:defRPr>
                      </a:pPr>
                      <a:r>
                        <a:rPr lang="en-US" sz="1100">
                          <a:latin typeface="Montserrat"/>
                        </a:rPr>
                        <a:t>If OA exists on premise </a:t>
                      </a:r>
                    </a:p>
                  </a:txBody>
                  <a:tcPr anchor="ctr"/>
                </a:tc>
                <a:extLst>
                  <a:ext uri="{0D108BD9-81ED-4DB2-BD59-A6C34878D82A}">
                    <a16:rowId xmlns:a16="http://schemas.microsoft.com/office/drawing/2014/main" val="10006"/>
                  </a:ext>
                </a:extLst>
              </a:tr>
            </a:tbl>
          </a:graphicData>
        </a:graphic>
      </p:graphicFrame>
      <p:sp>
        <p:nvSpPr>
          <p:cNvPr id="4" name="Rectangle 3">
            <a:extLst>
              <a:ext uri="{FF2B5EF4-FFF2-40B4-BE49-F238E27FC236}">
                <a16:creationId xmlns:a16="http://schemas.microsoft.com/office/drawing/2014/main" id="{81EB4A9E-A1F2-A263-802A-8F345C8104D9}"/>
              </a:ext>
            </a:extLst>
          </p:cNvPr>
          <p:cNvSpPr/>
          <p:nvPr/>
        </p:nvSpPr>
        <p:spPr>
          <a:xfrm>
            <a:off x="12644277" y="190820"/>
            <a:ext cx="3857296" cy="1807779"/>
          </a:xfrm>
          <a:prstGeom prst="rect">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r>
              <a:rPr lang="en-US" sz="1000">
                <a:latin typeface="Montserrat"/>
              </a:rPr>
              <a:t>Need to add for next workshop:</a:t>
            </a:r>
            <a:endParaRPr lang="en-US" sz="1000">
              <a:latin typeface="Montserrat" pitchFamily="2" charset="77"/>
            </a:endParaRPr>
          </a:p>
          <a:p>
            <a:r>
              <a:rPr lang="en-US" sz="1000">
                <a:ea typeface="+mn-lt"/>
                <a:cs typeface="+mn-lt"/>
              </a:rPr>
              <a:t>- Move In override for past due balances/ Hard Stop – let CSRs override move in?</a:t>
            </a:r>
          </a:p>
          <a:p>
            <a:r>
              <a:rPr lang="en-US" sz="1000">
                <a:ea typeface="+mn-lt"/>
                <a:cs typeface="+mn-lt"/>
              </a:rPr>
              <a:t>- Carve out time in next workshop for Demand Enrollments</a:t>
            </a:r>
            <a:endParaRPr lang="en-US"/>
          </a:p>
          <a:p>
            <a:r>
              <a:rPr lang="en-US" sz="1000">
                <a:latin typeface="Montserrat"/>
              </a:rPr>
              <a:t>Cover MDT – Create on MDT that is existing today</a:t>
            </a:r>
          </a:p>
          <a:p>
            <a:r>
              <a:rPr lang="en-US" sz="1000">
                <a:solidFill>
                  <a:schemeClr val="bg1"/>
                </a:solidFill>
                <a:ea typeface="+mn-lt"/>
                <a:cs typeface="+mn-lt"/>
              </a:rPr>
              <a:t>add ASP identifier to search option for BP</a:t>
            </a:r>
            <a:endParaRPr lang="en-US">
              <a:solidFill>
                <a:schemeClr val="bg1"/>
              </a:solidFill>
            </a:endParaRPr>
          </a:p>
          <a:p>
            <a:r>
              <a:rPr lang="en-US" sz="1000">
                <a:latin typeface="Montserrat"/>
              </a:rPr>
              <a:t>+ RIDA </a:t>
            </a:r>
            <a:r>
              <a:rPr lang="en-US" sz="1300">
                <a:solidFill>
                  <a:srgbClr val="000000"/>
                </a:solidFill>
                <a:highlight>
                  <a:srgbClr val="FFFFFF"/>
                </a:highlight>
                <a:ea typeface="+mn-lt"/>
                <a:cs typeface="+mn-lt"/>
              </a:rPr>
              <a:t>683615</a:t>
            </a:r>
            <a:endParaRPr lang="en-US" sz="1000">
              <a:ea typeface="+mn-lt"/>
              <a:cs typeface="+mn-lt"/>
            </a:endParaRPr>
          </a:p>
          <a:p>
            <a:pPr algn="ctr"/>
            <a:endParaRPr lang="en-US" sz="1000">
              <a:latin typeface="Montserrat" pitchFamily="2" charset="77"/>
            </a:endParaRPr>
          </a:p>
        </p:txBody>
      </p:sp>
    </p:spTree>
    <p:extLst>
      <p:ext uri="{BB962C8B-B14F-4D97-AF65-F5344CB8AC3E}">
        <p14:creationId xmlns:p14="http://schemas.microsoft.com/office/powerpoint/2010/main" val="9056655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0A248D-1F56-C044-D0E4-385195F824E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9531130-630D-ED7D-9B3B-F70B16AF0532}"/>
              </a:ext>
            </a:extLst>
          </p:cNvPr>
          <p:cNvSpPr>
            <a:spLocks noGrp="1"/>
          </p:cNvSpPr>
          <p:nvPr>
            <p:ph idx="1"/>
          </p:nvPr>
        </p:nvSpPr>
        <p:spPr/>
        <p:txBody>
          <a:bodyPr vert="horz" lIns="0" tIns="45720" rIns="91440" bIns="45720" rtlCol="0" anchor="t">
            <a:normAutofit/>
          </a:bodyPr>
          <a:lstStyle/>
          <a:p>
            <a:pPr marL="457200" indent="-457200">
              <a:buAutoNum type="arabicPeriod"/>
            </a:pPr>
            <a:r>
              <a:rPr lang="en-US" sz="2100" b="1">
                <a:latin typeface="Montserrat"/>
              </a:rPr>
              <a:t>Appointment for Move in and Move out.</a:t>
            </a:r>
            <a:endParaRPr lang="en-US" sz="2100"/>
          </a:p>
          <a:p>
            <a:r>
              <a:rPr lang="en-US" sz="2100" b="1">
                <a:latin typeface="Montserrat"/>
              </a:rPr>
              <a:t>2. Balance Transfer.</a:t>
            </a:r>
            <a:endParaRPr lang="en-US" sz="2100"/>
          </a:p>
          <a:p>
            <a:r>
              <a:rPr lang="en-US" sz="2100" b="1">
                <a:latin typeface="Montserrat"/>
              </a:rPr>
              <a:t>3. Transfer Alert.</a:t>
            </a:r>
          </a:p>
          <a:p>
            <a:r>
              <a:rPr lang="en-US" sz="2100" b="1">
                <a:latin typeface="Montserrat"/>
              </a:rPr>
              <a:t>4. Service Notification- </a:t>
            </a:r>
            <a:r>
              <a:rPr lang="en-US" sz="2100">
                <a:latin typeface="Montserrat"/>
              </a:rPr>
              <a:t>Needs to be discussed in detail. Service Notification is not available in Service Cloud V2.</a:t>
            </a:r>
          </a:p>
          <a:p>
            <a:endParaRPr lang="en-US" sz="2100">
              <a:latin typeface="Montserrat"/>
            </a:endParaRPr>
          </a:p>
        </p:txBody>
      </p:sp>
      <p:sp>
        <p:nvSpPr>
          <p:cNvPr id="3" name="Title 2">
            <a:extLst>
              <a:ext uri="{FF2B5EF4-FFF2-40B4-BE49-F238E27FC236}">
                <a16:creationId xmlns:a16="http://schemas.microsoft.com/office/drawing/2014/main" id="{AB8885EF-66EA-58ED-087F-741406360890}"/>
              </a:ext>
            </a:extLst>
          </p:cNvPr>
          <p:cNvSpPr>
            <a:spLocks noGrp="1"/>
          </p:cNvSpPr>
          <p:nvPr>
            <p:ph type="title"/>
          </p:nvPr>
        </p:nvSpPr>
        <p:spPr>
          <a:xfrm>
            <a:off x="414528" y="438912"/>
            <a:ext cx="11375136" cy="441367"/>
          </a:xfrm>
        </p:spPr>
        <p:txBody>
          <a:bodyPr/>
          <a:lstStyle/>
          <a:p>
            <a:r>
              <a:rPr lang="en-US" sz="2400" b="1">
                <a:latin typeface="Montserrat"/>
              </a:rPr>
              <a:t>CE Business Requirement on Service Cloud V2:</a:t>
            </a:r>
            <a:endParaRPr lang="en-US" sz="2400" b="1"/>
          </a:p>
        </p:txBody>
      </p:sp>
    </p:spTree>
    <p:extLst>
      <p:ext uri="{BB962C8B-B14F-4D97-AF65-F5344CB8AC3E}">
        <p14:creationId xmlns:p14="http://schemas.microsoft.com/office/powerpoint/2010/main" val="3987491042"/>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4CFB9-8452-6976-56D2-9D03AE80C0E6}"/>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FD0AEF42-9AE7-437C-7FAD-11883416900B}"/>
              </a:ext>
            </a:extLst>
          </p:cNvPr>
          <p:cNvSpPr>
            <a:spLocks noGrp="1"/>
          </p:cNvSpPr>
          <p:nvPr>
            <p:ph type="title"/>
          </p:nvPr>
        </p:nvSpPr>
        <p:spPr>
          <a:xfrm>
            <a:off x="268904" y="4970926"/>
            <a:ext cx="8159770" cy="1887074"/>
          </a:xfrm>
        </p:spPr>
        <p:txBody>
          <a:bodyPr/>
          <a:lstStyle/>
          <a:p>
            <a:r>
              <a:rPr lang="en-US" sz="4250" b="1">
                <a:latin typeface="Montserrat"/>
              </a:rPr>
              <a:t>04</a:t>
            </a:r>
            <a:r>
              <a:rPr lang="en-US" sz="4250">
                <a:latin typeface="Montserrat"/>
              </a:rPr>
              <a:t> Workshop A-2 Follow Up Items</a:t>
            </a:r>
            <a:endParaRPr lang="en-US" sz="4400"/>
          </a:p>
        </p:txBody>
      </p:sp>
    </p:spTree>
    <p:extLst>
      <p:ext uri="{BB962C8B-B14F-4D97-AF65-F5344CB8AC3E}">
        <p14:creationId xmlns:p14="http://schemas.microsoft.com/office/powerpoint/2010/main" val="3840213776"/>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65D264D-FFE0-57C3-E8A7-E78D5E1E381E}"/>
              </a:ext>
            </a:extLst>
          </p:cNvPr>
          <p:cNvSpPr>
            <a:spLocks noGrp="1"/>
          </p:cNvSpPr>
          <p:nvPr>
            <p:ph idx="1"/>
          </p:nvPr>
        </p:nvSpPr>
        <p:spPr/>
        <p:txBody>
          <a:bodyPr vert="horz" lIns="0" tIns="45720" rIns="91440" bIns="45720" rtlCol="0" anchor="t">
            <a:normAutofit/>
          </a:bodyPr>
          <a:lstStyle/>
          <a:p>
            <a:pPr marL="457200" indent="-457200">
              <a:buAutoNum type="arabicPeriod"/>
            </a:pPr>
            <a:r>
              <a:rPr lang="en-US" sz="2400" b="1" err="1">
                <a:latin typeface="Montserrat"/>
              </a:rPr>
              <a:t>Hardstops</a:t>
            </a:r>
            <a:r>
              <a:rPr lang="en-US" sz="2400">
                <a:latin typeface="Montserrat"/>
              </a:rPr>
              <a:t> (there is one for CSRs moving in Business Center accounts and then Business Center has a </a:t>
            </a:r>
            <a:r>
              <a:rPr lang="en-US" sz="2400" err="1">
                <a:latin typeface="Montserrat"/>
              </a:rPr>
              <a:t>hardstop</a:t>
            </a:r>
            <a:r>
              <a:rPr lang="en-US" sz="2400">
                <a:latin typeface="Montserrat"/>
              </a:rPr>
              <a:t> for accounts with certain installation flags. ) </a:t>
            </a:r>
          </a:p>
          <a:p>
            <a:pPr marL="457200" indent="-457200">
              <a:buAutoNum type="arabicPeriod"/>
            </a:pPr>
            <a:r>
              <a:rPr lang="en-US" sz="2400" b="1">
                <a:latin typeface="Montserrat"/>
              </a:rPr>
              <a:t>Custom Fields associated with Premise </a:t>
            </a:r>
          </a:p>
          <a:p>
            <a:pPr marL="457200" indent="-457200">
              <a:buAutoNum type="arabicPeriod"/>
            </a:pPr>
            <a:endParaRPr lang="en-US" sz="2400" b="1">
              <a:latin typeface="Montserrat"/>
            </a:endParaRPr>
          </a:p>
          <a:p>
            <a:pPr marL="457200" indent="-457200">
              <a:buAutoNum type="arabicPeriod"/>
            </a:pPr>
            <a:r>
              <a:rPr lang="en-US" sz="2400" b="1">
                <a:latin typeface="Montserrat"/>
              </a:rPr>
              <a:t>Service Notifications</a:t>
            </a:r>
            <a:endParaRPr lang="en-US" sz="2400"/>
          </a:p>
          <a:p>
            <a:endParaRPr lang="en-US" sz="2100" b="1">
              <a:latin typeface="Montserrat"/>
            </a:endParaRPr>
          </a:p>
          <a:p>
            <a:endParaRPr lang="en-US" sz="2100" b="1">
              <a:latin typeface="Montserrat"/>
            </a:endParaRPr>
          </a:p>
          <a:p>
            <a:endParaRPr lang="en-US" sz="2100" b="1">
              <a:latin typeface="Montserrat"/>
            </a:endParaRPr>
          </a:p>
          <a:p>
            <a:r>
              <a:rPr lang="en-US" sz="1600" b="1">
                <a:latin typeface="Montserrat"/>
              </a:rPr>
              <a:t>Next Week:</a:t>
            </a:r>
          </a:p>
          <a:p>
            <a:pPr marL="457200" indent="-457200">
              <a:buAutoNum type="arabicPeriod"/>
            </a:pPr>
            <a:r>
              <a:rPr lang="en-US" sz="1600" b="1">
                <a:latin typeface="Montserrat"/>
              </a:rPr>
              <a:t>Change Contract Management,</a:t>
            </a:r>
            <a:r>
              <a:rPr lang="en-US" sz="1600">
                <a:latin typeface="Montserrat"/>
              </a:rPr>
              <a:t> reversals, owner allocation </a:t>
            </a:r>
          </a:p>
          <a:p>
            <a:pPr marL="457200" indent="-457200">
              <a:buAutoNum type="arabicPeriod"/>
            </a:pPr>
            <a:r>
              <a:rPr lang="en-US" sz="1600" b="1">
                <a:latin typeface="Montserrat"/>
              </a:rPr>
              <a:t>Enrollments in Demand Response</a:t>
            </a:r>
            <a:r>
              <a:rPr lang="en-US" sz="1600">
                <a:latin typeface="Montserrat"/>
              </a:rPr>
              <a:t> (for Orders Outside of Move In Move Out Process) </a:t>
            </a:r>
          </a:p>
        </p:txBody>
      </p:sp>
      <p:sp>
        <p:nvSpPr>
          <p:cNvPr id="3" name="Title 2">
            <a:extLst>
              <a:ext uri="{FF2B5EF4-FFF2-40B4-BE49-F238E27FC236}">
                <a16:creationId xmlns:a16="http://schemas.microsoft.com/office/drawing/2014/main" id="{B3504F16-D23D-AA82-F887-00CBF235FA38}"/>
              </a:ext>
            </a:extLst>
          </p:cNvPr>
          <p:cNvSpPr>
            <a:spLocks noGrp="1"/>
          </p:cNvSpPr>
          <p:nvPr>
            <p:ph type="title"/>
          </p:nvPr>
        </p:nvSpPr>
        <p:spPr/>
        <p:txBody>
          <a:bodyPr/>
          <a:lstStyle/>
          <a:p>
            <a:r>
              <a:rPr lang="en-US">
                <a:latin typeface="Montserrat"/>
              </a:rPr>
              <a:t>Follow-Up Items from A-2, needed to discuss</a:t>
            </a:r>
            <a:endParaRPr lang="en-US"/>
          </a:p>
        </p:txBody>
      </p:sp>
    </p:spTree>
    <p:extLst>
      <p:ext uri="{BB962C8B-B14F-4D97-AF65-F5344CB8AC3E}">
        <p14:creationId xmlns:p14="http://schemas.microsoft.com/office/powerpoint/2010/main" val="189648550"/>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92EDE2-C629-0ECC-E66B-8A4A13EDFA2C}"/>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B597FD0F-3E1D-D644-5432-29FF22D04E82}"/>
              </a:ext>
            </a:extLst>
          </p:cNvPr>
          <p:cNvSpPr>
            <a:spLocks noGrp="1"/>
          </p:cNvSpPr>
          <p:nvPr>
            <p:ph type="title"/>
          </p:nvPr>
        </p:nvSpPr>
        <p:spPr>
          <a:xfrm>
            <a:off x="268904" y="4970926"/>
            <a:ext cx="8159770" cy="1887074"/>
          </a:xfrm>
        </p:spPr>
        <p:txBody>
          <a:bodyPr/>
          <a:lstStyle/>
          <a:p>
            <a:r>
              <a:rPr lang="en-US" sz="4250" b="1">
                <a:latin typeface="Montserrat"/>
              </a:rPr>
              <a:t>05</a:t>
            </a:r>
            <a:r>
              <a:rPr lang="en-US" sz="4250">
                <a:latin typeface="Montserrat"/>
              </a:rPr>
              <a:t> </a:t>
            </a:r>
            <a:r>
              <a:rPr lang="en-US" sz="4400">
                <a:latin typeface="Montserrat"/>
              </a:rPr>
              <a:t>Current and Future State Assumptions </a:t>
            </a:r>
            <a:endParaRPr lang="en-US" sz="4400"/>
          </a:p>
        </p:txBody>
      </p:sp>
    </p:spTree>
    <p:extLst>
      <p:ext uri="{BB962C8B-B14F-4D97-AF65-F5344CB8AC3E}">
        <p14:creationId xmlns:p14="http://schemas.microsoft.com/office/powerpoint/2010/main" val="2347388554"/>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D6CF7E-06A9-7828-BBA1-384DF9BC0C7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B402BCB-7522-92C5-7BC3-2A9E38F809CB}"/>
              </a:ext>
            </a:extLst>
          </p:cNvPr>
          <p:cNvSpPr txBox="1"/>
          <p:nvPr/>
        </p:nvSpPr>
        <p:spPr>
          <a:xfrm>
            <a:off x="457200" y="274320"/>
            <a:ext cx="10058400" cy="523220"/>
          </a:xfrm>
          <a:prstGeom prst="rect">
            <a:avLst/>
          </a:prstGeom>
          <a:noFill/>
        </p:spPr>
        <p:txBody>
          <a:bodyPr wrap="square" lIns="91440" tIns="45720" rIns="91440" bIns="45720" anchor="t">
            <a:spAutoFit/>
          </a:bodyPr>
          <a:lstStyle/>
          <a:p>
            <a:pPr>
              <a:defRPr sz="2800" b="1">
                <a:solidFill>
                  <a:srgbClr val="000000"/>
                </a:solidFill>
                <a:latin typeface="Montserrat"/>
              </a:defRPr>
            </a:pPr>
            <a:r>
              <a:rPr lang="en-US" sz="2800" b="1">
                <a:latin typeface="Montserrat"/>
              </a:rPr>
              <a:t>Assumption:</a:t>
            </a:r>
          </a:p>
        </p:txBody>
      </p:sp>
      <p:graphicFrame>
        <p:nvGraphicFramePr>
          <p:cNvPr id="3" name="Table 2">
            <a:extLst>
              <a:ext uri="{FF2B5EF4-FFF2-40B4-BE49-F238E27FC236}">
                <a16:creationId xmlns:a16="http://schemas.microsoft.com/office/drawing/2014/main" id="{9FF36DC4-0439-3B81-8D14-865ED1DE2A15}"/>
              </a:ext>
            </a:extLst>
          </p:cNvPr>
          <p:cNvGraphicFramePr>
            <a:graphicFrameLocks noGrp="1"/>
          </p:cNvGraphicFramePr>
          <p:nvPr>
            <p:extLst>
              <p:ext uri="{D42A27DB-BD31-4B8C-83A1-F6EECF244321}">
                <p14:modId xmlns:p14="http://schemas.microsoft.com/office/powerpoint/2010/main" val="335827949"/>
              </p:ext>
            </p:extLst>
          </p:nvPr>
        </p:nvGraphicFramePr>
        <p:xfrm>
          <a:off x="274320" y="878040"/>
          <a:ext cx="11279001" cy="3431397"/>
        </p:xfrm>
        <a:graphic>
          <a:graphicData uri="http://schemas.openxmlformats.org/drawingml/2006/table">
            <a:tbl>
              <a:tblPr firstRow="1" bandRow="1">
                <a:tableStyleId>{5C22544A-7EE6-4342-B048-85BDC9FD1C3A}</a:tableStyleId>
              </a:tblPr>
              <a:tblGrid>
                <a:gridCol w="11279001">
                  <a:extLst>
                    <a:ext uri="{9D8B030D-6E8A-4147-A177-3AD203B41FA5}">
                      <a16:colId xmlns:a16="http://schemas.microsoft.com/office/drawing/2014/main" val="20000"/>
                    </a:ext>
                  </a:extLst>
                </a:gridCol>
              </a:tblGrid>
              <a:tr h="420805">
                <a:tc>
                  <a:txBody>
                    <a:bodyPr/>
                    <a:lstStyle/>
                    <a:p>
                      <a:r>
                        <a:rPr lang="en-US" sz="1400" b="1">
                          <a:latin typeface="Montserrat"/>
                        </a:rPr>
                        <a:t>Objects and Technique</a:t>
                      </a:r>
                    </a:p>
                  </a:txBody>
                  <a:tcPr/>
                </a:tc>
                <a:extLst>
                  <a:ext uri="{0D108BD9-81ED-4DB2-BD59-A6C34878D82A}">
                    <a16:rowId xmlns:a16="http://schemas.microsoft.com/office/drawing/2014/main" val="10000"/>
                  </a:ext>
                </a:extLst>
              </a:tr>
              <a:tr h="676107">
                <a:tc>
                  <a:txBody>
                    <a:bodyPr/>
                    <a:lstStyle/>
                    <a:p>
                      <a:pPr marL="228600" indent="-228600">
                        <a:buAutoNum type="arabicPeriod"/>
                      </a:pPr>
                      <a:r>
                        <a:rPr lang="en-US" sz="1400" b="0">
                          <a:latin typeface="Montserrat"/>
                        </a:rPr>
                        <a:t>No Change in Workflow.</a:t>
                      </a:r>
                    </a:p>
                  </a:txBody>
                  <a:tcPr anchor="ctr"/>
                </a:tc>
                <a:extLst>
                  <a:ext uri="{0D108BD9-81ED-4DB2-BD59-A6C34878D82A}">
                    <a16:rowId xmlns:a16="http://schemas.microsoft.com/office/drawing/2014/main" val="10001"/>
                  </a:ext>
                </a:extLst>
              </a:tr>
              <a:tr h="676107">
                <a:tc>
                  <a:txBody>
                    <a:bodyPr/>
                    <a:lstStyle/>
                    <a:p>
                      <a:r>
                        <a:rPr lang="en-US" sz="1400" b="0">
                          <a:latin typeface="Montserrat"/>
                        </a:rPr>
                        <a:t>2. No Change in MDT.</a:t>
                      </a:r>
                    </a:p>
                  </a:txBody>
                  <a:tcPr anchor="ctr"/>
                </a:tc>
                <a:extLst>
                  <a:ext uri="{0D108BD9-81ED-4DB2-BD59-A6C34878D82A}">
                    <a16:rowId xmlns:a16="http://schemas.microsoft.com/office/drawing/2014/main" val="10002"/>
                  </a:ext>
                </a:extLst>
              </a:tr>
              <a:tr h="829189">
                <a:tc>
                  <a:txBody>
                    <a:bodyPr/>
                    <a:lstStyle/>
                    <a:p>
                      <a:r>
                        <a:rPr lang="en-US" sz="1400" b="0">
                          <a:latin typeface="Montserrat"/>
                        </a:rPr>
                        <a:t>3. Manual Owner allocation needs to be executed from S4HANA Fiori. Mashup needs to be created at Premise view.</a:t>
                      </a:r>
                    </a:p>
                  </a:txBody>
                  <a:tcPr anchor="ctr"/>
                </a:tc>
                <a:extLst>
                  <a:ext uri="{0D108BD9-81ED-4DB2-BD59-A6C34878D82A}">
                    <a16:rowId xmlns:a16="http://schemas.microsoft.com/office/drawing/2014/main" val="10003"/>
                  </a:ext>
                </a:extLst>
              </a:tr>
              <a:tr h="829189">
                <a:tc>
                  <a:txBody>
                    <a:bodyPr/>
                    <a:lstStyle/>
                    <a:p>
                      <a:pPr marL="0" lvl="0" indent="0">
                        <a:buNone/>
                      </a:pPr>
                      <a:r>
                        <a:rPr lang="en-US" sz="1400" b="0">
                          <a:latin typeface="Montserrat"/>
                        </a:rPr>
                        <a:t>4. Transfer is collection of Move in and Move out. All the requirement captured as part of Move in and Move out workshop, should be developed in Transfer process. (Repurpose the same development for MIMO for Transfers too</a:t>
                      </a:r>
                    </a:p>
                  </a:txBody>
                  <a:tcPr anchor="ctr"/>
                </a:tc>
                <a:extLst>
                  <a:ext uri="{0D108BD9-81ED-4DB2-BD59-A6C34878D82A}">
                    <a16:rowId xmlns:a16="http://schemas.microsoft.com/office/drawing/2014/main" val="1219081698"/>
                  </a:ext>
                </a:extLst>
              </a:tr>
            </a:tbl>
          </a:graphicData>
        </a:graphic>
      </p:graphicFrame>
    </p:spTree>
    <p:extLst>
      <p:ext uri="{BB962C8B-B14F-4D97-AF65-F5344CB8AC3E}">
        <p14:creationId xmlns:p14="http://schemas.microsoft.com/office/powerpoint/2010/main" val="19764703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92EDE2-C629-0ECC-E66B-8A4A13EDFA2C}"/>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B597FD0F-3E1D-D644-5432-29FF22D04E82}"/>
              </a:ext>
            </a:extLst>
          </p:cNvPr>
          <p:cNvSpPr>
            <a:spLocks noGrp="1"/>
          </p:cNvSpPr>
          <p:nvPr>
            <p:ph type="title"/>
          </p:nvPr>
        </p:nvSpPr>
        <p:spPr>
          <a:xfrm>
            <a:off x="268904" y="4970926"/>
            <a:ext cx="6163735" cy="1887074"/>
          </a:xfrm>
        </p:spPr>
        <p:txBody>
          <a:bodyPr/>
          <a:lstStyle/>
          <a:p>
            <a:r>
              <a:rPr lang="en-US" sz="4000" b="1">
                <a:latin typeface="Montserrat"/>
              </a:rPr>
              <a:t>06</a:t>
            </a:r>
            <a:r>
              <a:rPr lang="en-US" sz="4000">
                <a:latin typeface="Montserrat"/>
              </a:rPr>
              <a:t> FRICE-W</a:t>
            </a:r>
            <a:endParaRPr lang="en-US" sz="4000"/>
          </a:p>
        </p:txBody>
      </p:sp>
    </p:spTree>
    <p:extLst>
      <p:ext uri="{BB962C8B-B14F-4D97-AF65-F5344CB8AC3E}">
        <p14:creationId xmlns:p14="http://schemas.microsoft.com/office/powerpoint/2010/main" val="3093726476"/>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5B50B024-5B2C-73D1-0F65-38C1CBB14B5B}"/>
              </a:ext>
            </a:extLst>
          </p:cNvPr>
          <p:cNvSpPr>
            <a:spLocks noGrp="1"/>
          </p:cNvSpPr>
          <p:nvPr>
            <p:ph idx="1"/>
          </p:nvPr>
        </p:nvSpPr>
        <p:spPr/>
        <p:txBody>
          <a:bodyPr vert="horz" lIns="0" tIns="45720" rIns="91440" bIns="45720" rtlCol="0" anchor="t">
            <a:normAutofit fontScale="70000" lnSpcReduction="20000"/>
          </a:bodyPr>
          <a:lstStyle/>
          <a:p>
            <a:r>
              <a:rPr lang="en-US" sz="1800">
                <a:latin typeface="Montserrat"/>
              </a:rPr>
              <a:t>1. Move in field enhancements </a:t>
            </a:r>
            <a:endParaRPr lang="en-US"/>
          </a:p>
          <a:p>
            <a:r>
              <a:rPr lang="en-US" sz="1800">
                <a:latin typeface="Montserrat"/>
              </a:rPr>
              <a:t>2. Move out field enhancements </a:t>
            </a:r>
            <a:endParaRPr lang="en-US"/>
          </a:p>
          <a:p>
            <a:r>
              <a:rPr lang="en-US" sz="1800">
                <a:latin typeface="Montserrat"/>
              </a:rPr>
              <a:t>2. Enhancements in ECC may be required if looking for specific details  in container from CRM7  now coming from v2 system. </a:t>
            </a:r>
            <a:endParaRPr lang="en-US"/>
          </a:p>
          <a:p>
            <a:r>
              <a:rPr lang="en-US" sz="1800">
                <a:latin typeface="Montserrat"/>
              </a:rPr>
              <a:t>3. Workflow changes in ECC may be required if looking for specific details  in container from CRM7  now coming from v2 system. </a:t>
            </a:r>
            <a:endParaRPr lang="en-US"/>
          </a:p>
          <a:p>
            <a:r>
              <a:rPr lang="en-US" sz="1800">
                <a:latin typeface="Montserrat"/>
              </a:rPr>
              <a:t>4. Service Cloud enhancements to send custom container payloads for fields for certain scenarios. </a:t>
            </a:r>
            <a:endParaRPr lang="en-US"/>
          </a:p>
          <a:p>
            <a:r>
              <a:rPr lang="en-US" sz="1800">
                <a:latin typeface="Montserrat"/>
              </a:rPr>
              <a:t>5. DQM address cleanse </a:t>
            </a:r>
            <a:endParaRPr lang="en-US"/>
          </a:p>
          <a:p>
            <a:r>
              <a:rPr lang="en-US" sz="1800">
                <a:latin typeface="Montserrat"/>
              </a:rPr>
              <a:t>6. Create Contract Account Based on Current MDT Maintenance</a:t>
            </a:r>
            <a:endParaRPr lang="en-US"/>
          </a:p>
          <a:p>
            <a:r>
              <a:rPr lang="en-US" sz="1800">
                <a:latin typeface="Montserrat"/>
              </a:rPr>
              <a:t>7. Auto Populate Contract Account values </a:t>
            </a:r>
            <a:endParaRPr lang="en-US"/>
          </a:p>
          <a:p>
            <a:r>
              <a:rPr lang="en-US" sz="1800">
                <a:latin typeface="Montserrat"/>
              </a:rPr>
              <a:t>8. Create Service Orders </a:t>
            </a:r>
            <a:endParaRPr lang="en-US"/>
          </a:p>
          <a:p>
            <a:r>
              <a:rPr lang="en-US" sz="1800">
                <a:latin typeface="Montserrat"/>
              </a:rPr>
              <a:t>9. Premise enhancements </a:t>
            </a:r>
            <a:endParaRPr lang="en-US"/>
          </a:p>
          <a:p>
            <a:r>
              <a:rPr lang="en-US" sz="1800">
                <a:latin typeface="Montserrat"/>
              </a:rPr>
              <a:t>10. Enrollments </a:t>
            </a:r>
            <a:endParaRPr lang="en-US"/>
          </a:p>
          <a:p>
            <a:r>
              <a:rPr lang="en-US" sz="1800">
                <a:latin typeface="Montserrat"/>
              </a:rPr>
              <a:t>11. Security Deposits </a:t>
            </a:r>
            <a:endParaRPr lang="en-US"/>
          </a:p>
          <a:p>
            <a:r>
              <a:rPr lang="en-US" sz="1800">
                <a:latin typeface="Montserrat"/>
              </a:rPr>
              <a:t>12. Equifax check </a:t>
            </a:r>
            <a:endParaRPr lang="en-US"/>
          </a:p>
          <a:p>
            <a:r>
              <a:rPr lang="en-US" sz="1800">
                <a:latin typeface="Montserrat"/>
              </a:rPr>
              <a:t>13. Move in validations from ECC (i.e. Override past due balances) </a:t>
            </a:r>
            <a:endParaRPr lang="en-US"/>
          </a:p>
          <a:p>
            <a:r>
              <a:rPr lang="en-US" sz="1800">
                <a:latin typeface="Montserrat"/>
              </a:rPr>
              <a:t>14. Move in change event(s) placeholder </a:t>
            </a:r>
            <a:endParaRPr lang="en-US"/>
          </a:p>
          <a:p>
            <a:r>
              <a:rPr lang="en-US" sz="1800">
                <a:latin typeface="Montserrat"/>
              </a:rPr>
              <a:t>15. Move in cancel event(s) placeholder </a:t>
            </a:r>
            <a:endParaRPr lang="en-US"/>
          </a:p>
          <a:p>
            <a:r>
              <a:rPr lang="en-US" sz="1800">
                <a:latin typeface="Montserrat"/>
              </a:rPr>
              <a:t>16. Move out change event(s) placeholder </a:t>
            </a:r>
            <a:endParaRPr lang="en-US"/>
          </a:p>
          <a:p>
            <a:r>
              <a:rPr lang="en-US" sz="1800">
                <a:latin typeface="Montserrat"/>
              </a:rPr>
              <a:t>17. Move out cancel event(s) placeholder </a:t>
            </a:r>
            <a:endParaRPr lang="en-US"/>
          </a:p>
          <a:p>
            <a:r>
              <a:rPr lang="en-US" sz="1800">
                <a:latin typeface="Montserrat"/>
              </a:rPr>
              <a:t>18. Transfer items to new CA, new premise </a:t>
            </a:r>
            <a:endParaRPr lang="en-US"/>
          </a:p>
          <a:p>
            <a:r>
              <a:rPr lang="en-US" sz="1800">
                <a:latin typeface="Montserrat"/>
              </a:rPr>
              <a:t>19.  change Rate, Operand </a:t>
            </a:r>
            <a:endParaRPr lang="en-US"/>
          </a:p>
          <a:p>
            <a:r>
              <a:rPr lang="en-US" sz="1900">
                <a:latin typeface="Montserrat"/>
              </a:rPr>
              <a:t>21.  Smart Meter (Gas and Electric) </a:t>
            </a:r>
            <a:r>
              <a:rPr lang="en-US" sz="1900" err="1">
                <a:latin typeface="Montserrat"/>
              </a:rPr>
              <a:t>Opt</a:t>
            </a:r>
            <a:r>
              <a:rPr lang="en-US" sz="1900">
                <a:latin typeface="Montserrat"/>
              </a:rPr>
              <a:t> In/ </a:t>
            </a:r>
            <a:r>
              <a:rPr lang="en-US" sz="1900" err="1">
                <a:latin typeface="Montserrat"/>
              </a:rPr>
              <a:t>Opt</a:t>
            </a:r>
            <a:r>
              <a:rPr lang="en-US" sz="1900">
                <a:latin typeface="Montserrat"/>
              </a:rPr>
              <a:t> Out</a:t>
            </a:r>
          </a:p>
          <a:p>
            <a:r>
              <a:rPr lang="en-US" sz="1900">
                <a:latin typeface="Montserrat"/>
              </a:rPr>
              <a:t>22. Move Out Summary Script</a:t>
            </a:r>
            <a:endParaRPr lang="en-US"/>
          </a:p>
          <a:p>
            <a:pPr marL="342900" indent="-342900">
              <a:buAutoNum type="arabicPeriod"/>
            </a:pPr>
            <a:endParaRPr lang="en-US" sz="1800"/>
          </a:p>
          <a:p>
            <a:endParaRPr lang="en-US" sz="1800"/>
          </a:p>
          <a:p>
            <a:endParaRPr lang="en-US" sz="1800"/>
          </a:p>
        </p:txBody>
      </p:sp>
      <p:sp>
        <p:nvSpPr>
          <p:cNvPr id="2" name="Title 1">
            <a:extLst>
              <a:ext uri="{FF2B5EF4-FFF2-40B4-BE49-F238E27FC236}">
                <a16:creationId xmlns:a16="http://schemas.microsoft.com/office/drawing/2014/main" id="{27854201-7694-B80E-BB57-4FB9BB6516B4}"/>
              </a:ext>
            </a:extLst>
          </p:cNvPr>
          <p:cNvSpPr>
            <a:spLocks noGrp="1"/>
          </p:cNvSpPr>
          <p:nvPr>
            <p:ph type="title"/>
          </p:nvPr>
        </p:nvSpPr>
        <p:spPr/>
        <p:txBody>
          <a:bodyPr>
            <a:normAutofit/>
          </a:bodyPr>
          <a:lstStyle/>
          <a:p>
            <a:r>
              <a:rPr lang="en-US">
                <a:latin typeface="Montserrat"/>
              </a:rPr>
              <a:t>FRICE-W Identified</a:t>
            </a:r>
          </a:p>
        </p:txBody>
      </p:sp>
    </p:spTree>
    <p:extLst>
      <p:ext uri="{BB962C8B-B14F-4D97-AF65-F5344CB8AC3E}">
        <p14:creationId xmlns:p14="http://schemas.microsoft.com/office/powerpoint/2010/main" val="2545389575"/>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FAE8D7-1EFB-05D1-51F6-7FE02C066DD9}"/>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0C66E776-CABB-A883-38E3-FB62E6868850}"/>
              </a:ext>
            </a:extLst>
          </p:cNvPr>
          <p:cNvSpPr>
            <a:spLocks noGrp="1"/>
          </p:cNvSpPr>
          <p:nvPr>
            <p:ph type="title"/>
          </p:nvPr>
        </p:nvSpPr>
        <p:spPr>
          <a:xfrm>
            <a:off x="268904" y="4970926"/>
            <a:ext cx="10831690" cy="1887074"/>
          </a:xfrm>
        </p:spPr>
        <p:txBody>
          <a:bodyPr/>
          <a:lstStyle/>
          <a:p>
            <a:r>
              <a:rPr lang="en-US" sz="4000" b="1">
                <a:latin typeface="Montserrat"/>
              </a:rPr>
              <a:t>07</a:t>
            </a:r>
            <a:r>
              <a:rPr lang="en-US" sz="4000">
                <a:latin typeface="Montserrat"/>
              </a:rPr>
              <a:t> Drafted User Stories</a:t>
            </a:r>
            <a:endParaRPr lang="en-US" sz="4000"/>
          </a:p>
        </p:txBody>
      </p:sp>
    </p:spTree>
    <p:extLst>
      <p:ext uri="{BB962C8B-B14F-4D97-AF65-F5344CB8AC3E}">
        <p14:creationId xmlns:p14="http://schemas.microsoft.com/office/powerpoint/2010/main" val="1180415898"/>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C678C4B-A2EC-7692-19E7-F84888D5F54B}"/>
              </a:ext>
            </a:extLst>
          </p:cNvPr>
          <p:cNvSpPr>
            <a:spLocks noGrp="1"/>
          </p:cNvSpPr>
          <p:nvPr>
            <p:ph type="title"/>
          </p:nvPr>
        </p:nvSpPr>
        <p:spPr/>
        <p:txBody>
          <a:bodyPr/>
          <a:lstStyle/>
          <a:p>
            <a:r>
              <a:rPr lang="en-US">
                <a:latin typeface="Montserrat"/>
              </a:rPr>
              <a:t>Drafted User Stories</a:t>
            </a:r>
            <a:endParaRPr lang="en-US"/>
          </a:p>
        </p:txBody>
      </p:sp>
      <p:graphicFrame>
        <p:nvGraphicFramePr>
          <p:cNvPr id="5" name="Table 4">
            <a:extLst>
              <a:ext uri="{FF2B5EF4-FFF2-40B4-BE49-F238E27FC236}">
                <a16:creationId xmlns:a16="http://schemas.microsoft.com/office/drawing/2014/main" id="{DA6176CF-F69D-2D3D-C97D-9402C543D5E6}"/>
              </a:ext>
            </a:extLst>
          </p:cNvPr>
          <p:cNvGraphicFramePr>
            <a:graphicFrameLocks noGrp="1"/>
          </p:cNvGraphicFramePr>
          <p:nvPr>
            <p:extLst>
              <p:ext uri="{D42A27DB-BD31-4B8C-83A1-F6EECF244321}">
                <p14:modId xmlns:p14="http://schemas.microsoft.com/office/powerpoint/2010/main" val="177970749"/>
              </p:ext>
            </p:extLst>
          </p:nvPr>
        </p:nvGraphicFramePr>
        <p:xfrm>
          <a:off x="314325" y="1067187"/>
          <a:ext cx="11722780" cy="3378173"/>
        </p:xfrm>
        <a:graphic>
          <a:graphicData uri="http://schemas.openxmlformats.org/drawingml/2006/table">
            <a:tbl>
              <a:tblPr firstRow="1" bandRow="1">
                <a:tableStyleId>{5C22544A-7EE6-4342-B048-85BDC9FD1C3A}</a:tableStyleId>
              </a:tblPr>
              <a:tblGrid>
                <a:gridCol w="752475">
                  <a:extLst>
                    <a:ext uri="{9D8B030D-6E8A-4147-A177-3AD203B41FA5}">
                      <a16:colId xmlns:a16="http://schemas.microsoft.com/office/drawing/2014/main" val="1995473216"/>
                    </a:ext>
                  </a:extLst>
                </a:gridCol>
                <a:gridCol w="1005368">
                  <a:extLst>
                    <a:ext uri="{9D8B030D-6E8A-4147-A177-3AD203B41FA5}">
                      <a16:colId xmlns:a16="http://schemas.microsoft.com/office/drawing/2014/main" val="3798209437"/>
                    </a:ext>
                  </a:extLst>
                </a:gridCol>
                <a:gridCol w="847724">
                  <a:extLst>
                    <a:ext uri="{9D8B030D-6E8A-4147-A177-3AD203B41FA5}">
                      <a16:colId xmlns:a16="http://schemas.microsoft.com/office/drawing/2014/main" val="3067372254"/>
                    </a:ext>
                  </a:extLst>
                </a:gridCol>
                <a:gridCol w="759512">
                  <a:extLst>
                    <a:ext uri="{9D8B030D-6E8A-4147-A177-3AD203B41FA5}">
                      <a16:colId xmlns:a16="http://schemas.microsoft.com/office/drawing/2014/main" val="2475313184"/>
                    </a:ext>
                  </a:extLst>
                </a:gridCol>
                <a:gridCol w="3467100">
                  <a:extLst>
                    <a:ext uri="{9D8B030D-6E8A-4147-A177-3AD203B41FA5}">
                      <a16:colId xmlns:a16="http://schemas.microsoft.com/office/drawing/2014/main" val="2333141970"/>
                    </a:ext>
                  </a:extLst>
                </a:gridCol>
                <a:gridCol w="4890601">
                  <a:extLst>
                    <a:ext uri="{9D8B030D-6E8A-4147-A177-3AD203B41FA5}">
                      <a16:colId xmlns:a16="http://schemas.microsoft.com/office/drawing/2014/main" val="2109183275"/>
                    </a:ext>
                  </a:extLst>
                </a:gridCol>
              </a:tblGrid>
              <a:tr h="209550">
                <a:tc>
                  <a:txBody>
                    <a:bodyPr/>
                    <a:lstStyle/>
                    <a:p>
                      <a:pPr lvl="0" algn="l">
                        <a:buNone/>
                      </a:pPr>
                      <a:r>
                        <a:rPr lang="en-US" sz="900">
                          <a:solidFill>
                            <a:schemeClr val="bg1"/>
                          </a:solidFill>
                        </a:rPr>
                        <a:t>L1</a:t>
                      </a:r>
                    </a:p>
                  </a:txBody>
                  <a:tcPr marL="9524" marR="9524" marT="9524" marB="0"/>
                </a:tc>
                <a:tc>
                  <a:txBody>
                    <a:bodyPr/>
                    <a:lstStyle/>
                    <a:p>
                      <a:pPr lvl="0" algn="l">
                        <a:buNone/>
                      </a:pPr>
                      <a:r>
                        <a:rPr lang="en-US" sz="900" u="none" strike="noStrike">
                          <a:solidFill>
                            <a:schemeClr val="bg1"/>
                          </a:solidFill>
                          <a:effectLst/>
                        </a:rPr>
                        <a:t>L2</a:t>
                      </a:r>
                    </a:p>
                  </a:txBody>
                  <a:tcPr marL="9524" marR="9524" marT="9524" marB="0"/>
                </a:tc>
                <a:tc>
                  <a:txBody>
                    <a:bodyPr/>
                    <a:lstStyle/>
                    <a:p>
                      <a:pPr lvl="0" algn="l">
                        <a:buNone/>
                      </a:pPr>
                      <a:r>
                        <a:rPr lang="en-US" sz="900">
                          <a:solidFill>
                            <a:schemeClr val="bg1"/>
                          </a:solidFill>
                        </a:rPr>
                        <a:t>L3</a:t>
                      </a:r>
                    </a:p>
                  </a:txBody>
                  <a:tcPr marL="9524" marR="9524" marT="9524" marB="0"/>
                </a:tc>
                <a:tc>
                  <a:txBody>
                    <a:bodyPr/>
                    <a:lstStyle/>
                    <a:p>
                      <a:pPr lvl="0" algn="l">
                        <a:buNone/>
                      </a:pPr>
                      <a:r>
                        <a:rPr lang="en-US" sz="900" u="none" strike="noStrike">
                          <a:solidFill>
                            <a:schemeClr val="bg1"/>
                          </a:solidFill>
                          <a:effectLst/>
                        </a:rPr>
                        <a:t>L4</a:t>
                      </a:r>
                    </a:p>
                  </a:txBody>
                  <a:tcPr marL="9524" marR="9524" marT="9524" marB="0"/>
                </a:tc>
                <a:tc>
                  <a:txBody>
                    <a:bodyPr/>
                    <a:lstStyle/>
                    <a:p>
                      <a:pPr lvl="0" algn="l">
                        <a:buNone/>
                      </a:pPr>
                      <a:r>
                        <a:rPr lang="en-US" sz="900" u="none" strike="noStrike">
                          <a:solidFill>
                            <a:schemeClr val="bg1"/>
                          </a:solidFill>
                          <a:effectLst/>
                        </a:rPr>
                        <a:t>User Story</a:t>
                      </a:r>
                    </a:p>
                  </a:txBody>
                  <a:tcPr marL="9524" marR="9524" marT="9524" marB="0"/>
                </a:tc>
                <a:tc>
                  <a:txBody>
                    <a:bodyPr/>
                    <a:lstStyle/>
                    <a:p>
                      <a:pPr lvl="0" algn="l">
                        <a:buNone/>
                      </a:pPr>
                      <a:r>
                        <a:rPr lang="en-US" sz="900"/>
                        <a:t>Acceptance Criteria</a:t>
                      </a:r>
                    </a:p>
                  </a:txBody>
                  <a:tcPr marL="9524" marR="9524" marT="9524" marB="0"/>
                </a:tc>
                <a:extLst>
                  <a:ext uri="{0D108BD9-81ED-4DB2-BD59-A6C34878D82A}">
                    <a16:rowId xmlns:a16="http://schemas.microsoft.com/office/drawing/2014/main" val="372736660"/>
                  </a:ext>
                </a:extLst>
              </a:tr>
              <a:tr h="962329">
                <a:tc>
                  <a:txBody>
                    <a:bodyPr/>
                    <a:lstStyle/>
                    <a:p>
                      <a:pPr algn="l" fontAlgn="t">
                        <a:buNone/>
                      </a:pPr>
                      <a:r>
                        <a:rPr lang="en-US" sz="900"/>
                        <a:t>Manage Customer Service</a:t>
                      </a:r>
                    </a:p>
                  </a:txBody>
                  <a:tcPr marL="9525" marR="9525" marT="9525" marB="0"/>
                </a:tc>
                <a:tc>
                  <a:txBody>
                    <a:bodyPr/>
                    <a:lstStyle/>
                    <a:p>
                      <a:pPr algn="l" fontAlgn="t">
                        <a:buNone/>
                      </a:pPr>
                      <a:r>
                        <a:rPr lang="en-US" sz="900" u="none" strike="noStrike">
                          <a:solidFill>
                            <a:srgbClr val="000000"/>
                          </a:solidFill>
                          <a:effectLst/>
                        </a:rPr>
                        <a:t>Process Customer Move-In, Move-Out, Transfers, And Manage Owner Allocation</a:t>
                      </a:r>
                    </a:p>
                  </a:txBody>
                  <a:tcPr marL="9525" marR="9525" marT="9525" marB="0"/>
                </a:tc>
                <a:tc>
                  <a:txBody>
                    <a:bodyPr/>
                    <a:lstStyle/>
                    <a:p>
                      <a:pPr algn="l" fontAlgn="t">
                        <a:buNone/>
                      </a:pPr>
                      <a:r>
                        <a:rPr lang="en-US" sz="900"/>
                        <a:t>Process Customer Transfer</a:t>
                      </a:r>
                    </a:p>
                  </a:txBody>
                  <a:tcPr marL="9525" marR="9525" marT="9525" marB="0"/>
                </a:tc>
                <a:tc>
                  <a:txBody>
                    <a:bodyPr/>
                    <a:lstStyle/>
                    <a:p>
                      <a:pPr algn="l" fontAlgn="t">
                        <a:buNone/>
                      </a:pPr>
                      <a:r>
                        <a:rPr lang="en-US" sz="900"/>
                        <a:t>Create </a:t>
                      </a:r>
                      <a:r>
                        <a:rPr lang="en-US" sz="900" u="none" strike="noStrike">
                          <a:solidFill>
                            <a:srgbClr val="000000"/>
                          </a:solidFill>
                          <a:effectLst/>
                        </a:rPr>
                        <a:t>Transfer</a:t>
                      </a:r>
                    </a:p>
                  </a:txBody>
                  <a:tcPr marL="9525" marR="9525" marT="9525" marB="0"/>
                </a:tc>
                <a:tc>
                  <a:txBody>
                    <a:bodyPr/>
                    <a:lstStyle/>
                    <a:p>
                      <a:pPr algn="l" fontAlgn="t">
                        <a:buNone/>
                      </a:pPr>
                      <a:r>
                        <a:rPr lang="en-US" sz="900" u="none" strike="noStrike">
                          <a:solidFill>
                            <a:srgbClr val="000000"/>
                          </a:solidFill>
                          <a:effectLst/>
                        </a:rPr>
                        <a:t>As a Customer Service Representative in SAP, I want to process customer Transfer from current premise to a new Premise</a:t>
                      </a:r>
                    </a:p>
                  </a:txBody>
                  <a:tcPr marL="9525" marR="9525" marT="9525" marB="0"/>
                </a:tc>
                <a:tc>
                  <a:txBody>
                    <a:bodyPr/>
                    <a:lstStyle/>
                    <a:p>
                      <a:pPr algn="l" fontAlgn="t">
                        <a:buNone/>
                      </a:pPr>
                      <a:r>
                        <a:rPr lang="en-US" sz="900"/>
                        <a:t>1. Able to enter move-in and move-out details required to create a new record.</a:t>
                      </a:r>
                      <a:br>
                        <a:rPr lang="en-US" sz="900"/>
                      </a:br>
                      <a:r>
                        <a:rPr lang="en-US" sz="900"/>
                        <a:t>3.Able to validate that mandatory fields are completed before saving.</a:t>
                      </a:r>
                      <a:br>
                        <a:rPr lang="en-US" sz="900"/>
                      </a:br>
                      <a:r>
                        <a:rPr lang="en-US" sz="900"/>
                        <a:t>4.Able to save the new move-in and move-out record successfully.</a:t>
                      </a:r>
                      <a:br>
                        <a:rPr lang="en-US" sz="900"/>
                      </a:br>
                      <a:r>
                        <a:rPr lang="en-US" sz="900"/>
                        <a:t>5.Able to edit move-in and move-out information prior to final submission.</a:t>
                      </a:r>
                      <a:br>
                        <a:rPr lang="en-US" sz="900"/>
                      </a:br>
                      <a:r>
                        <a:rPr lang="en-US" sz="900"/>
                        <a:t>6.Able to submit the move-in and move-out  creation and receive a confirmation.</a:t>
                      </a:r>
                      <a:br>
                        <a:rPr lang="en-US" sz="900"/>
                      </a:br>
                      <a:r>
                        <a:rPr lang="en-US" sz="900"/>
                        <a:t>7.Able to view the created move-in and move out  record after submission.</a:t>
                      </a:r>
                      <a:br>
                        <a:rPr lang="en-US" sz="900"/>
                      </a:br>
                      <a:r>
                        <a:rPr lang="en-US" sz="900"/>
                        <a:t>8.Able to view error messages when move-in and move-out  creation fails.</a:t>
                      </a:r>
                      <a:br>
                        <a:rPr lang="en-US" sz="900"/>
                      </a:br>
                      <a:r>
                        <a:rPr lang="en-US" sz="900"/>
                        <a:t>9.Able to build Security roles and perform testing.</a:t>
                      </a:r>
                      <a:br>
                        <a:rPr lang="en-US" sz="900"/>
                      </a:br>
                      <a:r>
                        <a:rPr lang="en-US" sz="900"/>
                        <a:t>10.Able to identify Risk and Controls</a:t>
                      </a:r>
                    </a:p>
                  </a:txBody>
                  <a:tcPr marL="9525" marR="9525" marT="9525" marB="0"/>
                </a:tc>
                <a:extLst>
                  <a:ext uri="{0D108BD9-81ED-4DB2-BD59-A6C34878D82A}">
                    <a16:rowId xmlns:a16="http://schemas.microsoft.com/office/drawing/2014/main" val="1699521419"/>
                  </a:ext>
                </a:extLst>
              </a:tr>
              <a:tr h="962329">
                <a:tc>
                  <a:txBody>
                    <a:bodyPr/>
                    <a:lstStyle/>
                    <a:p>
                      <a:pPr lvl="0" algn="l">
                        <a:buNone/>
                      </a:pPr>
                      <a:r>
                        <a:rPr lang="en-US" sz="900" b="0" i="0" u="none" strike="noStrike" noProof="0">
                          <a:solidFill>
                            <a:srgbClr val="000000"/>
                          </a:solidFill>
                          <a:latin typeface="Montserrat"/>
                        </a:rPr>
                        <a:t>Manage Customer Service</a:t>
                      </a:r>
                      <a:endParaRPr lang="en-US"/>
                    </a:p>
                  </a:txBody>
                  <a:tcPr marL="9525" marR="9525" marT="9525" marB="0"/>
                </a:tc>
                <a:tc>
                  <a:txBody>
                    <a:bodyPr/>
                    <a:lstStyle/>
                    <a:p>
                      <a:pPr lvl="0" algn="l">
                        <a:buNone/>
                      </a:pPr>
                      <a:r>
                        <a:rPr lang="en-US" sz="900" b="0" i="0" u="none" strike="noStrike" noProof="0">
                          <a:solidFill>
                            <a:srgbClr val="000000"/>
                          </a:solidFill>
                          <a:effectLst/>
                          <a:latin typeface="Montserrat"/>
                        </a:rPr>
                        <a:t>Process Customer Move-In, Move-Out, Transfers, And Manage Owner Allocation</a:t>
                      </a:r>
                      <a:endParaRPr lang="en-US"/>
                    </a:p>
                  </a:txBody>
                  <a:tcPr marL="9525" marR="9525" marT="9525" marB="0"/>
                </a:tc>
                <a:tc>
                  <a:txBody>
                    <a:bodyPr/>
                    <a:lstStyle/>
                    <a:p>
                      <a:pPr algn="l" fontAlgn="t">
                        <a:buNone/>
                      </a:pPr>
                      <a:r>
                        <a:rPr lang="en-US" sz="900"/>
                        <a:t>Process Owner Allocation</a:t>
                      </a:r>
                    </a:p>
                  </a:txBody>
                  <a:tcPr marL="9525" marR="9525" marT="9525" marB="0"/>
                </a:tc>
                <a:tc>
                  <a:txBody>
                    <a:bodyPr/>
                    <a:lstStyle/>
                    <a:p>
                      <a:pPr algn="l" fontAlgn="t">
                        <a:buNone/>
                      </a:pPr>
                      <a:r>
                        <a:rPr lang="en-US" sz="900" u="none" strike="noStrike">
                          <a:solidFill>
                            <a:srgbClr val="000000"/>
                          </a:solidFill>
                          <a:effectLst/>
                        </a:rPr>
                        <a:t>Create Owner Allocation on back of move out / Transfer.</a:t>
                      </a:r>
                    </a:p>
                  </a:txBody>
                  <a:tcPr marL="9525" marR="9525" marT="9525" marB="0"/>
                </a:tc>
                <a:tc>
                  <a:txBody>
                    <a:bodyPr/>
                    <a:lstStyle/>
                    <a:p>
                      <a:pPr algn="l" fontAlgn="t">
                        <a:buNone/>
                      </a:pPr>
                      <a:r>
                        <a:rPr lang="en-US" sz="900" u="none" strike="noStrike">
                          <a:solidFill>
                            <a:srgbClr val="000000"/>
                          </a:solidFill>
                          <a:effectLst/>
                        </a:rPr>
                        <a:t>As a Customer Service Representative, I want to process customer Move out/ Transfer, owner should be allocated automatically via workflow.</a:t>
                      </a:r>
                    </a:p>
                  </a:txBody>
                  <a:tcPr marL="9525" marR="9525" marT="9525" marB="0"/>
                </a:tc>
                <a:tc>
                  <a:txBody>
                    <a:bodyPr/>
                    <a:lstStyle/>
                    <a:p>
                      <a:pPr marL="228600" indent="-228600" algn="l" fontAlgn="t">
                        <a:buAutoNum type="arabicPeriod"/>
                      </a:pPr>
                      <a:r>
                        <a:rPr lang="en-US" sz="900"/>
                        <a:t>If owner already exists, Create owner move in.</a:t>
                      </a:r>
                    </a:p>
                    <a:p>
                      <a:pPr marL="228600" lvl="0" indent="-228600" algn="l">
                        <a:buAutoNum type="arabicPeriod"/>
                      </a:pPr>
                      <a:r>
                        <a:rPr lang="en-US" sz="900"/>
                        <a:t>If Owner does not exist, create Occupant, Occupant Contract Account and move in.</a:t>
                      </a:r>
                    </a:p>
                  </a:txBody>
                  <a:tcPr marL="9525" marR="9525" marT="9525" marB="0"/>
                </a:tc>
                <a:extLst>
                  <a:ext uri="{0D108BD9-81ED-4DB2-BD59-A6C34878D82A}">
                    <a16:rowId xmlns:a16="http://schemas.microsoft.com/office/drawing/2014/main" val="3333962473"/>
                  </a:ext>
                </a:extLst>
              </a:tr>
              <a:tr h="962329">
                <a:tc>
                  <a:txBody>
                    <a:bodyPr/>
                    <a:lstStyle/>
                    <a:p>
                      <a:pPr lvl="0" algn="l">
                        <a:buNone/>
                      </a:pPr>
                      <a:r>
                        <a:rPr lang="en-US" sz="900" b="0" i="0" u="none" strike="noStrike" noProof="0">
                          <a:solidFill>
                            <a:srgbClr val="000000"/>
                          </a:solidFill>
                          <a:latin typeface="Montserrat"/>
                        </a:rPr>
                        <a:t>Manage Customer Service</a:t>
                      </a:r>
                      <a:endParaRPr lang="en-US"/>
                    </a:p>
                  </a:txBody>
                  <a:tcPr marL="9525" marR="9525" marT="9525" marB="0"/>
                </a:tc>
                <a:tc>
                  <a:txBody>
                    <a:bodyPr/>
                    <a:lstStyle/>
                    <a:p>
                      <a:pPr lvl="0" algn="l">
                        <a:buNone/>
                      </a:pPr>
                      <a:r>
                        <a:rPr lang="en-US" sz="900" b="0" i="0" u="none" strike="noStrike" noProof="0">
                          <a:solidFill>
                            <a:srgbClr val="000000"/>
                          </a:solidFill>
                          <a:effectLst/>
                          <a:latin typeface="Montserrat"/>
                        </a:rPr>
                        <a:t>Process Customer Move-In, Move-Out, Transfers, And Manage Owner Allocation</a:t>
                      </a:r>
                      <a:endParaRPr lang="en-US"/>
                    </a:p>
                  </a:txBody>
                  <a:tcPr marL="9525" marR="9525" marT="9525" marB="0"/>
                </a:tc>
                <a:tc>
                  <a:txBody>
                    <a:bodyPr/>
                    <a:lstStyle/>
                    <a:p>
                      <a:pPr lvl="0" algn="l">
                        <a:buNone/>
                      </a:pPr>
                      <a:r>
                        <a:rPr lang="en-US" sz="900" b="0" i="0" u="none" strike="noStrike" noProof="0">
                          <a:solidFill>
                            <a:srgbClr val="000000"/>
                          </a:solidFill>
                          <a:latin typeface="Montserrat"/>
                        </a:rPr>
                        <a:t>Process Owner Allocation</a:t>
                      </a:r>
                      <a:endParaRPr lang="en-US"/>
                    </a:p>
                  </a:txBody>
                  <a:tcPr marL="9525" marR="9525" marT="9525" marB="0"/>
                </a:tc>
                <a:tc>
                  <a:txBody>
                    <a:bodyPr/>
                    <a:lstStyle/>
                    <a:p>
                      <a:pPr algn="l" fontAlgn="t">
                        <a:buNone/>
                      </a:pPr>
                      <a:r>
                        <a:rPr lang="en-US" sz="900"/>
                        <a:t>Create Manual Owner Allocation</a:t>
                      </a:r>
                    </a:p>
                  </a:txBody>
                  <a:tcPr marL="9525" marR="9525" marT="9525" marB="0"/>
                </a:tc>
                <a:tc>
                  <a:txBody>
                    <a:bodyPr/>
                    <a:lstStyle/>
                    <a:p>
                      <a:pPr algn="l" fontAlgn="t">
                        <a:buNone/>
                      </a:pPr>
                      <a:r>
                        <a:rPr lang="en-US" sz="900" u="none" strike="noStrike">
                          <a:solidFill>
                            <a:srgbClr val="000000"/>
                          </a:solidFill>
                          <a:effectLst/>
                        </a:rPr>
                        <a:t>As a Customer Service Representative / Back- office Team , I want to manually assign Owner into a Premise via S4HANA Fiori.</a:t>
                      </a:r>
                    </a:p>
                  </a:txBody>
                  <a:tcPr marL="9525" marR="9525" marT="9525" marB="0"/>
                </a:tc>
                <a:tc>
                  <a:txBody>
                    <a:bodyPr/>
                    <a:lstStyle/>
                    <a:p>
                      <a:pPr marL="228600" indent="-228600" algn="l" fontAlgn="t">
                        <a:buAutoNum type="arabicPeriod"/>
                      </a:pPr>
                      <a:r>
                        <a:rPr lang="en-US" sz="900" u="none" strike="noStrike">
                          <a:solidFill>
                            <a:srgbClr val="000000"/>
                          </a:solidFill>
                          <a:effectLst/>
                        </a:rPr>
                        <a:t>Able to enter Occupant, Contract Account</a:t>
                      </a:r>
                    </a:p>
                  </a:txBody>
                  <a:tcPr marL="9525" marR="9525" marT="9525" marB="0"/>
                </a:tc>
                <a:extLst>
                  <a:ext uri="{0D108BD9-81ED-4DB2-BD59-A6C34878D82A}">
                    <a16:rowId xmlns:a16="http://schemas.microsoft.com/office/drawing/2014/main" val="2455696017"/>
                  </a:ext>
                </a:extLst>
              </a:tr>
            </a:tbl>
          </a:graphicData>
        </a:graphic>
      </p:graphicFrame>
    </p:spTree>
    <p:extLst>
      <p:ext uri="{BB962C8B-B14F-4D97-AF65-F5344CB8AC3E}">
        <p14:creationId xmlns:p14="http://schemas.microsoft.com/office/powerpoint/2010/main" val="1311532644"/>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4B602E-2C3B-4F08-5E75-F752CAE78886}"/>
              </a:ext>
            </a:extLst>
          </p:cNvPr>
          <p:cNvSpPr>
            <a:spLocks noGrp="1"/>
          </p:cNvSpPr>
          <p:nvPr>
            <p:ph type="title"/>
          </p:nvPr>
        </p:nvSpPr>
        <p:spPr>
          <a:xfrm>
            <a:off x="747502" y="3148509"/>
            <a:ext cx="6270458" cy="2490996"/>
          </a:xfrm>
        </p:spPr>
        <p:txBody>
          <a:bodyPr/>
          <a:lstStyle/>
          <a:p>
            <a:r>
              <a:rPr lang="en-US" sz="4250" b="1">
                <a:latin typeface="Montserrat"/>
              </a:rPr>
              <a:t>08</a:t>
            </a:r>
            <a:r>
              <a:rPr lang="en-US" sz="4250">
                <a:latin typeface="Montserrat"/>
              </a:rPr>
              <a:t> Decisions, </a:t>
            </a:r>
            <a:br>
              <a:rPr lang="en-US" sz="4250">
                <a:latin typeface="Montserrat"/>
              </a:rPr>
            </a:br>
            <a:r>
              <a:rPr lang="en-US" sz="4250">
                <a:latin typeface="Montserrat"/>
              </a:rPr>
              <a:t>Action Items, </a:t>
            </a:r>
            <a:br>
              <a:rPr lang="en-US" sz="4250">
                <a:latin typeface="Montserrat"/>
              </a:rPr>
            </a:br>
            <a:r>
              <a:rPr lang="en-US" sz="4250">
                <a:latin typeface="Montserrat"/>
              </a:rPr>
              <a:t>Change Impacts, Wrap-Up &amp; Next Steps</a:t>
            </a:r>
            <a:endParaRPr lang="en-US"/>
          </a:p>
        </p:txBody>
      </p:sp>
    </p:spTree>
    <p:extLst>
      <p:ext uri="{BB962C8B-B14F-4D97-AF65-F5344CB8AC3E}">
        <p14:creationId xmlns:p14="http://schemas.microsoft.com/office/powerpoint/2010/main" val="3577727903"/>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35619D-0B81-725C-05C0-A444FD63FF7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0AD21A1-7636-1E92-BA74-97C118A0BF07}"/>
              </a:ext>
            </a:extLst>
          </p:cNvPr>
          <p:cNvSpPr>
            <a:spLocks noGrp="1"/>
          </p:cNvSpPr>
          <p:nvPr>
            <p:ph type="sldNum" sz="quarter" idx="12"/>
          </p:nvPr>
        </p:nvSpPr>
        <p:spPr>
          <a:xfrm>
            <a:off x="11381562" y="6316519"/>
            <a:ext cx="609601" cy="365760"/>
          </a:xfrm>
          <a:prstGeom prst="rect">
            <a:avLst/>
          </a:prstGeom>
        </p:spPr>
        <p:txBody>
          <a:bodyPr vert="horz" lIns="91440" tIns="45720" rIns="91440" bIns="45720" rtlCol="0" anchor="b"/>
          <a:lstStyle>
            <a:defPPr>
              <a:defRPr lang="en-US"/>
            </a:defPPr>
            <a:lvl1pPr marL="0" algn="r" defTabSz="914400" rtl="0" eaLnBrk="1" latinLnBrk="0" hangingPunct="1">
              <a:defRPr sz="1067" b="0" i="0" kern="1200" baseline="0">
                <a:solidFill>
                  <a:schemeClr val="bg1"/>
                </a:solidFill>
                <a:latin typeface="Montserra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609585" rtl="0" eaLnBrk="1" fontAlgn="auto" latinLnBrk="0" hangingPunct="1">
              <a:lnSpc>
                <a:spcPct val="100000"/>
              </a:lnSpc>
              <a:spcBef>
                <a:spcPts val="0"/>
              </a:spcBef>
              <a:spcAft>
                <a:spcPts val="0"/>
              </a:spcAft>
              <a:buClrTx/>
              <a:buSzTx/>
              <a:buFontTx/>
              <a:buNone/>
              <a:tabLst/>
              <a:defRPr/>
            </a:pPr>
            <a:fld id="{EA69B7C6-3FEA-7848-A062-37F8F6368D00}" type="slidenum">
              <a:rPr kumimoji="0" lang="en-US" sz="1067" b="0" i="0" u="none" strike="noStrike" kern="1200" cap="none" spc="0" normalizeH="0" baseline="0" noProof="0" smtClean="0">
                <a:ln>
                  <a:noFill/>
                </a:ln>
                <a:solidFill>
                  <a:srgbClr val="FFFEFE"/>
                </a:solidFill>
                <a:effectLst/>
                <a:uLnTx/>
                <a:uFillTx/>
                <a:latin typeface="Montserrat" pitchFamily="2" charset="77"/>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33</a:t>
            </a:fld>
            <a:endParaRPr kumimoji="0" lang="en-US" sz="1067" b="0" i="0" u="none" strike="noStrike" kern="1200" cap="none" spc="0" normalizeH="0" baseline="0" noProof="0">
              <a:ln>
                <a:noFill/>
              </a:ln>
              <a:solidFill>
                <a:srgbClr val="FFFEFE"/>
              </a:solidFill>
              <a:effectLst/>
              <a:uLnTx/>
              <a:uFillTx/>
              <a:latin typeface="Montserrat" pitchFamily="2" charset="77"/>
              <a:ea typeface="+mn-ea"/>
              <a:cs typeface="+mn-cs"/>
            </a:endParaRPr>
          </a:p>
        </p:txBody>
      </p:sp>
      <p:sp>
        <p:nvSpPr>
          <p:cNvPr id="4" name="Title 3">
            <a:extLst>
              <a:ext uri="{FF2B5EF4-FFF2-40B4-BE49-F238E27FC236}">
                <a16:creationId xmlns:a16="http://schemas.microsoft.com/office/drawing/2014/main" id="{5F241765-29E7-B65E-EF47-99994A77E9E2}"/>
              </a:ext>
            </a:extLst>
          </p:cNvPr>
          <p:cNvSpPr>
            <a:spLocks noGrp="1"/>
          </p:cNvSpPr>
          <p:nvPr>
            <p:ph type="title"/>
          </p:nvPr>
        </p:nvSpPr>
        <p:spPr>
          <a:xfrm>
            <a:off x="211328" y="-140006"/>
            <a:ext cx="11375136" cy="609600"/>
          </a:xfrm>
        </p:spPr>
        <p:txBody>
          <a:bodyPr/>
          <a:lstStyle/>
          <a:p>
            <a:r>
              <a:rPr lang="en-US" sz="2000" b="1">
                <a:latin typeface="Montserrat"/>
              </a:rPr>
              <a:t>Program Charging	(CE Internal Only)			</a:t>
            </a:r>
            <a:endParaRPr lang="en-US" sz="1600" b="1">
              <a:latin typeface="Montserrat"/>
            </a:endParaRPr>
          </a:p>
        </p:txBody>
      </p:sp>
      <p:sp>
        <p:nvSpPr>
          <p:cNvPr id="3" name="Rectangle 5">
            <a:extLst>
              <a:ext uri="{FF2B5EF4-FFF2-40B4-BE49-F238E27FC236}">
                <a16:creationId xmlns:a16="http://schemas.microsoft.com/office/drawing/2014/main" id="{0E3C419A-8C28-8621-94F2-6BC57951C181}"/>
              </a:ext>
            </a:extLst>
          </p:cNvPr>
          <p:cNvSpPr>
            <a:spLocks noChangeArrowheads="1"/>
          </p:cNvSpPr>
          <p:nvPr/>
        </p:nvSpPr>
        <p:spPr bwMode="auto">
          <a:xfrm>
            <a:off x="211328" y="552364"/>
            <a:ext cx="11769344" cy="54476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100" b="1" i="0" u="sng" strike="noStrike" kern="1200" cap="none" spc="0" normalizeH="0" baseline="0" noProof="0">
                <a:ln>
                  <a:noFill/>
                </a:ln>
                <a:solidFill>
                  <a:srgbClr val="000000"/>
                </a:solidFill>
                <a:effectLst/>
                <a:uLnTx/>
                <a:uFillTx/>
                <a:latin typeface="Arial"/>
                <a:ea typeface="Aptos" panose="020B0004020202020204" pitchFamily="34" charset="0"/>
                <a:cs typeface="Arial"/>
              </a:rPr>
              <a:t>The Change &amp; Why:</a:t>
            </a:r>
            <a:endParaRPr lang="en-US" altLang="en-US" sz="1100" b="1" i="0" u="none" strike="noStrike" kern="1200" cap="none" spc="0" normalizeH="0" baseline="0" noProof="0">
              <a:ln>
                <a:noFill/>
              </a:ln>
              <a:solidFill>
                <a:srgbClr val="000000"/>
              </a:solidFill>
              <a:effectLst/>
              <a:uLnTx/>
              <a:uFillTx/>
              <a:latin typeface="Arial"/>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rial"/>
                <a:cs typeface="Arial"/>
              </a:rPr>
              <a:t>We need to track O&amp;M costs more precisely. OCM and Data Conversion must be charged separately from End User Training and from Design/Build/Deployment work. This change is retroactive from February for Accounting, Rate case discovery, and audit. </a:t>
            </a:r>
            <a:endParaRPr lang="en-US" sz="11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100" b="1" i="0" u="sng" strike="noStrike" kern="1200" cap="none" spc="0" normalizeH="0" baseline="0" noProof="0">
                <a:ln>
                  <a:noFill/>
                </a:ln>
                <a:solidFill>
                  <a:srgbClr val="000000"/>
                </a:solidFill>
                <a:effectLst/>
                <a:uLnTx/>
                <a:uFillTx/>
                <a:latin typeface="Arial"/>
                <a:cs typeface="Arial"/>
              </a:rPr>
              <a:t>Ask: </a:t>
            </a:r>
            <a:endParaRPr lang="en-US" altLang="en-US" sz="1100" b="1" i="0" u="sng" strike="noStrike" kern="1200" cap="none" spc="0" normalizeH="0" baseline="0" noProof="0">
              <a:ln>
                <a:noFill/>
              </a:ln>
              <a:solidFill>
                <a:srgbClr val="000000"/>
              </a:solidFill>
              <a:effectLst/>
              <a:uLnTx/>
              <a:uFillTx/>
              <a:latin typeface="Arial"/>
              <a:cs typeface="Arial"/>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srgbClr val="000000"/>
                </a:solidFill>
                <a:effectLst/>
                <a:uLnTx/>
                <a:uFillTx/>
                <a:latin typeface="Arial"/>
                <a:ea typeface="Aptos" panose="020B0004020202020204" pitchFamily="34" charset="0"/>
                <a:cs typeface="Arial"/>
              </a:rPr>
              <a:t>Pls follow the instructions below that apply to you based on your staffing category on the </a:t>
            </a:r>
            <a:r>
              <a:rPr kumimoji="0" lang="en-US" altLang="en-US" sz="1100" b="0" i="0" u="none" strike="noStrike" kern="1200" cap="none" spc="0" normalizeH="0" baseline="0" noProof="0" err="1">
                <a:ln>
                  <a:noFill/>
                </a:ln>
                <a:solidFill>
                  <a:srgbClr val="000000"/>
                </a:solidFill>
                <a:effectLst/>
                <a:uLnTx/>
                <a:uFillTx/>
                <a:latin typeface="Arial"/>
                <a:ea typeface="Aptos" panose="020B0004020202020204" pitchFamily="34" charset="0"/>
                <a:cs typeface="Arial"/>
              </a:rPr>
              <a:t>LaunchPad</a:t>
            </a:r>
            <a:r>
              <a:rPr kumimoji="0" lang="en-US" altLang="en-US" sz="1100" b="0" i="0" u="none" strike="noStrike" kern="1200" cap="none" spc="0" normalizeH="0" baseline="0" noProof="0">
                <a:ln>
                  <a:noFill/>
                </a:ln>
                <a:solidFill>
                  <a:srgbClr val="000000"/>
                </a:solidFill>
                <a:effectLst/>
                <a:uLnTx/>
                <a:uFillTx/>
                <a:latin typeface="Arial"/>
                <a:ea typeface="Aptos" panose="020B0004020202020204" pitchFamily="34" charset="0"/>
                <a:cs typeface="Arial"/>
              </a:rPr>
              <a:t> program. It is critical to track costs in the correct cost buckets.</a:t>
            </a:r>
            <a:endParaRPr lang="en-US" altLang="en-US" sz="1100" b="0" i="0" u="none" strike="noStrike" kern="1200" cap="none" spc="0" normalizeH="0" baseline="0" noProof="0">
              <a:ln>
                <a:noFill/>
              </a:ln>
              <a:solidFill>
                <a:srgbClr val="000000"/>
              </a:solidFill>
              <a:effectLst/>
              <a:uLnTx/>
              <a:uFillTx/>
              <a:latin typeface="Arial"/>
              <a:ea typeface="Aptos" panose="020B0004020202020204" pitchFamily="34" charset="0"/>
              <a:cs typeface="Arial"/>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lang="en-US" altLang="en-US" sz="1100" b="0" i="0" u="none" strike="noStrike" kern="1200" cap="none" spc="0" normalizeH="0" baseline="0" noProof="0">
              <a:ln>
                <a:noFill/>
              </a:ln>
              <a:solidFill>
                <a:srgbClr val="000000"/>
              </a:solidFill>
              <a:effectLst/>
              <a:uLnTx/>
              <a:uFillTx/>
              <a:latin typeface="Arial"/>
              <a:cs typeface="Arial"/>
            </a:endParaRPr>
          </a:p>
          <a:p>
            <a:pPr marL="457200" marR="0" lvl="1" indent="0" algn="l" defTabSz="914400" rtl="0" eaLnBrk="0" fontAlgn="base" latinLnBrk="0" hangingPunct="0">
              <a:lnSpc>
                <a:spcPct val="100000"/>
              </a:lnSpc>
              <a:spcBef>
                <a:spcPct val="0"/>
              </a:spcBef>
              <a:spcAft>
                <a:spcPct val="0"/>
              </a:spcAft>
              <a:buClrTx/>
              <a:buSzTx/>
              <a:buFontTx/>
              <a:buNone/>
              <a:tabLst/>
              <a:defRPr/>
            </a:pPr>
            <a:r>
              <a:rPr kumimoji="0" lang="en-US" altLang="en-US" sz="1100" b="1" i="0" u="sng" strike="noStrike" kern="1200" cap="none" spc="0" normalizeH="0" baseline="0" noProof="0">
                <a:ln>
                  <a:noFill/>
                </a:ln>
                <a:solidFill>
                  <a:srgbClr val="000000"/>
                </a:solidFill>
                <a:effectLst/>
                <a:uLnTx/>
                <a:uFillTx/>
                <a:latin typeface="Arial"/>
                <a:ea typeface="Aptos" panose="020B0004020202020204" pitchFamily="34" charset="0"/>
                <a:cs typeface="Arial"/>
              </a:rPr>
              <a:t>Business Partner (BP) Core Team (Use SAP*):</a:t>
            </a:r>
            <a:endParaRPr lang="en-US" altLang="en-US" sz="1100" b="1" i="0" u="none" strike="noStrike" kern="1200" cap="none" spc="0" normalizeH="0" baseline="0" noProof="0">
              <a:ln>
                <a:noFill/>
              </a:ln>
              <a:solidFill>
                <a:srgbClr val="000000"/>
              </a:solidFill>
              <a:effectLst/>
              <a:uLnTx/>
              <a:uFillTx/>
              <a:latin typeface="Arial"/>
              <a:cs typeface="Arial"/>
            </a:endParaRPr>
          </a:p>
          <a:p>
            <a:pPr marL="1085850" marR="0" lvl="2"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altLang="en-US" sz="1100" b="0" i="0" u="none" strike="noStrike" kern="1200" cap="none" spc="0" normalizeH="0" baseline="0" noProof="0">
                <a:ln>
                  <a:noFill/>
                </a:ln>
                <a:solidFill>
                  <a:srgbClr val="000000"/>
                </a:solidFill>
                <a:effectLst/>
                <a:uLnTx/>
                <a:uFillTx/>
                <a:latin typeface="Arial"/>
                <a:ea typeface="Aptos" panose="020B0004020202020204" pitchFamily="34" charset="0"/>
                <a:cs typeface="Arial"/>
              </a:rPr>
              <a:t>Continue 100% allocation as before. (BP&amp;A handles this automatically behind the scenes and no time entry is needed except for the two scenarios below) </a:t>
            </a:r>
            <a:endParaRPr lang="en-US" altLang="en-US" sz="1100" b="0" i="0" u="none" strike="noStrike" kern="1200" cap="none" spc="0" normalizeH="0" baseline="0" noProof="0">
              <a:ln>
                <a:noFill/>
              </a:ln>
              <a:solidFill>
                <a:srgbClr val="000000"/>
              </a:solidFill>
              <a:effectLst/>
              <a:uLnTx/>
              <a:uFillTx/>
              <a:latin typeface="Arial"/>
              <a:cs typeface="Arial"/>
            </a:endParaRPr>
          </a:p>
          <a:p>
            <a:pPr marL="1085850" marR="0" lvl="2"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altLang="en-US" sz="1100" b="0" i="0" u="none" strike="noStrike" kern="1200" cap="none" spc="0" normalizeH="0" baseline="0" noProof="0">
                <a:ln>
                  <a:noFill/>
                </a:ln>
                <a:solidFill>
                  <a:srgbClr val="000000"/>
                </a:solidFill>
                <a:effectLst/>
                <a:uLnTx/>
                <a:uFillTx/>
                <a:latin typeface="Arial"/>
                <a:ea typeface="Aptos" panose="020B0004020202020204" pitchFamily="34" charset="0"/>
                <a:cs typeface="Arial"/>
              </a:rPr>
              <a:t>Submit time </a:t>
            </a:r>
            <a:r>
              <a:rPr kumimoji="0" lang="en-US" altLang="en-US" sz="1100" b="0" i="0" u="sng" strike="noStrike" kern="1200" cap="none" spc="0" normalizeH="0" baseline="0" noProof="0">
                <a:ln>
                  <a:noFill/>
                </a:ln>
                <a:solidFill>
                  <a:srgbClr val="000000"/>
                </a:solidFill>
                <a:effectLst/>
                <a:uLnTx/>
                <a:uFillTx/>
                <a:latin typeface="Arial"/>
                <a:ea typeface="Aptos" panose="020B0004020202020204" pitchFamily="34" charset="0"/>
                <a:cs typeface="Arial"/>
              </a:rPr>
              <a:t>only</a:t>
            </a:r>
            <a:r>
              <a:rPr kumimoji="0" lang="en-US" altLang="en-US" sz="1100" b="0" i="0" u="none" strike="noStrike" kern="1200" cap="none" spc="0" normalizeH="0" baseline="0" noProof="0">
                <a:ln>
                  <a:noFill/>
                </a:ln>
                <a:solidFill>
                  <a:srgbClr val="000000"/>
                </a:solidFill>
                <a:effectLst/>
                <a:uLnTx/>
                <a:uFillTx/>
                <a:latin typeface="Arial"/>
                <a:ea typeface="Aptos" panose="020B0004020202020204" pitchFamily="34" charset="0"/>
                <a:cs typeface="Arial"/>
              </a:rPr>
              <a:t> for OCM and Data Conversion activities; Use SAP to bill IO 6520973.</a:t>
            </a:r>
            <a:endParaRPr lang="en-US" altLang="en-US" sz="1100" b="0" i="0" u="none" strike="noStrike" kern="1200" cap="none" spc="0" normalizeH="0" baseline="0" noProof="0">
              <a:ln>
                <a:noFill/>
              </a:ln>
              <a:solidFill>
                <a:srgbClr val="000000"/>
              </a:solidFill>
              <a:effectLst/>
              <a:uLnTx/>
              <a:uFillTx/>
              <a:latin typeface="Arial"/>
              <a:cs typeface="Arial"/>
            </a:endParaRPr>
          </a:p>
          <a:p>
            <a:pPr marL="1085850" marR="0" lvl="2"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altLang="en-US" sz="1100" b="0" i="0" u="none" strike="noStrike" kern="1200" cap="none" spc="0" normalizeH="0" baseline="0" noProof="0">
                <a:ln>
                  <a:noFill/>
                </a:ln>
                <a:solidFill>
                  <a:srgbClr val="000000"/>
                </a:solidFill>
                <a:effectLst/>
                <a:uLnTx/>
                <a:uFillTx/>
                <a:latin typeface="Arial"/>
                <a:ea typeface="Aptos" panose="020B0004020202020204" pitchFamily="34" charset="0"/>
                <a:cs typeface="Arial"/>
              </a:rPr>
              <a:t>Submit time </a:t>
            </a:r>
            <a:r>
              <a:rPr kumimoji="0" lang="en-US" altLang="en-US" sz="1100" b="0" i="0" u="sng" strike="noStrike" kern="1200" cap="none" spc="0" normalizeH="0" baseline="0" noProof="0">
                <a:ln>
                  <a:noFill/>
                </a:ln>
                <a:solidFill>
                  <a:srgbClr val="000000"/>
                </a:solidFill>
                <a:effectLst/>
                <a:uLnTx/>
                <a:uFillTx/>
                <a:latin typeface="Arial"/>
                <a:ea typeface="Aptos" panose="020B0004020202020204" pitchFamily="34" charset="0"/>
                <a:cs typeface="Arial"/>
              </a:rPr>
              <a:t>only</a:t>
            </a:r>
            <a:r>
              <a:rPr kumimoji="0" lang="en-US" altLang="en-US" sz="1100" b="0" i="0" u="none" strike="noStrike" kern="1200" cap="none" spc="0" normalizeH="0" baseline="0" noProof="0">
                <a:ln>
                  <a:noFill/>
                </a:ln>
                <a:solidFill>
                  <a:srgbClr val="000000"/>
                </a:solidFill>
                <a:effectLst/>
                <a:uLnTx/>
                <a:uFillTx/>
                <a:latin typeface="Arial"/>
                <a:ea typeface="Aptos" panose="020B0004020202020204" pitchFamily="34" charset="0"/>
                <a:cs typeface="Arial"/>
              </a:rPr>
              <a:t> for End User Training; Use SAP to bill IO 6519532.</a:t>
            </a:r>
            <a:endParaRPr lang="en-US" altLang="en-US" sz="1100" b="0" i="0" u="none" strike="noStrike" kern="1200" cap="none" spc="0" normalizeH="0" baseline="0" noProof="0">
              <a:ln>
                <a:noFill/>
              </a:ln>
              <a:solidFill>
                <a:srgbClr val="000000"/>
              </a:solidFill>
              <a:effectLst/>
              <a:uLnTx/>
              <a:uFillTx/>
              <a:latin typeface="Arial"/>
              <a:cs typeface="Arial"/>
            </a:endParaRPr>
          </a:p>
          <a:p>
            <a:pPr marL="457200" marR="0" lvl="1" indent="0" algn="l" defTabSz="914400" rtl="0" eaLnBrk="0" fontAlgn="base" latinLnBrk="0" hangingPunct="0">
              <a:lnSpc>
                <a:spcPct val="100000"/>
              </a:lnSpc>
              <a:spcBef>
                <a:spcPct val="0"/>
              </a:spcBef>
              <a:spcAft>
                <a:spcPct val="0"/>
              </a:spcAft>
              <a:buClrTx/>
              <a:buSzTx/>
              <a:buFontTx/>
              <a:buNone/>
              <a:tabLst/>
              <a:defRPr/>
            </a:pPr>
            <a:endParaRPr lang="en-US" altLang="en-US" sz="1100" b="0" i="0" u="sng" strike="noStrike" kern="1200" cap="none" spc="0" normalizeH="0" baseline="0" noProof="0">
              <a:ln>
                <a:noFill/>
              </a:ln>
              <a:solidFill>
                <a:srgbClr val="000000"/>
              </a:solidFill>
              <a:effectLst/>
              <a:uLnTx/>
              <a:uFillTx/>
              <a:latin typeface="Arial" panose="020B0604020202020204" pitchFamily="34" charset="0"/>
              <a:ea typeface="Aptos" panose="020B0004020202020204" pitchFamily="34" charset="0"/>
              <a:cs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None/>
              <a:tabLst/>
              <a:defRPr/>
            </a:pPr>
            <a:r>
              <a:rPr kumimoji="0" lang="en-US" altLang="en-US" sz="1100" b="1" i="0" u="sng" strike="noStrike" kern="1200" cap="none" spc="0" normalizeH="0" baseline="0" noProof="0">
                <a:ln>
                  <a:noFill/>
                </a:ln>
                <a:solidFill>
                  <a:srgbClr val="000000"/>
                </a:solidFill>
                <a:effectLst/>
                <a:highlight>
                  <a:srgbClr val="FFFF00"/>
                </a:highlight>
                <a:uLnTx/>
                <a:uFillTx/>
                <a:latin typeface="Arial"/>
                <a:cs typeface="Arial"/>
              </a:rPr>
              <a:t>IT Core Team (Use Clarity):</a:t>
            </a:r>
            <a:endParaRPr lang="en-US" altLang="en-US" sz="1100" b="1" i="0" u="sng" strike="noStrike" kern="1200" cap="none" spc="0" normalizeH="0" baseline="0" noProof="0">
              <a:ln>
                <a:noFill/>
              </a:ln>
              <a:solidFill>
                <a:srgbClr val="000000"/>
              </a:solidFill>
              <a:effectLst/>
              <a:highlight>
                <a:srgbClr val="FFFF00"/>
              </a:highlight>
              <a:uLnTx/>
              <a:uFillTx/>
              <a:latin typeface="Arial"/>
              <a:cs typeface="Arial"/>
            </a:endParaRPr>
          </a:p>
          <a:p>
            <a:pPr marL="1085850" lvl="2" indent="-171450" eaLnBrk="0" fontAlgn="base" hangingPunct="0">
              <a:spcBef>
                <a:spcPct val="0"/>
              </a:spcBef>
              <a:spcAft>
                <a:spcPct val="0"/>
              </a:spcAft>
              <a:buFont typeface="Arial" panose="020B0604020202020204" pitchFamily="34" charset="0"/>
              <a:buChar char="•"/>
            </a:pPr>
            <a:r>
              <a:rPr lang="en-US" sz="1100">
                <a:solidFill>
                  <a:srgbClr val="000000"/>
                </a:solidFill>
                <a:highlight>
                  <a:srgbClr val="FFFF00"/>
                </a:highlight>
                <a:latin typeface="Arial"/>
                <a:cs typeface="Arial"/>
              </a:rPr>
              <a:t>S4- Customer – Design/Development/Testing/Deploy Clarity Task</a:t>
            </a:r>
            <a:endParaRPr lang="en-US" altLang="en-US" sz="1100">
              <a:solidFill>
                <a:srgbClr val="000000"/>
              </a:solidFill>
              <a:highlight>
                <a:srgbClr val="FFFF00"/>
              </a:highlight>
              <a:latin typeface="Arial"/>
              <a:cs typeface="Arial"/>
            </a:endParaRPr>
          </a:p>
          <a:p>
            <a:pPr marL="1085850" marR="0" lvl="2"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Arial"/>
              </a:rPr>
              <a:t>Clarity Timesheets will now be used for time charging, and the allocation mechanism is discontinued. Submit timesheets from February 2nd for a one-time catchup.  </a:t>
            </a:r>
          </a:p>
          <a:p>
            <a:pPr marL="1085850" marR="0" lvl="2"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altLang="en-US" sz="1100" b="0" i="0" u="none" strike="noStrike" kern="1200" cap="none" spc="0" normalizeH="0" baseline="0" noProof="0">
                <a:ln>
                  <a:noFill/>
                </a:ln>
                <a:solidFill>
                  <a:srgbClr val="000000"/>
                </a:solidFill>
                <a:effectLst/>
                <a:uLnTx/>
                <a:uFillTx/>
                <a:latin typeface="Arial"/>
                <a:cs typeface="Arial"/>
              </a:rPr>
              <a:t>Separate tasks for OCM, End User Training, and Data Conversion are available; Find them using keywords OCM, End User Training, and Data Conversion and charge them as applicable.</a:t>
            </a:r>
            <a:endParaRPr lang="en-US" altLang="en-US" sz="1100" b="0" i="0" u="none" strike="noStrike" kern="1200" cap="none" spc="0" normalizeH="0" baseline="0" noProof="0">
              <a:ln>
                <a:noFill/>
              </a:ln>
              <a:solidFill>
                <a:srgbClr val="000000"/>
              </a:solidFill>
              <a:effectLst/>
              <a:uLnTx/>
              <a:uFillTx/>
              <a:latin typeface="Arial"/>
              <a:cs typeface="Arial"/>
            </a:endParaRPr>
          </a:p>
          <a:p>
            <a:pPr marL="1085850" marR="0" lvl="2"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endParaRPr lang="en-US" altLang="en-US" sz="11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None/>
              <a:tabLst/>
              <a:defRPr/>
            </a:pPr>
            <a:r>
              <a:rPr kumimoji="0" lang="en-US" altLang="en-US" sz="1100" b="1" i="0" u="sng" strike="noStrike" kern="1200" cap="none" spc="0" normalizeH="0" baseline="0" noProof="0">
                <a:ln>
                  <a:noFill/>
                </a:ln>
                <a:solidFill>
                  <a:srgbClr val="000000"/>
                </a:solidFill>
                <a:effectLst/>
                <a:highlight>
                  <a:srgbClr val="FFFF00"/>
                </a:highlight>
                <a:uLnTx/>
                <a:uFillTx/>
                <a:latin typeface="Arial"/>
                <a:cs typeface="Arial"/>
              </a:rPr>
              <a:t>Extended BP Team (use SAP*):</a:t>
            </a:r>
            <a:endParaRPr lang="en-US" altLang="en-US" sz="1100" b="1" i="0" u="sng" strike="noStrike" kern="1200" cap="none" spc="0" normalizeH="0" baseline="0" noProof="0">
              <a:ln>
                <a:noFill/>
              </a:ln>
              <a:solidFill>
                <a:srgbClr val="000000"/>
              </a:solidFill>
              <a:effectLst/>
              <a:highlight>
                <a:srgbClr val="FFFF00"/>
              </a:highlight>
              <a:uLnTx/>
              <a:uFillTx/>
              <a:latin typeface="Arial"/>
              <a:cs typeface="Arial"/>
            </a:endParaRPr>
          </a:p>
          <a:p>
            <a:pPr marL="1085850" marR="0" lvl="2"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altLang="en-US" sz="1100" b="0" i="0" u="none" strike="noStrike" kern="1200" cap="none" spc="0" normalizeH="0" baseline="0" noProof="0">
                <a:ln>
                  <a:noFill/>
                </a:ln>
                <a:solidFill>
                  <a:srgbClr val="000000"/>
                </a:solidFill>
                <a:effectLst/>
                <a:uLnTx/>
                <a:uFillTx/>
                <a:latin typeface="Arial"/>
                <a:cs typeface="Arial"/>
              </a:rPr>
              <a:t>Bill SAP IO 6520973 for OCM and Data Conversion.</a:t>
            </a:r>
            <a:endParaRPr lang="en-US" altLang="en-US" sz="1100" b="0" i="0" u="none" strike="noStrike" kern="1200" cap="none" spc="0" normalizeH="0" baseline="0" noProof="0">
              <a:ln>
                <a:noFill/>
              </a:ln>
              <a:solidFill>
                <a:srgbClr val="000000"/>
              </a:solidFill>
              <a:effectLst/>
              <a:uLnTx/>
              <a:uFillTx/>
              <a:latin typeface="Arial"/>
              <a:cs typeface="Arial"/>
            </a:endParaRPr>
          </a:p>
          <a:p>
            <a:pPr marL="1085850" marR="0" lvl="2"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altLang="en-US" sz="1100" b="0" i="0" u="none" strike="noStrike" kern="1200" cap="none" spc="0" normalizeH="0" baseline="0" noProof="0">
                <a:ln>
                  <a:noFill/>
                </a:ln>
                <a:solidFill>
                  <a:srgbClr val="000000"/>
                </a:solidFill>
                <a:effectLst/>
                <a:uLnTx/>
                <a:uFillTx/>
                <a:latin typeface="Arial"/>
                <a:cs typeface="Arial"/>
              </a:rPr>
              <a:t>Bill SAP IO 6519532 for End User Training.</a:t>
            </a:r>
            <a:endParaRPr lang="en-US" altLang="en-US" sz="1100" b="0" i="0" u="none" strike="noStrike" kern="1200" cap="none" spc="0" normalizeH="0" baseline="0" noProof="0">
              <a:ln>
                <a:noFill/>
              </a:ln>
              <a:solidFill>
                <a:srgbClr val="000000"/>
              </a:solidFill>
              <a:effectLst/>
              <a:uLnTx/>
              <a:uFillTx/>
              <a:latin typeface="Arial"/>
              <a:cs typeface="Arial"/>
            </a:endParaRPr>
          </a:p>
          <a:p>
            <a:pPr marL="1085850" marR="0" lvl="2"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altLang="en-US" sz="1100" b="0" i="0" u="none" strike="noStrike" kern="1200" cap="none" spc="0" normalizeH="0" baseline="0" noProof="0">
                <a:ln>
                  <a:noFill/>
                </a:ln>
                <a:solidFill>
                  <a:srgbClr val="000000"/>
                </a:solidFill>
                <a:effectLst/>
                <a:highlight>
                  <a:srgbClr val="FFFF00"/>
                </a:highlight>
                <a:uLnTx/>
                <a:uFillTx/>
                <a:latin typeface="Arial"/>
                <a:cs typeface="Arial"/>
              </a:rPr>
              <a:t>Use new IO </a:t>
            </a:r>
            <a:r>
              <a:rPr kumimoji="0" lang="en-US" sz="1100" b="0" i="0" u="none" strike="noStrike" kern="1200" cap="none" spc="0" normalizeH="0" baseline="0" noProof="0">
                <a:ln>
                  <a:noFill/>
                </a:ln>
                <a:solidFill>
                  <a:srgbClr val="000000"/>
                </a:solidFill>
                <a:effectLst/>
                <a:highlight>
                  <a:srgbClr val="FFFF00"/>
                </a:highlight>
                <a:uLnTx/>
                <a:uFillTx/>
                <a:latin typeface="Arial"/>
                <a:cs typeface="Arial"/>
              </a:rPr>
              <a:t>6521411 </a:t>
            </a:r>
            <a:r>
              <a:rPr kumimoji="0" lang="en-US" altLang="en-US" sz="1100" b="0" i="0" u="none" strike="noStrike" kern="1200" cap="none" spc="0" normalizeH="0" baseline="0" noProof="0">
                <a:ln>
                  <a:noFill/>
                </a:ln>
                <a:solidFill>
                  <a:srgbClr val="000000"/>
                </a:solidFill>
                <a:effectLst/>
                <a:highlight>
                  <a:srgbClr val="FFFF00"/>
                </a:highlight>
                <a:uLnTx/>
                <a:uFillTx/>
                <a:latin typeface="Arial"/>
                <a:cs typeface="Arial"/>
              </a:rPr>
              <a:t>for all other tasks.</a:t>
            </a:r>
            <a:endParaRPr lang="en-US" altLang="en-US" sz="1100" b="0" i="0" u="none" strike="noStrike" kern="1200" cap="none" spc="0" normalizeH="0" baseline="0" noProof="0">
              <a:ln>
                <a:noFill/>
              </a:ln>
              <a:solidFill>
                <a:srgbClr val="000000"/>
              </a:solidFill>
              <a:effectLst/>
              <a:highlight>
                <a:srgbClr val="FFFF00"/>
              </a:highlight>
              <a:uLnTx/>
              <a:uFillTx/>
              <a:latin typeface="Arial"/>
              <a:cs typeface="Arial"/>
            </a:endParaRPr>
          </a:p>
          <a:p>
            <a:pPr marL="1085850" marR="0" lvl="2"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endParaRPr lang="en-US" altLang="en-US" sz="11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None/>
              <a:tabLst/>
              <a:defRPr/>
            </a:pPr>
            <a:r>
              <a:rPr kumimoji="0" lang="en-US" altLang="en-US" sz="1100" b="1" i="0" u="sng" strike="noStrike" kern="1200" cap="none" spc="0" normalizeH="0" baseline="0" noProof="0">
                <a:ln>
                  <a:noFill/>
                </a:ln>
                <a:solidFill>
                  <a:srgbClr val="000000"/>
                </a:solidFill>
                <a:effectLst/>
                <a:uLnTx/>
                <a:uFillTx/>
                <a:latin typeface="Arial"/>
                <a:cs typeface="Arial"/>
              </a:rPr>
              <a:t>Extended IT Team (Use Clarity):</a:t>
            </a:r>
            <a:endParaRPr lang="en-US" altLang="en-US" sz="1100" b="1" i="0" u="sng" strike="noStrike" kern="1200" cap="none" spc="0" normalizeH="0" baseline="0" noProof="0">
              <a:ln>
                <a:noFill/>
              </a:ln>
              <a:solidFill>
                <a:srgbClr val="000000"/>
              </a:solidFill>
              <a:effectLst/>
              <a:uLnTx/>
              <a:uFillTx/>
              <a:latin typeface="Arial"/>
              <a:cs typeface="Arial"/>
            </a:endParaRPr>
          </a:p>
          <a:p>
            <a:pPr marL="1085850" marR="0" lvl="2"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Arial"/>
              </a:rPr>
              <a:t>S4- Customer – Design/Development/Testing/Deploy Clarity Task</a:t>
            </a:r>
            <a:endParaRPr kumimoji="0" lang="en-US" altLang="en-US" sz="1100" b="0" i="0" u="none" strike="noStrike" kern="1200" cap="none" spc="0" normalizeH="0" baseline="0" noProof="0">
              <a:ln>
                <a:noFill/>
              </a:ln>
              <a:solidFill>
                <a:srgbClr val="000000"/>
              </a:solidFill>
              <a:effectLst/>
              <a:uLnTx/>
              <a:uFillTx/>
              <a:latin typeface="Arial"/>
              <a:ea typeface="+mn-ea"/>
              <a:cs typeface="Arial"/>
            </a:endParaRPr>
          </a:p>
          <a:p>
            <a:pPr marL="1085850" marR="0" lvl="2" indent="-171450" algn="l" defTabSz="914400" rtl="0" eaLnBrk="1" fontAlgn="auto" latinLnBrk="0" hangingPunct="1">
              <a:lnSpc>
                <a:spcPct val="100000"/>
              </a:lnSpc>
              <a:spcBef>
                <a:spcPct val="0"/>
              </a:spcBef>
              <a:spcAft>
                <a:spcPct val="0"/>
              </a:spcAft>
              <a:buClrTx/>
              <a:buSzTx/>
              <a:buFont typeface="Arial" panose="020B0604020202020204" pitchFamily="34" charset="0"/>
              <a:buChar char="•"/>
              <a:tabLst/>
              <a:defRPr/>
            </a:pPr>
            <a:r>
              <a:rPr kumimoji="0" lang="en-US" altLang="en-US" sz="1100" b="0" i="0" u="none" strike="noStrike" kern="1200" cap="none" spc="0" normalizeH="0" baseline="0" noProof="0">
                <a:ln>
                  <a:noFill/>
                </a:ln>
                <a:solidFill>
                  <a:srgbClr val="000000"/>
                </a:solidFill>
                <a:effectLst/>
                <a:uLnTx/>
                <a:uFillTx/>
                <a:latin typeface="Arial"/>
                <a:ea typeface="+mn-ea"/>
                <a:cs typeface="Arial"/>
              </a:rPr>
              <a:t>Bill specific tasks for OCM, End User Training, and Data Conversion; ID the tasks using the keywords OCM, End User Training, and Data Conversion.</a:t>
            </a:r>
            <a:endParaRPr lang="en-US" sz="1100" b="0" i="0" u="none" strike="noStrike" kern="1200" cap="none" spc="0" normalizeH="0" baseline="0" noProof="0">
              <a:ln>
                <a:noFill/>
              </a:ln>
              <a:solidFill>
                <a:srgbClr val="000000"/>
              </a:solidFill>
              <a:effectLst/>
              <a:uLnTx/>
              <a:uFillTx/>
              <a:latin typeface="Arial"/>
              <a:cs typeface="Arial"/>
            </a:endParaRPr>
          </a:p>
          <a:p>
            <a:pPr marL="1085850" marR="0" lvl="2"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altLang="en-US" sz="1100" b="0" i="0" u="none" strike="noStrike" kern="1200" cap="none" spc="0" normalizeH="0" baseline="0" noProof="0">
                <a:ln>
                  <a:noFill/>
                </a:ln>
                <a:solidFill>
                  <a:srgbClr val="000000"/>
                </a:solidFill>
                <a:effectLst/>
                <a:uLnTx/>
                <a:uFillTx/>
                <a:latin typeface="Arial"/>
                <a:ea typeface="+mn-ea"/>
                <a:cs typeface="Arial"/>
              </a:rPr>
              <a:t>Bill other tasks as appropriate.</a:t>
            </a:r>
          </a:p>
          <a:p>
            <a:pPr marL="1085850" marR="0" lvl="2"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endParaRPr lang="en-US" altLang="en-US" sz="11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None/>
              <a:tabLst/>
              <a:defRPr/>
            </a:pPr>
            <a:r>
              <a:rPr kumimoji="0" lang="en-US" altLang="en-US" sz="1100" b="0" i="0" u="sng" strike="noStrike" kern="1200" cap="none" spc="0" normalizeH="0" baseline="0" noProof="0">
                <a:ln>
                  <a:noFill/>
                </a:ln>
                <a:solidFill>
                  <a:srgbClr val="000000"/>
                </a:solidFill>
                <a:effectLst/>
                <a:uLnTx/>
                <a:uFillTx/>
                <a:latin typeface="Arial"/>
                <a:ea typeface="Aptos" panose="020B0004020202020204" pitchFamily="34" charset="0"/>
                <a:cs typeface="Arial"/>
              </a:rPr>
              <a:t>*SAP Timesheet Submission Instructions (for BPs)</a:t>
            </a:r>
            <a:endParaRPr lang="en-US" altLang="en-US" sz="1100" b="0" i="0" u="none" strike="noStrike" kern="1200" cap="none" spc="0" normalizeH="0" baseline="0" noProof="0">
              <a:ln>
                <a:noFill/>
              </a:ln>
              <a:solidFill>
                <a:srgbClr val="000000"/>
              </a:solidFill>
              <a:effectLst/>
              <a:uLnTx/>
              <a:uFillTx/>
              <a:latin typeface="Arial"/>
              <a:cs typeface="Arial"/>
            </a:endParaRPr>
          </a:p>
          <a:p>
            <a:pPr marL="457200" marR="0" lvl="1" indent="0" algn="l"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srgbClr val="000000"/>
                </a:solidFill>
                <a:effectLst/>
                <a:uLnTx/>
                <a:uFillTx/>
                <a:latin typeface="Arial"/>
                <a:ea typeface="Aptos" panose="020B0004020202020204" pitchFamily="34" charset="0"/>
                <a:cs typeface="Arial"/>
              </a:rPr>
              <a:t>Follow ESS steps (screen shot below): 1. Open ESS timesheet. 2. Enter IO number in work order field. 3. Select WORK code under ATT-ABS. 4. Add OCM, End User Training, or Data Conversion in comments. 5. Enter hours worked.</a:t>
            </a:r>
            <a:endParaRPr lang="en-US" altLang="en-US" sz="1100" b="0" i="0" u="none" strike="noStrike" kern="1200" cap="none" spc="0" normalizeH="0" baseline="0" noProof="0">
              <a:ln>
                <a:noFill/>
              </a:ln>
              <a:solidFill>
                <a:srgbClr val="000000"/>
              </a:solidFill>
              <a:effectLst/>
              <a:uLnTx/>
              <a:uFillTx/>
              <a:latin typeface="Arial"/>
              <a:cs typeface="Arial"/>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lang="en-US" altLang="en-US" sz="1800" b="0" i="0" u="none" strike="noStrike" kern="1200" cap="none" spc="0" normalizeH="0" baseline="0" noProof="0">
              <a:ln>
                <a:noFill/>
              </a:ln>
              <a:solidFill>
                <a:srgbClr val="000000"/>
              </a:solidFill>
              <a:effectLst/>
              <a:uLnTx/>
              <a:uFillTx/>
              <a:latin typeface="Arial" panose="020B0604020202020204" pitchFamily="34" charset="0"/>
              <a:cs typeface="Arial"/>
            </a:endParaRPr>
          </a:p>
        </p:txBody>
      </p:sp>
      <p:pic>
        <p:nvPicPr>
          <p:cNvPr id="7" name="Picture 6">
            <a:extLst>
              <a:ext uri="{FF2B5EF4-FFF2-40B4-BE49-F238E27FC236}">
                <a16:creationId xmlns:a16="http://schemas.microsoft.com/office/drawing/2014/main" id="{70E62B9E-43CB-BEB2-4EBC-D41DFC90D1F5}"/>
              </a:ext>
            </a:extLst>
          </p:cNvPr>
          <p:cNvPicPr>
            <a:picLocks noChangeAspect="1"/>
          </p:cNvPicPr>
          <p:nvPr/>
        </p:nvPicPr>
        <p:blipFill>
          <a:blip r:embed="rId2"/>
          <a:stretch>
            <a:fillRect/>
          </a:stretch>
        </p:blipFill>
        <p:spPr>
          <a:xfrm>
            <a:off x="769840" y="5670487"/>
            <a:ext cx="9777075" cy="552478"/>
          </a:xfrm>
          <a:prstGeom prst="rect">
            <a:avLst/>
          </a:prstGeom>
        </p:spPr>
      </p:pic>
    </p:spTree>
    <p:extLst>
      <p:ext uri="{BB962C8B-B14F-4D97-AF65-F5344CB8AC3E}">
        <p14:creationId xmlns:p14="http://schemas.microsoft.com/office/powerpoint/2010/main" val="3311597663"/>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FAAA8-9876-179E-D080-BE15908BF69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562C346-4D5A-8ECB-A5B6-E9E06E85576B}"/>
              </a:ext>
            </a:extLst>
          </p:cNvPr>
          <p:cNvSpPr>
            <a:spLocks noGrp="1"/>
          </p:cNvSpPr>
          <p:nvPr>
            <p:ph type="title"/>
          </p:nvPr>
        </p:nvSpPr>
        <p:spPr>
          <a:xfrm>
            <a:off x="757027" y="4424859"/>
            <a:ext cx="7645101" cy="576471"/>
          </a:xfrm>
        </p:spPr>
        <p:txBody>
          <a:bodyPr/>
          <a:lstStyle/>
          <a:p>
            <a:r>
              <a:rPr lang="en-US" sz="2800" b="1">
                <a:latin typeface="Montserrat"/>
              </a:rPr>
              <a:t>Appendix</a:t>
            </a:r>
            <a:endParaRPr lang="en-US" sz="2800"/>
          </a:p>
        </p:txBody>
      </p:sp>
    </p:spTree>
    <p:extLst>
      <p:ext uri="{BB962C8B-B14F-4D97-AF65-F5344CB8AC3E}">
        <p14:creationId xmlns:p14="http://schemas.microsoft.com/office/powerpoint/2010/main" val="1210554918"/>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theme/theme1.xml><?xml version="1.0" encoding="utf-8"?>
<a:theme xmlns:a="http://schemas.openxmlformats.org/drawingml/2006/main" name="16x9 PowertPoint Template-CE-Jan.2019-AFC">
  <a:themeElements>
    <a:clrScheme name="2024 Color Pallette">
      <a:dk1>
        <a:srgbClr val="000000"/>
      </a:dk1>
      <a:lt1>
        <a:srgbClr val="FFFEFE"/>
      </a:lt1>
      <a:dk2>
        <a:srgbClr val="454947"/>
      </a:dk2>
      <a:lt2>
        <a:srgbClr val="E3E4E3"/>
      </a:lt2>
      <a:accent1>
        <a:srgbClr val="0067A4"/>
      </a:accent1>
      <a:accent2>
        <a:srgbClr val="84BE41"/>
      </a:accent2>
      <a:accent3>
        <a:srgbClr val="E3E4E3"/>
      </a:accent3>
      <a:accent4>
        <a:srgbClr val="23425F"/>
      </a:accent4>
      <a:accent5>
        <a:srgbClr val="F5BB25"/>
      </a:accent5>
      <a:accent6>
        <a:srgbClr val="B4B4B3"/>
      </a:accent6>
      <a:hlink>
        <a:srgbClr val="0067A4"/>
      </a:hlink>
      <a:folHlink>
        <a:srgbClr val="B4B4B3"/>
      </a:folHlink>
    </a:clrScheme>
    <a:fontScheme name="2024 Montserrat">
      <a:majorFont>
        <a:latin typeface="Montserrat"/>
        <a:ea typeface=""/>
        <a:cs typeface=""/>
      </a:majorFont>
      <a:minorFont>
        <a:latin typeface="Montserra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3175">
          <a:solidFill>
            <a:schemeClr val="tx2"/>
          </a:solidFill>
        </a:ln>
        <a:effectLst/>
      </a:spPr>
      <a:bodyPr rtlCol="0" anchor="ctr"/>
      <a:lstStyle>
        <a:defPPr algn="ctr">
          <a:defRPr sz="1000" dirty="0">
            <a:latin typeface="Montserrat" pitchFamily="2" charset="77"/>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ln>
          <a:solidFill>
            <a:schemeClr val="bg2"/>
          </a:solidFill>
        </a:ln>
      </a:spPr>
      <a:bodyPr wrap="square" rtlCol="0">
        <a:spAutoFit/>
      </a:bodyPr>
      <a:lstStyle>
        <a:defPPr algn="l">
          <a:defRPr sz="1000" dirty="0">
            <a:latin typeface="Montserrat" pitchFamily="2" charset="77"/>
          </a:defRPr>
        </a:defPPr>
      </a:lstStyle>
    </a:txDef>
  </a:objectDefaults>
  <a:extraClrSchemeLst/>
  <a:extLst>
    <a:ext uri="{05A4C25C-085E-4340-85A3-A5531E510DB2}">
      <thm15:themeFamily xmlns:thm15="http://schemas.microsoft.com/office/thememl/2012/main" name="2024 All Purpose PowerPoint Template.potx" id="{84CB3BC2-CE68-044F-9772-13EBC42BCB48}" vid="{4FEEE54B-C9A9-9B47-9C99-2B91212D14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301e0a56-4899-4cce-a214-5e425f318dcb">
      <Terms xmlns="http://schemas.microsoft.com/office/infopath/2007/PartnerControls"/>
    </lcf76f155ced4ddcb4097134ff3c332f>
    <TaxCatchAll xmlns="2c7fe448-207e-4aca-804d-051f84c484d7">
      <Value>4</Value>
    </TaxCatchAll>
    <i0f84bba906045b4af568ee102a52dcb xmlns="2c7fe448-207e-4aca-804d-051f84c484d7">
      <Terms xmlns="http://schemas.microsoft.com/office/infopath/2007/PartnerControls">
        <TermInfo xmlns="http://schemas.microsoft.com/office/infopath/2007/PartnerControls">
          <TermName xmlns="http://schemas.microsoft.com/office/infopath/2007/PartnerControls">COR-104 Policies and Procedures</TermName>
          <TermId xmlns="http://schemas.microsoft.com/office/infopath/2007/PartnerControls">23fe8a5f-9220-44d9-ae32-6aebd451fecc</TermId>
        </TermInfo>
      </Terms>
    </i0f84bba906045b4af568ee102a52dcb>
    <RSC_x0020_Event_x0020_Date xmlns="a433be04-1063-452b-9ab8-ba06373cb7cb"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85E4EB0480BDD4BA0725FDA835A98E9" ma:contentTypeVersion="12" ma:contentTypeDescription="Create a new document." ma:contentTypeScope="" ma:versionID="a7e85cd843c542c305e66a5ac0a6561c">
  <xsd:schema xmlns:xsd="http://www.w3.org/2001/XMLSchema" xmlns:xs="http://www.w3.org/2001/XMLSchema" xmlns:p="http://schemas.microsoft.com/office/2006/metadata/properties" xmlns:ns2="a433be04-1063-452b-9ab8-ba06373cb7cb" xmlns:ns3="2c7fe448-207e-4aca-804d-051f84c484d7" xmlns:ns4="301e0a56-4899-4cce-a214-5e425f318dcb" targetNamespace="http://schemas.microsoft.com/office/2006/metadata/properties" ma:root="true" ma:fieldsID="30d58687421f0a6c39a35b55d9f36047" ns2:_="" ns3:_="" ns4:_="">
    <xsd:import namespace="a433be04-1063-452b-9ab8-ba06373cb7cb"/>
    <xsd:import namespace="2c7fe448-207e-4aca-804d-051f84c484d7"/>
    <xsd:import namespace="301e0a56-4899-4cce-a214-5e425f318dcb"/>
    <xsd:element name="properties">
      <xsd:complexType>
        <xsd:sequence>
          <xsd:element name="documentManagement">
            <xsd:complexType>
              <xsd:all>
                <xsd:element ref="ns2:RSC_x0020_Event_x0020_Date" minOccurs="0"/>
                <xsd:element ref="ns3:i0f84bba906045b4af568ee102a52dcb" minOccurs="0"/>
                <xsd:element ref="ns3:TaxCatchAll" minOccurs="0"/>
                <xsd:element ref="ns4:MediaServiceMetadata" minOccurs="0"/>
                <xsd:element ref="ns4:MediaServiceFastMetadata" minOccurs="0"/>
                <xsd:element ref="ns4:MediaServiceSearchProperties" minOccurs="0"/>
                <xsd:element ref="ns4:MediaServiceDateTaken" minOccurs="0"/>
                <xsd:element ref="ns4:lcf76f155ced4ddcb4097134ff3c332f" minOccurs="0"/>
                <xsd:element ref="ns4:MediaServiceOCR" minOccurs="0"/>
                <xsd:element ref="ns4:MediaServiceGenerationTime" minOccurs="0"/>
                <xsd:element ref="ns4: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433be04-1063-452b-9ab8-ba06373cb7cb" elementFormDefault="qualified">
    <xsd:import namespace="http://schemas.microsoft.com/office/2006/documentManagement/types"/>
    <xsd:import namespace="http://schemas.microsoft.com/office/infopath/2007/PartnerControls"/>
    <xsd:element name="RSC_x0020_Event_x0020_Date" ma:index="2" nillable="true" ma:displayName="RSC Event Date" ma:default="" ma:description="This is used for retention purpose" ma:format="DateOnly" ma:internalName="RSC_x0020_Event_x0020_Dat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2c7fe448-207e-4aca-804d-051f84c484d7" elementFormDefault="qualified">
    <xsd:import namespace="http://schemas.microsoft.com/office/2006/documentManagement/types"/>
    <xsd:import namespace="http://schemas.microsoft.com/office/infopath/2007/PartnerControls"/>
    <xsd:element name="i0f84bba906045b4af568ee102a52dcb" ma:index="10" nillable="true" ma:taxonomy="true" ma:internalName="i0f84bba906045b4af568ee102a52dcb" ma:taxonomyFieldName="RevIMBCS" ma:displayName="Record Series Code" ma:indexed="true" ma:default="1;#Default RSC|9a6b99e8-c984-4e1f-adbd-d33c0db777c9" ma:fieldId="{20f84bba-9060-45b4-af56-8ee102a52dcb}" ma:sspId="eeb413d7-29a7-49c8-b3b9-887ddee13f64" ma:termSetId="7f59b463-bd21-44ec-893d-1d24de4ba12e" ma:anchorId="00000000-0000-0000-0000-000000000000" ma:open="false" ma:isKeyword="false">
      <xsd:complexType>
        <xsd:sequence>
          <xsd:element ref="pc:Terms" minOccurs="0" maxOccurs="1"/>
        </xsd:sequence>
      </xsd:complexType>
    </xsd:element>
    <xsd:element name="TaxCatchAll" ma:index="11" nillable="true" ma:displayName="Taxonomy Catch All Column" ma:hidden="true" ma:list="{0ec71dd2-9a89-4594-bd42-1ef39577ba0a}" ma:internalName="TaxCatchAll" ma:showField="CatchAllData" ma:web="2c7fe448-207e-4aca-804d-051f84c484d7">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301e0a56-4899-4cce-a214-5e425f318dcb" elementFormDefault="qualified">
    <xsd:import namespace="http://schemas.microsoft.com/office/2006/documentManagement/types"/>
    <xsd:import namespace="http://schemas.microsoft.com/office/infopath/2007/PartnerControls"/>
    <xsd:element name="MediaServiceMetadata" ma:index="12" nillable="true" ma:displayName="MediaServiceMetadata" ma:hidden="true" ma:internalName="MediaServiceMetadata" ma:readOnly="true">
      <xsd:simpleType>
        <xsd:restriction base="dms:Note"/>
      </xsd:simpleType>
    </xsd:element>
    <xsd:element name="MediaServiceFastMetadata" ma:index="13" nillable="true" ma:displayName="MediaServiceFastMetadata" ma:hidden="true" ma:internalName="MediaServiceFastMetadata" ma:readOnly="true">
      <xsd:simpleType>
        <xsd:restriction base="dms:Note"/>
      </xsd:simpleType>
    </xsd:element>
    <xsd:element name="MediaServiceSearchProperties" ma:index="14" nillable="true" ma:displayName="MediaServiceSearchProperties" ma:hidden="true" ma:internalName="MediaServiceSearchProperties" ma:readOnly="true">
      <xsd:simpleType>
        <xsd:restriction base="dms:Note"/>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eeb413d7-29a7-49c8-b3b9-887ddee13f64"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SharedContentType xmlns="Microsoft.SharePoint.Taxonomy.ContentTypeSync" SourceId="eeb413d7-29a7-49c8-b3b9-887ddee13f64" ContentTypeId="0x01" PreviousValue="false"/>
</file>

<file path=customXml/itemProps1.xml><?xml version="1.0" encoding="utf-8"?>
<ds:datastoreItem xmlns:ds="http://schemas.openxmlformats.org/officeDocument/2006/customXml" ds:itemID="{570368D0-F378-4967-B371-B9A7F7E5B6A5}">
  <ds:schemaRefs>
    <ds:schemaRef ds:uri="2c7fe448-207e-4aca-804d-051f84c484d7"/>
    <ds:schemaRef ds:uri="301e0a56-4899-4cce-a214-5e425f318dcb"/>
    <ds:schemaRef ds:uri="a433be04-1063-452b-9ab8-ba06373cb7cb"/>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B3B25B1D-43D4-421E-A3DE-7997F87DF6EA}">
  <ds:schemaRefs>
    <ds:schemaRef ds:uri="http://schemas.microsoft.com/sharepoint/v3/contenttype/forms"/>
  </ds:schemaRefs>
</ds:datastoreItem>
</file>

<file path=customXml/itemProps3.xml><?xml version="1.0" encoding="utf-8"?>
<ds:datastoreItem xmlns:ds="http://schemas.openxmlformats.org/officeDocument/2006/customXml" ds:itemID="{41BC3C8E-F7A2-4844-B620-8D584FC9DA1A}">
  <ds:schemaRefs>
    <ds:schemaRef ds:uri="2c7fe448-207e-4aca-804d-051f84c484d7"/>
    <ds:schemaRef ds:uri="301e0a56-4899-4cce-a214-5e425f318dcb"/>
    <ds:schemaRef ds:uri="a433be04-1063-452b-9ab8-ba06373cb7c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4.xml><?xml version="1.0" encoding="utf-8"?>
<ds:datastoreItem xmlns:ds="http://schemas.openxmlformats.org/officeDocument/2006/customXml" ds:itemID="{BA752516-0D25-48B3-9918-5A95ED064EFF}">
  <ds:schemaRefs>
    <ds:schemaRef ds:uri="Microsoft.SharePoint.Taxonomy.ContentTypeSync"/>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34</Slides>
  <Notes>3</Notes>
  <HiddenSlides>0</HiddenSlides>
  <ScaleCrop>false</ScaleCrop>
  <HeadingPairs>
    <vt:vector size="4" baseType="variant">
      <vt:variant>
        <vt:lpstr>Theme</vt:lpstr>
      </vt:variant>
      <vt:variant>
        <vt:i4>1</vt:i4>
      </vt:variant>
      <vt:variant>
        <vt:lpstr>Slide Titles</vt:lpstr>
      </vt:variant>
      <vt:variant>
        <vt:i4>34</vt:i4>
      </vt:variant>
    </vt:vector>
  </HeadingPairs>
  <TitlesOfParts>
    <vt:vector size="35" baseType="lpstr">
      <vt:lpstr>16x9 PowertPoint Template-CE-Jan.2019-AFC</vt:lpstr>
      <vt:lpstr>Move in, Move Out, Customer Transfers, and Owner Allocation  Workshop A-3: Manage Customer Transfers + Manage Landlord/Tenant   Mohanta Das, Jose Diaz 6/4/26</vt:lpstr>
      <vt:lpstr>Overarching Design Principles</vt:lpstr>
      <vt:lpstr>PowerPoint Presentation</vt:lpstr>
      <vt:lpstr>01 Scope, Purpose, Objective  </vt:lpstr>
      <vt:lpstr>Scope, Purpose, Objectives</vt:lpstr>
      <vt:lpstr>Ownership</vt:lpstr>
      <vt:lpstr>02 (L3) Manage Landlord/Tenant</vt:lpstr>
      <vt:lpstr>Process Overview- S4HANA Owner Allocation</vt:lpstr>
      <vt:lpstr>Process Overview- Enter Owner and Contract account</vt:lpstr>
      <vt:lpstr>Process Overview- Select Installation and Save</vt:lpstr>
      <vt:lpstr>Process Overview- CRM Owner Allocation</vt:lpstr>
      <vt:lpstr>Process Overview- CRM Owner Allocation</vt:lpstr>
      <vt:lpstr>PowerPoint Presentation</vt:lpstr>
      <vt:lpstr>BREAK!  - 10 mins</vt:lpstr>
      <vt:lpstr>03 (L3) Manage Customer Transfers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CE Business Requirement on Service Cloud V2:</vt:lpstr>
      <vt:lpstr>04 Workshop A-2 Follow Up Items</vt:lpstr>
      <vt:lpstr>Follow-Up Items from A-2, needed to discuss</vt:lpstr>
      <vt:lpstr>05 Current and Future State Assumptions </vt:lpstr>
      <vt:lpstr>PowerPoint Presentation</vt:lpstr>
      <vt:lpstr>06 FRICE-W</vt:lpstr>
      <vt:lpstr>FRICE-W Identified</vt:lpstr>
      <vt:lpstr>07 Drafted User Stories</vt:lpstr>
      <vt:lpstr>Drafted User Stories</vt:lpstr>
      <vt:lpstr>08 Decisions,  Action Items,  Change Impacts, Wrap-Up &amp; Next Steps</vt:lpstr>
      <vt:lpstr>Program Charging (CE Internal Only)   </vt:lpstr>
      <vt:lpstr>Appendix</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Andrea Escobar</dc:creator>
  <cp:revision>1</cp:revision>
  <dcterms:created xsi:type="dcterms:W3CDTF">2026-01-24T19:09:21Z</dcterms:created>
  <dcterms:modified xsi:type="dcterms:W3CDTF">2026-06-08T18:26:38Z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0x010100E85E4EB0480BDD4BA0725FDA835A98E9</vt:lpwstr>
  </property>
  <property fmtid="{D5CDD505-2E9C-101B-9397-08002B2CF9AE}" pid="3" name="MediaServiceImageTags">
    <vt:lpwstr/>
  </property>
  <property fmtid="{D5CDD505-2E9C-101B-9397-08002B2CF9AE}" pid="4" name="RevIMBCS">
    <vt:lpwstr>4;#COR-104 Policies and Procedures|23fe8a5f-9220-44d9-ae32-6aebd451fecc</vt:lpwstr>
  </property>
</Properties>
</file>