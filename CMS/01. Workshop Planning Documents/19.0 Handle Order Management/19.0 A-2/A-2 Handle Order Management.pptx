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5" r:id="rId6"/>
  </p:sldMasterIdLst>
  <p:notesMasterIdLst>
    <p:notesMasterId r:id="rId27"/>
  </p:notesMasterIdLst>
  <p:sldIdLst>
    <p:sldId id="268" r:id="rId7"/>
    <p:sldId id="305" r:id="rId8"/>
    <p:sldId id="2147483632" r:id="rId9"/>
    <p:sldId id="295" r:id="rId10"/>
    <p:sldId id="2147483637" r:id="rId11"/>
    <p:sldId id="280" r:id="rId12"/>
    <p:sldId id="258" r:id="rId13"/>
    <p:sldId id="291" r:id="rId14"/>
    <p:sldId id="281" r:id="rId15"/>
    <p:sldId id="2147483642" r:id="rId16"/>
    <p:sldId id="2147483639" r:id="rId17"/>
    <p:sldId id="261" r:id="rId18"/>
    <p:sldId id="2147483641" r:id="rId19"/>
    <p:sldId id="270" r:id="rId20"/>
    <p:sldId id="271" r:id="rId21"/>
    <p:sldId id="273" r:id="rId22"/>
    <p:sldId id="256" r:id="rId23"/>
    <p:sldId id="262" r:id="rId24"/>
    <p:sldId id="257" r:id="rId25"/>
    <p:sldId id="21474828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58"/>
            <p14:sldId id="291"/>
            <p14:sldId id="281"/>
            <p14:sldId id="2147483642"/>
            <p14:sldId id="2147483639"/>
            <p14:sldId id="261"/>
            <p14:sldId id="2147483641"/>
            <p14:sldId id="270"/>
            <p14:sldId id="271"/>
            <p14:sldId id="273"/>
            <p14:sldId id="256"/>
            <p14:sldId id="262"/>
            <p14:sldId id="257"/>
            <p14:sldId id="2147482861"/>
          </p14:sldIdLst>
        </p14:section>
        <p14:section name="Graveyard" id="{6A0FE7CB-C75F-47F8-8DB4-A309BCF33C4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A9902-F20C-6A31-AFE2-3845EE1D1744}" v="657" dt="2026-06-01T15:48:34.904"/>
    <p1510:client id="{5996409B-481C-F131-9E93-ACC1C43F5570}" v="85" dt="2026-06-01T17:57:22.011"/>
    <p1510:client id="{602534FC-EB04-4C24-DF86-70C3C6B8E16A}" v="380" dt="2026-06-01T16:11:29.541"/>
    <p1510:client id="{9ADDA04D-F313-9534-B28A-C5C5C8935E15}" v="653" dt="2026-06-01T17:54:58.056"/>
    <p1510:client id="{B23F50C1-F81E-DCA0-2696-560A2F5A8108}" v="630" dt="2026-06-01T14:58:50.022"/>
    <p1510:client id="{E1F79A72-DA0D-D5F5-8913-92835685BCFC}" v="640" dt="2026-06-01T15:23:04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16.842" v="446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B23F50C1-F81E-DCA0-2696-560A2F5A8108}" dt="2026-06-01T14:24:16.842" v="446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13:33.613" v="38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B23F50C1-F81E-DCA0-2696-560A2F5A8108}" dt="2026-06-01T14:13:33.613" v="38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50.816" v="363"/>
        <pc:sldMkLst>
          <pc:docMk/>
          <pc:sldMk cId="1184650622" sldId="259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82" v="336"/>
        <pc:sldMkLst>
          <pc:docMk/>
          <pc:sldMk cId="3139401453" sldId="260"/>
        </pc:sldMkLst>
      </pc:sldChg>
      <pc:sldChg chg="addSp modSp">
        <pc:chgData name="Taylor Ilov" userId="S::taylor.ilov@cmsenergy.com::b3e8fa34-e639-4d12-a6dc-5e3032b39fb7" providerId="AD" clId="Web-{B23F50C1-F81E-DCA0-2696-560A2F5A8108}" dt="2026-06-01T14:15:37.087" v="440" actId="20577"/>
        <pc:sldMkLst>
          <pc:docMk/>
          <pc:sldMk cId="3258273975" sldId="262"/>
        </pc:sldMkLst>
        <pc:spChg chg="add mod">
          <ac:chgData name="Taylor Ilov" userId="S::taylor.ilov@cmsenergy.com::b3e8fa34-e639-4d12-a6dc-5e3032b39fb7" providerId="AD" clId="Web-{B23F50C1-F81E-DCA0-2696-560A2F5A8108}" dt="2026-06-01T14:15:37.087" v="440" actId="20577"/>
          <ac:spMkLst>
            <pc:docMk/>
            <pc:sldMk cId="3258273975" sldId="262"/>
            <ac:spMk id="5" creationId="{839819C6-88CB-8EDB-2E75-AB8F3943CBE5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67" v="333"/>
        <pc:sldMkLst>
          <pc:docMk/>
          <pc:sldMk cId="1570449734" sldId="263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6"/>
        <pc:sldMkLst>
          <pc:docMk/>
          <pc:sldMk cId="531696751" sldId="264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4"/>
        <pc:sldMkLst>
          <pc:docMk/>
          <pc:sldMk cId="444289725" sldId="265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3"/>
        <pc:sldMkLst>
          <pc:docMk/>
          <pc:sldMk cId="1866080338" sldId="266"/>
        </pc:sldMkLst>
      </pc:sldChg>
      <pc:sldChg chg="del">
        <pc:chgData name="Taylor Ilov" userId="S::taylor.ilov@cmsenergy.com::b3e8fa34-e639-4d12-a6dc-5e3032b39fb7" providerId="AD" clId="Web-{B23F50C1-F81E-DCA0-2696-560A2F5A8108}" dt="2026-06-01T13:53:39.487" v="359"/>
        <pc:sldMkLst>
          <pc:docMk/>
          <pc:sldMk cId="2391744231" sldId="267"/>
        </pc:sldMkLst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39.503" v="362"/>
        <pc:sldMkLst>
          <pc:docMk/>
          <pc:sldMk cId="3826172687" sldId="269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spChg chg="del">
          <ac:chgData name="Taylor Ilov" userId="S::taylor.ilov@cmsenergy.com::b3e8fa34-e639-4d12-a6dc-5e3032b39fb7" providerId="AD" clId="Web-{B23F50C1-F81E-DCA0-2696-560A2F5A8108}" dt="2026-06-01T14:15:14.398" v="436"/>
          <ac:spMkLst>
            <pc:docMk/>
            <pc:sldMk cId="2218206800" sldId="271"/>
            <ac:spMk id="4" creationId="{1CE286F6-D818-E183-48C3-9C5404626B24}"/>
          </ac:spMkLst>
        </pc:spChg>
        <pc:spChg chg="add del mod">
          <ac:chgData name="Taylor Ilov" userId="S::taylor.ilov@cmsenergy.com::b3e8fa34-e639-4d12-a6dc-5e3032b39fb7" providerId="AD" clId="Web-{B23F50C1-F81E-DCA0-2696-560A2F5A8108}" dt="2026-06-01T14:58:50.022" v="526"/>
          <ac:spMkLst>
            <pc:docMk/>
            <pc:sldMk cId="2218206800" sldId="271"/>
            <ac:spMk id="6" creationId="{C6BF07B8-A6C8-1057-E3B7-A4A2F2268391}"/>
          </ac:spMkLst>
        </pc:spChg>
        <pc:graphicFrameChg chg="add del mod modGraphic">
          <ac:chgData name="Taylor Ilov" userId="S::taylor.ilov@cmsenergy.com::b3e8fa34-e639-4d12-a6dc-5e3032b39fb7" providerId="AD" clId="Web-{B23F50C1-F81E-DCA0-2696-560A2F5A8108}" dt="2026-06-01T14:58:48.928" v="525"/>
          <ac:graphicFrameMkLst>
            <pc:docMk/>
            <pc:sldMk cId="2218206800" sldId="271"/>
            <ac:graphicFrameMk id="5" creationId="{1E598C6A-02E1-40AC-9F43-2133B64F13DB}"/>
          </ac:graphicFrameMkLst>
        </pc:graphicFrameChg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del">
        <pc:chgData name="Taylor Ilov" userId="S::taylor.ilov@cmsenergy.com::b3e8fa34-e639-4d12-a6dc-5e3032b39fb7" providerId="AD" clId="Web-{B23F50C1-F81E-DCA0-2696-560A2F5A8108}" dt="2026-06-01T13:52:56.235" v="325"/>
        <pc:sldMkLst>
          <pc:docMk/>
          <pc:sldMk cId="2291057210" sldId="272"/>
        </pc:sldMkLst>
      </pc:sldChg>
      <pc:sldChg chg="addSp modSp mod modShow">
        <pc:chgData name="Taylor Ilov" userId="S::taylor.ilov@cmsenergy.com::b3e8fa34-e639-4d12-a6dc-5e3032b39fb7" providerId="AD" clId="Web-{B23F50C1-F81E-DCA0-2696-560A2F5A8108}" dt="2026-06-01T14:24:12.779" v="445"/>
        <pc:sldMkLst>
          <pc:docMk/>
          <pc:sldMk cId="3351640754" sldId="273"/>
        </pc:sldMkLst>
        <pc:spChg chg="add mod">
          <ac:chgData name="Taylor Ilov" userId="S::taylor.ilov@cmsenergy.com::b3e8fa34-e639-4d12-a6dc-5e3032b39fb7" providerId="AD" clId="Web-{B23F50C1-F81E-DCA0-2696-560A2F5A8108}" dt="2026-06-01T14:15:24.633" v="438" actId="14100"/>
          <ac:spMkLst>
            <pc:docMk/>
            <pc:sldMk cId="3351640754" sldId="273"/>
            <ac:spMk id="2" creationId="{C1E568AE-5A89-D970-9770-3B24B136EA57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22.971" v="353"/>
        <pc:sldMkLst>
          <pc:docMk/>
          <pc:sldMk cId="1260487078" sldId="274"/>
        </pc:sldMkLst>
      </pc:sldChg>
      <pc:sldChg chg="del">
        <pc:chgData name="Taylor Ilov" userId="S::taylor.ilov@cmsenergy.com::b3e8fa34-e639-4d12-a6dc-5e3032b39fb7" providerId="AD" clId="Web-{B23F50C1-F81E-DCA0-2696-560A2F5A8108}" dt="2026-06-01T13:53:53.019" v="365"/>
        <pc:sldMkLst>
          <pc:docMk/>
          <pc:sldMk cId="391861285" sldId="275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40"/>
        <pc:sldMkLst>
          <pc:docMk/>
          <pc:sldMk cId="2912221424" sldId="276"/>
        </pc:sldMkLst>
      </pc:sldChg>
      <pc:sldChg chg="modSp">
        <pc:chgData name="Taylor Ilov" userId="S::taylor.ilov@cmsenergy.com::b3e8fa34-e639-4d12-a6dc-5e3032b39fb7" providerId="AD" clId="Web-{B23F50C1-F81E-DCA0-2696-560A2F5A8108}" dt="2026-06-01T14:14:20.787" v="40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B23F50C1-F81E-DCA0-2696-560A2F5A8108}" dt="2026-06-01T14:14:20.787" v="40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51" v="330"/>
        <pc:sldMkLst>
          <pc:docMk/>
          <pc:sldMk cId="2972380569" sldId="278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5"/>
        <pc:sldMkLst>
          <pc:docMk/>
          <pc:sldMk cId="644564436" sldId="279"/>
        </pc:sldMkLst>
      </pc:sldChg>
      <pc:sldChg chg="del">
        <pc:chgData name="Taylor Ilov" userId="S::taylor.ilov@cmsenergy.com::b3e8fa34-e639-4d12-a6dc-5e3032b39fb7" providerId="AD" clId="Web-{B23F50C1-F81E-DCA0-2696-560A2F5A8108}" dt="2026-06-01T13:21:51.815" v="24"/>
        <pc:sldMkLst>
          <pc:docMk/>
          <pc:sldMk cId="1848020351" sldId="280"/>
        </pc:sldMkLst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51" v="327"/>
        <pc:sldMkLst>
          <pc:docMk/>
          <pc:sldMk cId="508357073" sldId="282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51"/>
        <pc:sldMkLst>
          <pc:docMk/>
          <pc:sldMk cId="2663969583" sldId="283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52"/>
        <pc:sldMkLst>
          <pc:docMk/>
          <pc:sldMk cId="1605051295" sldId="284"/>
        </pc:sldMkLst>
      </pc:sldChg>
      <pc:sldChg chg="modSp">
        <pc:chgData name="Taylor Ilov" userId="S::taylor.ilov@cmsenergy.com::b3e8fa34-e639-4d12-a6dc-5e3032b39fb7" providerId="AD" clId="Web-{B23F50C1-F81E-DCA0-2696-560A2F5A8108}" dt="2026-06-01T14:23:39.106" v="442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B23F50C1-F81E-DCA0-2696-560A2F5A8108}" dt="2026-06-01T14:23:39.106" v="442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10.330" v="350"/>
        <pc:sldMkLst>
          <pc:docMk/>
          <pc:sldMk cId="4227511731" sldId="286"/>
        </pc:sldMkLst>
      </pc:sldChg>
      <pc:sldChg chg="del">
        <pc:chgData name="Taylor Ilov" userId="S::taylor.ilov@cmsenergy.com::b3e8fa34-e639-4d12-a6dc-5e3032b39fb7" providerId="AD" clId="Web-{B23F50C1-F81E-DCA0-2696-560A2F5A8108}" dt="2026-06-01T13:53:39.503" v="361"/>
        <pc:sldMkLst>
          <pc:docMk/>
          <pc:sldMk cId="1165485866" sldId="287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49"/>
        <pc:sldMkLst>
          <pc:docMk/>
          <pc:sldMk cId="1249598883" sldId="288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48"/>
        <pc:sldMkLst>
          <pc:docMk/>
          <pc:sldMk cId="3003837398" sldId="289"/>
        </pc:sldMkLst>
      </pc:sldChg>
      <pc:sldChg chg="del">
        <pc:chgData name="Taylor Ilov" userId="S::taylor.ilov@cmsenergy.com::b3e8fa34-e639-4d12-a6dc-5e3032b39fb7" providerId="AD" clId="Web-{B23F50C1-F81E-DCA0-2696-560A2F5A8108}" dt="2026-06-01T13:53:10.330" v="347"/>
        <pc:sldMkLst>
          <pc:docMk/>
          <pc:sldMk cId="3963704981" sldId="290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2"/>
        <pc:sldMkLst>
          <pc:docMk/>
          <pc:sldMk cId="2430528495" sldId="292"/>
        </pc:sldMkLst>
      </pc:sldChg>
      <pc:sldChg chg="del">
        <pc:chgData name="Taylor Ilov" userId="S::taylor.ilov@cmsenergy.com::b3e8fa34-e639-4d12-a6dc-5e3032b39fb7" providerId="AD" clId="Web-{B23F50C1-F81E-DCA0-2696-560A2F5A8108}" dt="2026-06-01T13:53:39.487" v="360"/>
        <pc:sldMkLst>
          <pc:docMk/>
          <pc:sldMk cId="2014375960" sldId="293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82" v="338"/>
        <pc:sldMkLst>
          <pc:docMk/>
          <pc:sldMk cId="4092750254" sldId="294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67" v="332"/>
        <pc:sldMkLst>
          <pc:docMk/>
          <pc:sldMk cId="2088230018" sldId="296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51" v="329"/>
        <pc:sldMkLst>
          <pc:docMk/>
          <pc:sldMk cId="3317491340" sldId="297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3"/>
        <pc:sldMkLst>
          <pc:docMk/>
          <pc:sldMk cId="2424354849" sldId="298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20" v="321"/>
        <pc:sldMkLst>
          <pc:docMk/>
          <pc:sldMk cId="967417557" sldId="299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42"/>
        <pc:sldMkLst>
          <pc:docMk/>
          <pc:sldMk cId="3893690954" sldId="300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67" v="331"/>
        <pc:sldMkLst>
          <pc:docMk/>
          <pc:sldMk cId="1410922713" sldId="301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55" v="344"/>
        <pc:sldMkLst>
          <pc:docMk/>
          <pc:sldMk cId="1593924989" sldId="302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41"/>
        <pc:sldMkLst>
          <pc:docMk/>
          <pc:sldMk cId="1532953204" sldId="303"/>
        </pc:sldMkLst>
      </pc:sldChg>
      <pc:sldChg chg="del">
        <pc:chgData name="Taylor Ilov" userId="S::taylor.ilov@cmsenergy.com::b3e8fa34-e639-4d12-a6dc-5e3032b39fb7" providerId="AD" clId="Web-{B23F50C1-F81E-DCA0-2696-560A2F5A8108}" dt="2026-06-01T13:53:05.439" v="339"/>
        <pc:sldMkLst>
          <pc:docMk/>
          <pc:sldMk cId="718913957" sldId="304"/>
        </pc:sldMkLst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03.951" v="444" actId="1076"/>
        <pc:sldMkLst>
          <pc:docMk/>
          <pc:sldMk cId="429306594" sldId="2147483632"/>
        </pc:sldMkLst>
        <pc:spChg chg="add del mod">
          <ac:chgData name="Taylor Ilov" userId="S::taylor.ilov@cmsenergy.com::b3e8fa34-e639-4d12-a6dc-5e3032b39fb7" providerId="AD" clId="Web-{B23F50C1-F81E-DCA0-2696-560A2F5A8108}" dt="2026-06-01T13:54:02.644" v="366"/>
          <ac:spMkLst>
            <pc:docMk/>
            <pc:sldMk cId="429306594" sldId="2147483632"/>
            <ac:spMk id="3" creationId="{A5AAC27A-9FAB-AFC0-D95D-F1308EF3CD73}"/>
          </ac:spMkLst>
        </pc:spChg>
        <pc:spChg chg="del mod">
          <ac:chgData name="Taylor Ilov" userId="S::taylor.ilov@cmsenergy.com::b3e8fa34-e639-4d12-a6dc-5e3032b39fb7" providerId="AD" clId="Web-{B23F50C1-F81E-DCA0-2696-560A2F5A8108}" dt="2026-06-01T14:11:34.108" v="381"/>
          <ac:spMkLst>
            <pc:docMk/>
            <pc:sldMk cId="429306594" sldId="2147483632"/>
            <ac:spMk id="10" creationId="{028D6BF8-5599-788E-3EDB-AE4CCDB8558F}"/>
          </ac:spMkLst>
        </pc:spChg>
        <pc:spChg chg="mod">
          <ac:chgData name="Taylor Ilov" userId="S::taylor.ilov@cmsenergy.com::b3e8fa34-e639-4d12-a6dc-5e3032b39fb7" providerId="AD" clId="Web-{B23F50C1-F81E-DCA0-2696-560A2F5A8108}" dt="2026-06-01T14:15:59.525" v="441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B23F50C1-F81E-DCA0-2696-560A2F5A8108}" dt="2026-06-01T14:24:03.951" v="444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del">
          <ac:chgData name="Taylor Ilov" userId="S::taylor.ilov@cmsenergy.com::b3e8fa34-e639-4d12-a6dc-5e3032b39fb7" providerId="AD" clId="Web-{B23F50C1-F81E-DCA0-2696-560A2F5A8108}" dt="2026-06-01T14:11:36.593" v="382"/>
          <ac:cxnSpMkLst>
            <pc:docMk/>
            <pc:sldMk cId="429306594" sldId="2147483632"/>
            <ac:cxnSpMk id="18" creationId="{D690A27B-9CFA-576F-7867-E4A2DCB77791}"/>
          </ac:cxnSpMkLst>
        </pc:cxnChg>
      </pc:sldChg>
      <pc:sldChg chg="del">
        <pc:chgData name="Taylor Ilov" userId="S::taylor.ilov@cmsenergy.com::b3e8fa34-e639-4d12-a6dc-5e3032b39fb7" providerId="AD" clId="Web-{B23F50C1-F81E-DCA0-2696-560A2F5A8108}" dt="2026-06-01T13:52:56.282" v="335"/>
        <pc:sldMkLst>
          <pc:docMk/>
          <pc:sldMk cId="1175158962" sldId="2147483635"/>
        </pc:sldMkLst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44:00.761" v="26"/>
        <pc:sldMkLst>
          <pc:docMk/>
          <pc:sldMk cId="1417878951" sldId="2147483638"/>
        </pc:sldMkLst>
      </pc:sldChg>
      <pc:sldChg chg="addSp modSp ord">
        <pc:chgData name="Taylor Ilov" userId="S::taylor.ilov@cmsenergy.com::b3e8fa34-e639-4d12-a6dc-5e3032b39fb7" providerId="AD" clId="Web-{B23F50C1-F81E-DCA0-2696-560A2F5A8108}" dt="2026-06-01T14:14:24.256" v="406"/>
        <pc:sldMkLst>
          <pc:docMk/>
          <pc:sldMk cId="1929058891" sldId="2147483639"/>
        </pc:sldMkLst>
        <pc:spChg chg="add mod">
          <ac:chgData name="Taylor Ilov" userId="S::taylor.ilov@cmsenergy.com::b3e8fa34-e639-4d12-a6dc-5e3032b39fb7" providerId="AD" clId="Web-{B23F50C1-F81E-DCA0-2696-560A2F5A8108}" dt="2026-06-01T14:14:02.255" v="401" actId="20577"/>
          <ac:spMkLst>
            <pc:docMk/>
            <pc:sldMk cId="1929058891" sldId="2147483639"/>
            <ac:spMk id="3" creationId="{3647FBA2-98A1-9143-4DF1-F8AAF299F6E9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3:52.644" v="364"/>
        <pc:sldMkLst>
          <pc:docMk/>
          <pc:sldMk cId="1642022816" sldId="2147483640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  <pc:spChg chg="add del mod">
          <ac:chgData name="Taylor Ilov" userId="S::taylor.ilov@cmsenergy.com::b3e8fa34-e639-4d12-a6dc-5e3032b39fb7" providerId="AD" clId="Web-{B23F50C1-F81E-DCA0-2696-560A2F5A8108}" dt="2026-06-01T14:24:57.624" v="458"/>
          <ac:spMkLst>
            <pc:docMk/>
            <pc:sldMk cId="2545389575" sldId="2147483641"/>
            <ac:spMk id="5" creationId="{DF8DF9A3-735B-28EE-C284-A6303C6F46C4}"/>
          </ac:spMkLst>
        </pc:spChg>
      </pc:sldChg>
      <pc:sldChg chg="del">
        <pc:chgData name="Taylor Ilov" userId="S::taylor.ilov@cmsenergy.com::b3e8fa34-e639-4d12-a6dc-5e3032b39fb7" providerId="AD" clId="Web-{B23F50C1-F81E-DCA0-2696-560A2F5A8108}" dt="2026-06-01T13:52:56.267" v="334"/>
        <pc:sldMkLst>
          <pc:docMk/>
          <pc:sldMk cId="1837094903" sldId="2147483642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82" v="337"/>
        <pc:sldMkLst>
          <pc:docMk/>
          <pc:sldMk cId="3718127009" sldId="2147483645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51" v="328"/>
        <pc:sldMkLst>
          <pc:docMk/>
          <pc:sldMk cId="142133596" sldId="2147483646"/>
        </pc:sldMkLst>
      </pc:sldChg>
      <pc:sldChg chg="del">
        <pc:chgData name="Taylor Ilov" userId="S::taylor.ilov@cmsenergy.com::b3e8fa34-e639-4d12-a6dc-5e3032b39fb7" providerId="AD" clId="Web-{B23F50C1-F81E-DCA0-2696-560A2F5A8108}" dt="2026-06-01T13:52:56.235" v="326"/>
        <pc:sldMkLst>
          <pc:docMk/>
          <pc:sldMk cId="920370272" sldId="2147483647"/>
        </pc:sldMkLst>
      </pc:sldChg>
    </pc:docChg>
  </pc:docChgLst>
  <pc:docChgLst>
    <pc:chgData name="Taylor Ilov" userId="S::taylor.ilov@cmsenergy.com::b3e8fa34-e639-4d12-a6dc-5e3032b39fb7" providerId="AD" clId="Web-{85F3C456-8B4D-EC70-9C90-360635DF6369}"/>
    <pc:docChg chg="delSld modSld modSection">
      <pc:chgData name="Taylor Ilov" userId="S::taylor.ilov@cmsenergy.com::b3e8fa34-e639-4d12-a6dc-5e3032b39fb7" providerId="AD" clId="Web-{85F3C456-8B4D-EC70-9C90-360635DF6369}" dt="2026-05-21T12:45:51.571" v="5"/>
      <pc:docMkLst>
        <pc:docMk/>
      </pc:docMkLst>
      <pc:sldChg chg="addSp">
        <pc:chgData name="Taylor Ilov" userId="S::taylor.ilov@cmsenergy.com::b3e8fa34-e639-4d12-a6dc-5e3032b39fb7" providerId="AD" clId="Web-{85F3C456-8B4D-EC70-9C90-360635DF6369}" dt="2026-05-21T12:45:51.571" v="5"/>
        <pc:sldMkLst>
          <pc:docMk/>
          <pc:sldMk cId="3852294437" sldId="268"/>
        </pc:sldMkLst>
      </pc:sldChg>
      <pc:sldChg chg="addSp delSp">
        <pc:chgData name="Taylor Ilov" userId="S::taylor.ilov@cmsenergy.com::b3e8fa34-e639-4d12-a6dc-5e3032b39fb7" providerId="AD" clId="Web-{85F3C456-8B4D-EC70-9C90-360635DF6369}" dt="2026-05-21T12:45:50.399" v="4"/>
        <pc:sldMkLst>
          <pc:docMk/>
          <pc:sldMk cId="3351640754" sldId="273"/>
        </pc:sldMkLst>
      </pc:sldChg>
    </pc:docChg>
  </pc:docChgLst>
  <pc:docChgLst>
    <pc:chgData name="Taylor Ilov" userId="S::taylor.ilov@cmsenergy.com::b3e8fa34-e639-4d12-a6dc-5e3032b39fb7" providerId="AD" clId="Web-{210A9902-F20C-6A31-AFE2-3845EE1D1744}"/>
    <pc:docChg chg="delSld modSld sldOrd modSection">
      <pc:chgData name="Taylor Ilov" userId="S::taylor.ilov@cmsenergy.com::b3e8fa34-e639-4d12-a6dc-5e3032b39fb7" providerId="AD" clId="Web-{210A9902-F20C-6A31-AFE2-3845EE1D1744}" dt="2026-06-01T15:48:34.904" v="589" actId="20577"/>
      <pc:docMkLst>
        <pc:docMk/>
      </pc:docMkLst>
      <pc:sldChg chg="modSp">
        <pc:chgData name="Taylor Ilov" userId="S::taylor.ilov@cmsenergy.com::b3e8fa34-e639-4d12-a6dc-5e3032b39fb7" providerId="AD" clId="Web-{210A9902-F20C-6A31-AFE2-3845EE1D1744}" dt="2026-06-01T15:44:35.334" v="370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210A9902-F20C-6A31-AFE2-3845EE1D1744}" dt="2026-06-01T15:44:35.334" v="370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8.615" v="371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210A9902-F20C-6A31-AFE2-3845EE1D1744}" dt="2026-06-01T15:44:38.615" v="371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06.333" v="345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210A9902-F20C-6A31-AFE2-3845EE1D1744}" dt="2026-06-01T15:44:06.333" v="345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9.068" v="368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210A9902-F20C-6A31-AFE2-3845EE1D1744}" dt="2026-06-01T15:44:29.068" v="368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27:10.511" v="8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10A9902-F20C-6A31-AFE2-3845EE1D1744}" dt="2026-06-01T15:27:10.511" v="8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2.271" v="369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210A9902-F20C-6A31-AFE2-3845EE1D1744}" dt="2026-06-01T15:44:32.271" v="369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210A9902-F20C-6A31-AFE2-3845EE1D1744}" dt="2026-06-01T15:48:34.904" v="589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210A9902-F20C-6A31-AFE2-3845EE1D1744}" dt="2026-06-01T15:48:34.904" v="589" actId="20577"/>
          <ac:spMkLst>
            <pc:docMk/>
            <pc:sldMk cId="2218206800" sldId="271"/>
            <ac:spMk id="2" creationId="{FADA383F-4927-0444-587E-4284181D7C5E}"/>
          </ac:spMkLst>
        </pc:spChg>
        <pc:graphicFrameChg chg="add del mod modGraphic">
          <ac:chgData name="Taylor Ilov" userId="S::taylor.ilov@cmsenergy.com::b3e8fa34-e639-4d12-a6dc-5e3032b39fb7" providerId="AD" clId="Web-{210A9902-F20C-6A31-AFE2-3845EE1D1744}" dt="2026-06-01T15:48:13.247" v="572"/>
          <ac:graphicFrameMkLst>
            <pc:docMk/>
            <pc:sldMk cId="2218206800" sldId="271"/>
            <ac:graphicFrameMk id="5" creationId="{C8992CFC-F0FC-8516-6E61-1C9EBD67683A}"/>
          </ac:graphicFrameMkLst>
        </pc:graphicFrameChg>
        <pc:graphicFrameChg chg="mod modGraphic">
          <ac:chgData name="Taylor Ilov" userId="S::taylor.ilov@cmsenergy.com::b3e8fa34-e639-4d12-a6dc-5e3032b39fb7" providerId="AD" clId="Web-{210A9902-F20C-6A31-AFE2-3845EE1D1744}" dt="2026-06-01T15:48:02.372" v="569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20.990" v="36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210A9902-F20C-6A31-AFE2-3845EE1D1744}" dt="2026-06-01T15:44:20.990" v="36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2:48.595" v="293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210A9902-F20C-6A31-AFE2-3845EE1D1744}" dt="2026-06-01T15:42:48.595" v="29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2:31.438" v="27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2:26.047" v="276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11.849" v="355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210A9902-F20C-6A31-AFE2-3845EE1D1744}" dt="2026-06-01T15:44:11.849" v="355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">
        <pc:chgData name="Taylor Ilov" userId="S::taylor.ilov@cmsenergy.com::b3e8fa34-e639-4d12-a6dc-5e3032b39fb7" providerId="AD" clId="Web-{210A9902-F20C-6A31-AFE2-3845EE1D1744}" dt="2026-06-01T15:44:22.646" v="366"/>
        <pc:sldMkLst>
          <pc:docMk/>
          <pc:sldMk cId="1285056470" sldId="285"/>
        </pc:sldMkLst>
      </pc:sldChg>
      <pc:sldChg chg="ord">
        <pc:chgData name="Taylor Ilov" userId="S::taylor.ilov@cmsenergy.com::b3e8fa34-e639-4d12-a6dc-5e3032b39fb7" providerId="AD" clId="Web-{210A9902-F20C-6A31-AFE2-3845EE1D1744}" dt="2026-06-01T15:44:16.317" v="356"/>
        <pc:sldMkLst>
          <pc:docMk/>
          <pc:sldMk cId="1963681403" sldId="291"/>
        </pc:sldMkLst>
      </pc:sldChg>
      <pc:sldChg chg="delSp modSp">
        <pc:chgData name="Taylor Ilov" userId="S::taylor.ilov@cmsenergy.com::b3e8fa34-e639-4d12-a6dc-5e3032b39fb7" providerId="AD" clId="Web-{210A9902-F20C-6A31-AFE2-3845EE1D1744}" dt="2026-06-01T15:43:57.176" v="33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210A9902-F20C-6A31-AFE2-3845EE1D1744}" dt="2026-06-01T15:43:53.426" v="335" actId="1076"/>
          <ac:spMkLst>
            <pc:docMk/>
            <pc:sldMk cId="429306594" sldId="2147483632"/>
            <ac:spMk id="9" creationId="{04ABBC89-EEC8-89D8-4B2B-F5F774610ECB}"/>
          </ac:spMkLst>
        </pc:spChg>
        <pc:spChg chg="del">
          <ac:chgData name="Taylor Ilov" userId="S::taylor.ilov@cmsenergy.com::b3e8fa34-e639-4d12-a6dc-5e3032b39fb7" providerId="AD" clId="Web-{210A9902-F20C-6A31-AFE2-3845EE1D1744}" dt="2026-06-01T15:43:57.176" v="336"/>
          <ac:spMkLst>
            <pc:docMk/>
            <pc:sldMk cId="429306594" sldId="2147483632"/>
            <ac:spMk id="10" creationId="{90E024DE-3500-2126-3D74-4B16725C9AF6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3:41.410" v="334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39:06.018" v="40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210A9902-F20C-6A31-AFE2-3845EE1D1744}" dt="2026-06-01T15:38:59.158" v="3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210A9902-F20C-6A31-AFE2-3845EE1D1744}" dt="2026-06-01T15:39:06.018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6:30.776" v="422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210A9902-F20C-6A31-AFE2-3845EE1D1744}" dt="2026-06-01T15:46:30.776" v="422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5.740" v="367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210A9902-F20C-6A31-AFE2-3845EE1D1744}" dt="2026-06-01T15:44:25.740" v="367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5996409B-481C-F131-9E93-ACC1C43F5570}"/>
    <pc:docChg chg="modSld">
      <pc:chgData name="Taylor Ilov" userId="S::taylor.ilov@cmsenergy.com::b3e8fa34-e639-4d12-a6dc-5e3032b39fb7" providerId="AD" clId="Web-{5996409B-481C-F131-9E93-ACC1C43F5570}" dt="2026-06-01T17:57:22.011" v="60"/>
      <pc:docMkLst>
        <pc:docMk/>
      </pc:docMkLst>
      <pc:sldChg chg="modSp">
        <pc:chgData name="Taylor Ilov" userId="S::taylor.ilov@cmsenergy.com::b3e8fa34-e639-4d12-a6dc-5e3032b39fb7" providerId="AD" clId="Web-{5996409B-481C-F131-9E93-ACC1C43F5570}" dt="2026-06-01T17:56:50.869" v="51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5996409B-481C-F131-9E93-ACC1C43F5570}" dt="2026-06-01T17:56:50.869" v="51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5996409B-481C-F131-9E93-ACC1C43F5570}" dt="2026-06-01T17:56:03.555" v="1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5996409B-481C-F131-9E93-ACC1C43F5570}" dt="2026-06-01T17:56:03.555" v="1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5996409B-481C-F131-9E93-ACC1C43F5570}" dt="2026-06-01T17:57:22.011" v="60"/>
        <pc:sldMkLst>
          <pc:docMk/>
          <pc:sldMk cId="3692638522" sldId="280"/>
        </pc:sldMkLst>
        <pc:graphicFrameChg chg="mod modGraphic">
          <ac:chgData name="Taylor Ilov" userId="S::taylor.ilov@cmsenergy.com::b3e8fa34-e639-4d12-a6dc-5e3032b39fb7" providerId="AD" clId="Web-{5996409B-481C-F131-9E93-ACC1C43F5570}" dt="2026-06-01T17:57:22.011" v="60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5996409B-481C-F131-9E93-ACC1C43F5570}" dt="2026-06-01T17:57:01.166" v="55" actId="14100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5996409B-481C-F131-9E93-ACC1C43F5570}" dt="2026-06-01T17:57:01.166" v="55" actId="14100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5996409B-481C-F131-9E93-ACC1C43F5570}" dt="2026-06-01T17:56:35.994" v="29" actId="20577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5996409B-481C-F131-9E93-ACC1C43F5570}" dt="2026-06-01T17:56:35.994" v="29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5996409B-481C-F131-9E93-ACC1C43F5570}" dt="2026-06-01T17:56:12.555" v="8" actId="1076"/>
          <ac:cxnSpMkLst>
            <pc:docMk/>
            <pc:sldMk cId="429306594" sldId="2147483632"/>
            <ac:cxnSpMk id="27" creationId="{BF47A323-8294-0E08-D343-EAD02302621C}"/>
          </ac:cxnSpMkLst>
        </pc:cxnChg>
      </pc:sldChg>
    </pc:docChg>
  </pc:docChgLst>
  <pc:docChgLst>
    <pc:chgData name="Jose Diaz" userId="S::jose.diaz@cmsenergy.com::517cb5ef-6fb8-49bc-8303-535c95eee28f" providerId="AD" clId="Web-{AEDAA0FF-21AD-C6AD-5175-EB7225DEC29F}"/>
    <pc:docChg chg="addSld delSld modSld sldOrd modSection">
      <pc:chgData name="Jose Diaz" userId="S::jose.diaz@cmsenergy.com::517cb5ef-6fb8-49bc-8303-535c95eee28f" providerId="AD" clId="Web-{AEDAA0FF-21AD-C6AD-5175-EB7225DEC29F}" dt="2026-05-22T17:26:00.954" v="1226" actId="20577"/>
      <pc:docMkLst>
        <pc:docMk/>
      </pc:docMkLst>
      <pc:sldChg chg="modSp">
        <pc:chgData name="Jose Diaz" userId="S::jose.diaz@cmsenergy.com::517cb5ef-6fb8-49bc-8303-535c95eee28f" providerId="AD" clId="Web-{AEDAA0FF-21AD-C6AD-5175-EB7225DEC29F}" dt="2026-05-22T12:45:31.474" v="972" actId="20577"/>
        <pc:sldMkLst>
          <pc:docMk/>
          <pc:sldMk cId="2545389575" sldId="2147483641"/>
        </pc:sldMkLst>
        <pc:spChg chg="mod">
          <ac:chgData name="Jose Diaz" userId="S::jose.diaz@cmsenergy.com::517cb5ef-6fb8-49bc-8303-535c95eee28f" providerId="AD" clId="Web-{AEDAA0FF-21AD-C6AD-5175-EB7225DEC29F}" dt="2026-05-22T12:45:31.474" v="972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Jose Diaz" userId="S::jose.diaz@cmsenergy.com::517cb5ef-6fb8-49bc-8303-535c95eee28f" providerId="AD" clId="Web-{0BFEBDF3-A953-9ECD-3F19-B39A69B823B9}"/>
    <pc:docChg chg="addSld delSld modSld sldOrd modSection">
      <pc:chgData name="Jose Diaz" userId="S::jose.diaz@cmsenergy.com::517cb5ef-6fb8-49bc-8303-535c95eee28f" providerId="AD" clId="Web-{0BFEBDF3-A953-9ECD-3F19-B39A69B823B9}" dt="2026-05-23T21:13:25.658" v="386" actId="20577"/>
      <pc:docMkLst>
        <pc:docMk/>
      </pc:docMkLst>
      <pc:sldChg chg="modSp">
        <pc:chgData name="Jose Diaz" userId="S::jose.diaz@cmsenergy.com::517cb5ef-6fb8-49bc-8303-535c95eee28f" providerId="AD" clId="Web-{0BFEBDF3-A953-9ECD-3F19-B39A69B823B9}" dt="2026-05-23T21:13:25.658" v="386" actId="20577"/>
        <pc:sldMkLst>
          <pc:docMk/>
          <pc:sldMk cId="1929058891" sldId="2147483639"/>
        </pc:sldMkLst>
        <pc:spChg chg="mod">
          <ac:chgData name="Jose Diaz" userId="S::jose.diaz@cmsenergy.com::517cb5ef-6fb8-49bc-8303-535c95eee28f" providerId="AD" clId="Web-{0BFEBDF3-A953-9ECD-3F19-B39A69B823B9}" dt="2026-05-23T21:13:25.658" v="386" actId="20577"/>
          <ac:spMkLst>
            <pc:docMk/>
            <pc:sldMk cId="1929058891" sldId="2147483639"/>
            <ac:spMk id="4" creationId="{C736A9F5-6FA5-6E90-4540-7E81EB75C05C}"/>
          </ac:spMkLst>
        </pc:spChg>
      </pc:sldChg>
    </pc:docChg>
  </pc:docChgLst>
  <pc:docChgLst>
    <pc:chgData name="Taylor Ilov" userId="S::taylor.ilov@cmsenergy.com::b3e8fa34-e639-4d12-a6dc-5e3032b39fb7" providerId="AD" clId="Web-{E1F79A72-DA0D-D5F5-8913-92835685BCFC}"/>
    <pc:docChg chg="addSld modSld sldOrd modSection">
      <pc:chgData name="Taylor Ilov" userId="S::taylor.ilov@cmsenergy.com::b3e8fa34-e639-4d12-a6dc-5e3032b39fb7" providerId="AD" clId="Web-{E1F79A72-DA0D-D5F5-8913-92835685BCFC}" dt="2026-06-01T15:23:04.250" v="558" actId="20577"/>
      <pc:docMkLst>
        <pc:docMk/>
      </pc:docMkLst>
      <pc:sldChg chg="modSp">
        <pc:chgData name="Taylor Ilov" userId="S::taylor.ilov@cmsenergy.com::b3e8fa34-e639-4d12-a6dc-5e3032b39fb7" providerId="AD" clId="Web-{E1F79A72-DA0D-D5F5-8913-92835685BCFC}" dt="2026-06-01T15:22:57.578" v="555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E1F79A72-DA0D-D5F5-8913-92835685BCFC}" dt="2026-06-01T15:22:57.578" v="555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3:04.250" v="558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E1F79A72-DA0D-D5F5-8913-92835685BCFC}" dt="2026-06-01T15:23:04.250" v="558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0:10.337" v="517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E1F79A72-DA0D-D5F5-8913-92835685BCFC}" dt="2026-06-01T15:20:10.337" v="517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2.890" v="553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E1F79A72-DA0D-D5F5-8913-92835685BCFC}" dt="2026-06-01T15:22:52.890" v="553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2:34.467" v="10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1F79A72-DA0D-D5F5-8913-92835685BCFC}" dt="2026-06-01T15:02:34.467" v="10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5.359" v="554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E1F79A72-DA0D-D5F5-8913-92835685BCFC}" dt="2026-06-01T15:22:55.359" v="554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08:33.685" v="110"/>
        <pc:sldMkLst>
          <pc:docMk/>
          <pc:sldMk cId="2218206800" sldId="271"/>
        </pc:sldMkLst>
        <pc:graphicFrameChg chg="add del mod modGraphic">
          <ac:chgData name="Taylor Ilov" userId="S::taylor.ilov@cmsenergy.com::b3e8fa34-e639-4d12-a6dc-5e3032b39fb7" providerId="AD" clId="Web-{E1F79A72-DA0D-D5F5-8913-92835685BCFC}" dt="2026-06-01T15:08:29.919" v="109"/>
          <ac:graphicFrameMkLst>
            <pc:docMk/>
            <pc:sldMk cId="2218206800" sldId="271"/>
            <ac:graphicFrameMk id="5" creationId="{2CA6B4C1-1210-4405-C092-48F79B1C7CBA}"/>
          </ac:graphicFrameMkLst>
        </pc:graphicFrameChg>
        <pc:graphicFrameChg chg="mod modGraphic">
          <ac:chgData name="Taylor Ilov" userId="S::taylor.ilov@cmsenergy.com::b3e8fa34-e639-4d12-a6dc-5e3032b39fb7" providerId="AD" clId="Web-{E1F79A72-DA0D-D5F5-8913-92835685BCFC}" dt="2026-06-01T15:08:33.685" v="110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E1F79A72-DA0D-D5F5-8913-92835685BCFC}" dt="2026-06-01T15:19:57.977" v="515" actId="14100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E1F79A72-DA0D-D5F5-8913-92835685BCFC}" dt="2026-06-01T15:19:57.977" v="515" actId="14100"/>
          <ac:spMkLst>
            <pc:docMk/>
            <pc:sldMk cId="2542367511" sldId="277"/>
            <ac:spMk id="7" creationId="{CAD1F050-5AB8-5CAC-CBBB-4BA7E18D5658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14:53.122" v="397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E1F79A72-DA0D-D5F5-8913-92835685BCFC}" dt="2026-06-01T15:14:36.840" v="386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4:53.122" v="397" actId="20577"/>
          <ac:spMkLst>
            <pc:docMk/>
            <pc:sldMk cId="3692638522" sldId="280"/>
            <ac:spMk id="8" creationId="{F068F04F-6DFB-171B-FC7A-BD61AE783CD5}"/>
          </ac:spMkLst>
        </pc:spChg>
        <pc:graphicFrameChg chg="add del mod modGraphic">
          <ac:chgData name="Taylor Ilov" userId="S::taylor.ilov@cmsenergy.com::b3e8fa34-e639-4d12-a6dc-5e3032b39fb7" providerId="AD" clId="Web-{E1F79A72-DA0D-D5F5-8913-92835685BCFC}" dt="2026-06-01T15:12:05.287" v="292"/>
          <ac:graphicFrameMkLst>
            <pc:docMk/>
            <pc:sldMk cId="3692638522" sldId="280"/>
            <ac:graphicFrameMk id="5" creationId="{1FEC26EA-13DD-9814-29C9-B9FD6AC441A2}"/>
          </ac:graphicFrameMkLst>
        </pc:graphicFrameChg>
        <pc:graphicFrameChg chg="mod modGraphic">
          <ac:chgData name="Taylor Ilov" userId="S::taylor.ilov@cmsenergy.com::b3e8fa34-e639-4d12-a6dc-5e3032b39fb7" providerId="AD" clId="Web-{E1F79A72-DA0D-D5F5-8913-92835685BCFC}" dt="2026-06-01T15:14:13.995" v="37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 ord">
        <pc:chgData name="Taylor Ilov" userId="S::taylor.ilov@cmsenergy.com::b3e8fa34-e639-4d12-a6dc-5e3032b39fb7" providerId="AD" clId="Web-{E1F79A72-DA0D-D5F5-8913-92835685BCFC}" dt="2026-06-01T15:20:19.509" v="518" actId="1076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E1F79A72-DA0D-D5F5-8913-92835685BCFC}" dt="2026-06-01T15:20:19.509" v="518" actId="1076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42.327" v="551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E1F79A72-DA0D-D5F5-8913-92835685BCFC}" dt="2026-06-01T15:22:42.327" v="551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addSp modSp">
        <pc:chgData name="Taylor Ilov" userId="S::taylor.ilov@cmsenergy.com::b3e8fa34-e639-4d12-a6dc-5e3032b39fb7" providerId="AD" clId="Web-{E1F79A72-DA0D-D5F5-8913-92835685BCFC}" dt="2026-06-01T15:21:52.888" v="546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E1F79A72-DA0D-D5F5-8913-92835685BCFC}" dt="2026-06-01T15:21:41.169" v="543" actId="1076"/>
          <ac:spMkLst>
            <pc:docMk/>
            <pc:sldMk cId="429306594" sldId="2147483632"/>
            <ac:spMk id="2" creationId="{440C7EC6-DBBB-DA51-BFFF-8CA5BC63AD30}"/>
          </ac:spMkLst>
        </pc:spChg>
        <pc:spChg chg="add mod">
          <ac:chgData name="Taylor Ilov" userId="S::taylor.ilov@cmsenergy.com::b3e8fa34-e639-4d12-a6dc-5e3032b39fb7" providerId="AD" clId="Web-{E1F79A72-DA0D-D5F5-8913-92835685BCFC}" dt="2026-06-01T15:19:15.647" v="489" actId="20577"/>
          <ac:spMkLst>
            <pc:docMk/>
            <pc:sldMk cId="429306594" sldId="2147483632"/>
            <ac:spMk id="3" creationId="{0C6FF333-408A-91A2-7176-E20767459EB7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84" v="544" actId="1076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6:38.907" v="449" actId="20577"/>
          <ac:spMkLst>
            <pc:docMk/>
            <pc:sldMk cId="429306594" sldId="2147483632"/>
            <ac:spMk id="6" creationId="{4CC7DFAC-34D3-91D3-2C54-3811D96D4D0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52.888" v="546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0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07.839" v="529" actId="1076"/>
          <ac:spMkLst>
            <pc:docMk/>
            <pc:sldMk cId="429306594" sldId="2147483632"/>
            <ac:spMk id="9" creationId="{04ABBC89-EEC8-89D8-4B2B-F5F774610ECB}"/>
          </ac:spMkLst>
        </pc:spChg>
        <pc:spChg chg="add mod">
          <ac:chgData name="Taylor Ilov" userId="S::taylor.ilov@cmsenergy.com::b3e8fa34-e639-4d12-a6dc-5e3032b39fb7" providerId="AD" clId="Web-{E1F79A72-DA0D-D5F5-8913-92835685BCFC}" dt="2026-06-01T15:21:41.200" v="545" actId="1076"/>
          <ac:spMkLst>
            <pc:docMk/>
            <pc:sldMk cId="429306594" sldId="2147483632"/>
            <ac:spMk id="10" creationId="{90E024DE-3500-2126-3D74-4B16725C9AF6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1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0:47.604" v="526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53" v="542" actId="1076"/>
          <ac:spMkLst>
            <pc:docMk/>
            <pc:sldMk cId="429306594" sldId="2147483632"/>
            <ac:spMk id="20" creationId="{E37498B5-50A6-1993-F4E6-D125CEC4558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15:18.357" v="40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E1F79A72-DA0D-D5F5-8913-92835685BCFC}" dt="2026-06-01T15:15:09.778" v="40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5:18.357" v="405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9:43.657" v="127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E1F79A72-DA0D-D5F5-8913-92835685BCFC}" dt="2026-06-01T15:09:43.657" v="127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 add replId">
        <pc:chgData name="Taylor Ilov" userId="S::taylor.ilov@cmsenergy.com::b3e8fa34-e639-4d12-a6dc-5e3032b39fb7" providerId="AD" clId="Web-{E1F79A72-DA0D-D5F5-8913-92835685BCFC}" dt="2026-06-01T15:22:48.890" v="552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E1F79A72-DA0D-D5F5-8913-92835685BCFC}" dt="2026-06-01T15:22:48.890" v="552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602534FC-EB04-4C24-DF86-70C3C6B8E16A}"/>
    <pc:docChg chg="delSld modSld modSection">
      <pc:chgData name="Taylor Ilov" userId="S::taylor.ilov@cmsenergy.com::b3e8fa34-e639-4d12-a6dc-5e3032b39fb7" providerId="AD" clId="Web-{602534FC-EB04-4C24-DF86-70C3C6B8E16A}" dt="2026-06-01T16:11:29.541" v="316"/>
      <pc:docMkLst>
        <pc:docMk/>
      </pc:docMkLst>
      <pc:sldChg chg="modSp">
        <pc:chgData name="Taylor Ilov" userId="S::taylor.ilov@cmsenergy.com::b3e8fa34-e639-4d12-a6dc-5e3032b39fb7" providerId="AD" clId="Web-{602534FC-EB04-4C24-DF86-70C3C6B8E16A}" dt="2026-06-01T16:09:03.958" v="21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602534FC-EB04-4C24-DF86-70C3C6B8E16A}" dt="2026-06-01T16:09:03.958" v="21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21.568" v="227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602534FC-EB04-4C24-DF86-70C3C6B8E16A}" dt="2026-06-01T16:09:21.568" v="227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5:54:35.741" v="1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602534FC-EB04-4C24-DF86-70C3C6B8E16A}" dt="2026-06-01T15:54:35.741" v="1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602534FC-EB04-4C24-DF86-70C3C6B8E16A}" dt="2026-06-01T16:11:29.541" v="316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602534FC-EB04-4C24-DF86-70C3C6B8E16A}" dt="2026-06-01T16:10:31.508" v="252" actId="20577"/>
          <ac:spMkLst>
            <pc:docMk/>
            <pc:sldMk cId="2218206800" sldId="271"/>
            <ac:spMk id="2" creationId="{FADA383F-4927-0444-587E-4284181D7C5E}"/>
          </ac:spMkLst>
        </pc:spChg>
        <pc:graphicFrameChg chg="add del mod">
          <ac:chgData name="Taylor Ilov" userId="S::taylor.ilov@cmsenergy.com::b3e8fa34-e639-4d12-a6dc-5e3032b39fb7" providerId="AD" clId="Web-{602534FC-EB04-4C24-DF86-70C3C6B8E16A}" dt="2026-06-01T16:11:16.837" v="277"/>
          <ac:graphicFrameMkLst>
            <pc:docMk/>
            <pc:sldMk cId="2218206800" sldId="271"/>
            <ac:graphicFrameMk id="5" creationId="{8AA5C362-41D3-2806-2E98-E1F54EB05949}"/>
          </ac:graphicFrameMkLst>
        </pc:graphicFrameChg>
        <pc:graphicFrameChg chg="mod modGraphic">
          <ac:chgData name="Taylor Ilov" userId="S::taylor.ilov@cmsenergy.com::b3e8fa34-e639-4d12-a6dc-5e3032b39fb7" providerId="AD" clId="Web-{602534FC-EB04-4C24-DF86-70C3C6B8E16A}" dt="2026-06-01T16:11:29.541" v="316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del">
        <pc:chgData name="Taylor Ilov" userId="S::taylor.ilov@cmsenergy.com::b3e8fa34-e639-4d12-a6dc-5e3032b39fb7" providerId="AD" clId="Web-{602534FC-EB04-4C24-DF86-70C3C6B8E16A}" dt="2026-06-01T16:09:13.849" v="225"/>
        <pc:sldMkLst>
          <pc:docMk/>
          <pc:sldMk cId="2542367511" sldId="277"/>
        </pc:sldMkLst>
      </pc:sldChg>
      <pc:sldChg chg="modSp">
        <pc:chgData name="Taylor Ilov" userId="S::taylor.ilov@cmsenergy.com::b3e8fa34-e639-4d12-a6dc-5e3032b39fb7" providerId="AD" clId="Web-{602534FC-EB04-4C24-DF86-70C3C6B8E16A}" dt="2026-06-01T16:06:34.750" v="171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602534FC-EB04-4C24-DF86-70C3C6B8E16A}" dt="2026-06-01T16:06:34.750" v="171" actId="20577"/>
          <ac:spMkLst>
            <pc:docMk/>
            <pc:sldMk cId="3692638522" sldId="280"/>
            <ac:spMk id="3" creationId="{58573676-BFE1-83AA-90C9-0699928A0949}"/>
          </ac:spMkLst>
        </pc:spChg>
        <pc:graphicFrameChg chg="mod modGraphic">
          <ac:chgData name="Taylor Ilov" userId="S::taylor.ilov@cmsenergy.com::b3e8fa34-e639-4d12-a6dc-5e3032b39fb7" providerId="AD" clId="Web-{602534FC-EB04-4C24-DF86-70C3C6B8E16A}" dt="2026-06-01T16:06:24.219" v="1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602534FC-EB04-4C24-DF86-70C3C6B8E16A}" dt="2026-06-01T16:09:13.099" v="224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602534FC-EB04-4C24-DF86-70C3C6B8E16A}" dt="2026-06-01T16:09:13.099" v="224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Sp modSp">
        <pc:chgData name="Taylor Ilov" userId="S::taylor.ilov@cmsenergy.com::b3e8fa34-e639-4d12-a6dc-5e3032b39fb7" providerId="AD" clId="Web-{602534FC-EB04-4C24-DF86-70C3C6B8E16A}" dt="2026-06-01T16:07:15.361" v="182"/>
        <pc:sldMkLst>
          <pc:docMk/>
          <pc:sldMk cId="429306594" sldId="2147483632"/>
        </pc:sldMkLst>
        <pc:spChg chg="del">
          <ac:chgData name="Taylor Ilov" userId="S::taylor.ilov@cmsenergy.com::b3e8fa34-e639-4d12-a6dc-5e3032b39fb7" providerId="AD" clId="Web-{602534FC-EB04-4C24-DF86-70C3C6B8E16A}" dt="2026-06-01T16:07:15.361" v="182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602534FC-EB04-4C24-DF86-70C3C6B8E16A}" dt="2026-06-01T16:07:05.642" v="180" actId="20577"/>
          <ac:spMkLst>
            <pc:docMk/>
            <pc:sldMk cId="429306594" sldId="2147483632"/>
            <ac:spMk id="14" creationId="{1A3158E1-7695-0C81-4A14-28927869505A}"/>
          </ac:spMkLst>
        </pc:spChg>
        <pc:cxnChg chg="del">
          <ac:chgData name="Taylor Ilov" userId="S::taylor.ilov@cmsenergy.com::b3e8fa34-e639-4d12-a6dc-5e3032b39fb7" providerId="AD" clId="Web-{602534FC-EB04-4C24-DF86-70C3C6B8E16A}" dt="2026-06-01T16:07:15.361" v="181"/>
          <ac:cxnSpMkLst>
            <pc:docMk/>
            <pc:sldMk cId="429306594" sldId="2147483632"/>
            <ac:cxnSpMk id="13" creationId="{3120E3D8-22F4-C94C-6FC1-F097D9CDE7B1}"/>
          </ac:cxnSpMkLst>
        </pc:cxnChg>
      </pc:sldChg>
      <pc:sldChg chg="modSp">
        <pc:chgData name="Taylor Ilov" userId="S::taylor.ilov@cmsenergy.com::b3e8fa34-e639-4d12-a6dc-5e3032b39fb7" providerId="AD" clId="Web-{602534FC-EB04-4C24-DF86-70C3C6B8E16A}" dt="2026-06-01T16:08:49.755" v="21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602534FC-EB04-4C24-DF86-70C3C6B8E16A}" dt="2026-06-01T16:08:49.755" v="215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602534FC-EB04-4C24-DF86-70C3C6B8E16A}" dt="2026-06-01T16:08:45.708" v="2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43.709" v="236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602534FC-EB04-4C24-DF86-70C3C6B8E16A}" dt="2026-06-01T16:09:43.709" v="236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18.162" v="226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602534FC-EB04-4C24-DF86-70C3C6B8E16A}" dt="2026-06-01T16:09:18.162" v="226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9ADDA04D-F313-9534-B28A-C5C5C8935E15}"/>
    <pc:docChg chg="modSld">
      <pc:chgData name="Taylor Ilov" userId="S::taylor.ilov@cmsenergy.com::b3e8fa34-e639-4d12-a6dc-5e3032b39fb7" providerId="AD" clId="Web-{9ADDA04D-F313-9534-B28A-C5C5C8935E15}" dt="2026-06-01T17:54:58.056" v="589" actId="20577"/>
      <pc:docMkLst>
        <pc:docMk/>
      </pc:docMkLst>
      <pc:sldChg chg="modSp">
        <pc:chgData name="Taylor Ilov" userId="S::taylor.ilov@cmsenergy.com::b3e8fa34-e639-4d12-a6dc-5e3032b39fb7" providerId="AD" clId="Web-{9ADDA04D-F313-9534-B28A-C5C5C8935E15}" dt="2026-06-01T17:54:46.227" v="571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9ADDA04D-F313-9534-B28A-C5C5C8935E15}" dt="2026-06-01T17:54:46.227" v="571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9ADDA04D-F313-9534-B28A-C5C5C8935E15}" dt="2026-06-01T16:27:06.504" v="19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9ADDA04D-F313-9534-B28A-C5C5C8935E15}" dt="2026-06-01T16:27:06.504" v="19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9ADDA04D-F313-9534-B28A-C5C5C8935E15}" dt="2026-06-01T16:29:15.996" v="192" actId="1076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9ADDA04D-F313-9534-B28A-C5C5C8935E15}" dt="2026-06-01T16:27:53.788" v="47" actId="20577"/>
          <ac:spMkLst>
            <pc:docMk/>
            <pc:sldMk cId="2218206800" sldId="271"/>
            <ac:spMk id="2" creationId="{FADA383F-4927-0444-587E-4284181D7C5E}"/>
          </ac:spMkLst>
        </pc:spChg>
        <pc:graphicFrameChg chg="add del mod">
          <ac:chgData name="Taylor Ilov" userId="S::taylor.ilov@cmsenergy.com::b3e8fa34-e639-4d12-a6dc-5e3032b39fb7" providerId="AD" clId="Web-{9ADDA04D-F313-9534-B28A-C5C5C8935E15}" dt="2026-06-01T16:28:37.119" v="92"/>
          <ac:graphicFrameMkLst>
            <pc:docMk/>
            <pc:sldMk cId="2218206800" sldId="271"/>
            <ac:graphicFrameMk id="5" creationId="{B6A3B14D-16AF-E2BE-7C14-7F36D155DF2D}"/>
          </ac:graphicFrameMkLst>
        </pc:graphicFrameChg>
        <pc:graphicFrameChg chg="mod modGraphic">
          <ac:chgData name="Taylor Ilov" userId="S::taylor.ilov@cmsenergy.com::b3e8fa34-e639-4d12-a6dc-5e3032b39fb7" providerId="AD" clId="Web-{9ADDA04D-F313-9534-B28A-C5C5C8935E15}" dt="2026-06-01T16:29:15.996" v="192" actId="1076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9ADDA04D-F313-9534-B28A-C5C5C8935E15}" dt="2026-06-01T17:54:32.944" v="570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9ADDA04D-F313-9534-B28A-C5C5C8935E15}" dt="2026-06-01T17:53:32.943" v="527" actId="20577"/>
          <ac:spMkLst>
            <pc:docMk/>
            <pc:sldMk cId="3692638522" sldId="280"/>
            <ac:spMk id="3" creationId="{58573676-BFE1-83AA-90C9-0699928A0949}"/>
          </ac:spMkLst>
        </pc:spChg>
        <pc:graphicFrameChg chg="mod modGraphic">
          <ac:chgData name="Taylor Ilov" userId="S::taylor.ilov@cmsenergy.com::b3e8fa34-e639-4d12-a6dc-5e3032b39fb7" providerId="AD" clId="Web-{9ADDA04D-F313-9534-B28A-C5C5C8935E15}" dt="2026-06-01T17:54:32.944" v="570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9ADDA04D-F313-9534-B28A-C5C5C8935E15}" dt="2026-06-01T17:54:58.056" v="589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9ADDA04D-F313-9534-B28A-C5C5C8935E15}" dt="2026-06-01T17:54:58.056" v="589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Sp modSp">
        <pc:chgData name="Taylor Ilov" userId="S::taylor.ilov@cmsenergy.com::b3e8fa34-e639-4d12-a6dc-5e3032b39fb7" providerId="AD" clId="Web-{9ADDA04D-F313-9534-B28A-C5C5C8935E15}" dt="2026-06-01T17:54:17.631" v="554"/>
        <pc:sldMkLst>
          <pc:docMk/>
          <pc:sldMk cId="429306594" sldId="2147483632"/>
        </pc:sldMkLst>
        <pc:spChg chg="del">
          <ac:chgData name="Taylor Ilov" userId="S::taylor.ilov@cmsenergy.com::b3e8fa34-e639-4d12-a6dc-5e3032b39fb7" providerId="AD" clId="Web-{9ADDA04D-F313-9534-B28A-C5C5C8935E15}" dt="2026-06-01T17:54:17.631" v="554"/>
          <ac:spMkLst>
            <pc:docMk/>
            <pc:sldMk cId="429306594" sldId="2147483632"/>
            <ac:spMk id="3" creationId="{0C6FF333-408A-91A2-7176-E20767459EB7}"/>
          </ac:spMkLst>
        </pc:spChg>
        <pc:spChg chg="mod">
          <ac:chgData name="Taylor Ilov" userId="S::taylor.ilov@cmsenergy.com::b3e8fa34-e639-4d12-a6dc-5e3032b39fb7" providerId="AD" clId="Web-{9ADDA04D-F313-9534-B28A-C5C5C8935E15}" dt="2026-06-01T17:54:10.568" v="553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9ADDA04D-F313-9534-B28A-C5C5C8935E15}" dt="2026-06-01T17:54:24.678" v="556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9ADDA04D-F313-9534-B28A-C5C5C8935E15}" dt="2026-06-01T17:54:24.678" v="556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9ADDA04D-F313-9534-B28A-C5C5C8935E15}" dt="2026-06-01T16:27:34.974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9ADDA04D-F313-9534-B28A-C5C5C8935E15}" dt="2026-06-01T16:29:37.825" v="193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9ADDA04D-F313-9534-B28A-C5C5C8935E15}" dt="2026-06-01T16:29:37.825" v="193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Taylor Ilov" userId="S::taylor.ilov@cmsenergy.com::b3e8fa34-e639-4d12-a6dc-5e3032b39fb7" providerId="AD" clId="Web-{0A44A006-A03F-3576-136B-44C7BA3AE361}"/>
    <pc:docChg chg="modSld">
      <pc:chgData name="Taylor Ilov" userId="S::taylor.ilov@cmsenergy.com::b3e8fa34-e639-4d12-a6dc-5e3032b39fb7" providerId="AD" clId="Web-{0A44A006-A03F-3576-136B-44C7BA3AE361}" dt="2026-05-23T11:32:35.359" v="0"/>
      <pc:docMkLst>
        <pc:docMk/>
      </pc:docMkLst>
      <pc:sldChg chg="delSp">
        <pc:chgData name="Taylor Ilov" userId="S::taylor.ilov@cmsenergy.com::b3e8fa34-e639-4d12-a6dc-5e3032b39fb7" providerId="AD" clId="Web-{0A44A006-A03F-3576-136B-44C7BA3AE361}" dt="2026-05-23T11:32:35.359" v="0"/>
        <pc:sldMkLst>
          <pc:docMk/>
          <pc:sldMk cId="3852294437" sldId="268"/>
        </pc:sldMkLst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94A-C565-8AE0-FD4F-E494B3A3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1FEE-E060-DB8B-FFA9-04EB4C96A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BFA3-E0A2-DEF8-CBAA-57EE7FC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F5EC-9D83-0A1E-73D3-A7848C7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56D6-B181-778B-BB55-3EB484C1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AFE-3C4E-C6D0-17E5-A9049E55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3ED5-0814-7EBD-BB55-4A712427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0E5B-CDBA-494A-2A9B-80C1636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B121-F6F4-9636-2D8D-9C571ED6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485F-CD39-8F5C-EFAA-A106856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202F-10BB-FA34-5C5E-B33972AD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A72C-D82B-2017-DC04-DC40CFED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6180-65DE-D0BC-603C-F578B5B0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364-239C-B455-F4A1-B83AF445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24DA-7D5A-92A4-AEF5-1E6D99EA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5E46-EDE6-85C2-3BB8-327470A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DB8-9F05-6DDF-9AA3-EA08174E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3EE2-F745-A325-6715-10F23471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65EC-F3EA-C9AE-2EA1-DC666B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0148-8F76-A6B9-300C-AA7EA0BC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3A55-872D-E5A3-068C-C5E3452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6DE5-2045-A044-52F9-7A1E0EB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9D1B-A453-0FB4-B6FE-8A118D63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F68CD-E617-8135-208C-1DC8A3B1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1407-6763-6EE7-5558-441BDCB6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FE11-059D-DC57-A666-8B29A2E6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EDFE-9C55-62CB-5BEF-DAC5B2B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2F597-D23C-0B9E-E871-2F166AA9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85201-8B5F-E152-0C58-430B63D7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755-71A3-757B-C022-1C77925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01C2-3002-2C81-495F-7A48C426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63AF-89E5-536B-A2B2-9D7DAE3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BCEA8-7B2A-5AC5-59B7-7D8684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5AC4D-D76B-B682-9EE7-590D6A6C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05F7-FE58-E356-5918-049C902B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F8B86-3CE0-E51C-3E12-14EB4EB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E6F-7058-DA5C-68C2-3D8C6FCD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074F-FDA3-ACF7-B15A-E1FD19E4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FEE2-CC65-6CE0-6D89-F9F3EC79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71D3-ABB4-70EB-F600-F04A404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8883-609A-A053-7D2D-B185F15B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3799-8218-1123-40BB-D25A94F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A61-CE62-4BF2-F854-39B66B2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8F396-5489-E8BC-CD9B-CFEC1DC63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BF8A-2397-249D-7AC5-7DC9B151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CB50B-6F55-458C-BA03-2E612E28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C0A8D-D690-96BD-95D4-50A6551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6804-8623-7E02-4613-760D81FA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54B9-7BC0-0657-D7C9-67AFA31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C771-FBC8-533C-0798-DE22B77D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03CE-3779-22AC-EB91-E2C35D3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7B7A-3287-30F2-ADDE-957C0F4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7AD3-8C12-CFE1-169C-8176B869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0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2C37-4DDD-ED86-CD18-1C4379A2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A55ED-6B23-6731-857E-0F1C0EB0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9536-AEF2-FE0C-06F3-C7BB158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C6DD-CB04-BB00-4E5E-036D3505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05EA-DD46-7CB1-C060-443E2E9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73873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F262E-C592-3212-8CCB-AEDDA5F9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94FE-F685-D3DD-590A-8AF2F72C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5257-0211-6B81-C931-9164A4970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88479-BA81-4009-A123-8DEC37C9712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24AC-A78E-8FA7-7A44-B7D3D58D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7047-926C-1AB6-C417-8D2D5E1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 dirty="0">
                <a:latin typeface="Montserrat"/>
              </a:rPr>
              <a:t>Handle Order Management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Workshop A-2</a:t>
            </a:r>
            <a:br>
              <a:rPr lang="en-US" sz="4250" dirty="0">
                <a:latin typeface="Montserrat"/>
              </a:rPr>
            </a:br>
            <a:br>
              <a:rPr lang="en-US" sz="4250" dirty="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 dirty="0">
                <a:latin typeface="Montserrat"/>
              </a:rPr>
            </a:br>
            <a:r>
              <a:rPr lang="en-US" sz="2800">
                <a:latin typeface="Montserrat"/>
              </a:rPr>
              <a:t>7/23/26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079099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87067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61008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462806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44629" y="366619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6872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44629" y="367391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94089"/>
            <a:ext cx="10739400" cy="37850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Scope, Purpose, Objective</a:t>
            </a:r>
          </a:p>
          <a:p>
            <a:pPr>
              <a:lnSpc>
                <a:spcPct val="150000"/>
              </a:lnSpc>
            </a:pPr>
            <a:r>
              <a:rPr lang="en-US" dirty="0"/>
              <a:t>(L3) </a:t>
            </a:r>
            <a:r>
              <a:rPr lang="en-US" dirty="0">
                <a:ea typeface="+mn-lt"/>
                <a:cs typeface="+mn-lt"/>
              </a:rPr>
              <a:t>Process Outages and </a:t>
            </a:r>
            <a:r>
              <a:rPr lang="en-US">
                <a:ea typeface="+mn-lt"/>
                <a:cs typeface="+mn-lt"/>
              </a:rPr>
              <a:t>Emergencies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BREAK – 10 Mins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</a:rPr>
              <a:t>(L3) Process Outages and </a:t>
            </a:r>
            <a:r>
              <a:rPr lang="en-US">
                <a:solidFill>
                  <a:srgbClr val="000000"/>
                </a:solidFill>
              </a:rPr>
              <a:t>Emergencies</a:t>
            </a:r>
            <a:r>
              <a:rPr lang="en-US" dirty="0">
                <a:solidFill>
                  <a:srgbClr val="000000"/>
                </a:solidFill>
              </a:rPr>
              <a:t> (Cont.)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Data Migration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44629" y="448428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44629" y="4071380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44629" y="4476565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44629" y="488337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 Handle Order </a:t>
            </a: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Management between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 SAP Service Cloud v2 and SAP S4HANA</a:t>
            </a:r>
            <a:r>
              <a:rPr lang="en-US" sz="1600" dirty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</a:t>
            </a: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Handle Order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 Management</a:t>
            </a:r>
            <a:endParaRPr lang="en-US" sz="1600" dirty="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 dirty="0">
                <a:solidFill>
                  <a:srgbClr val="000000"/>
                </a:solidFill>
              </a:rPr>
              <a:t>Taylor </a:t>
            </a:r>
            <a:r>
              <a:rPr lang="en-US" sz="1200" b="1" dirty="0" err="1">
                <a:solidFill>
                  <a:srgbClr val="000000"/>
                </a:solidFill>
              </a:rPr>
              <a:t>Ilov</a:t>
            </a:r>
            <a:endParaRPr lang="en-US" sz="1200" b="1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 dirty="0">
                <a:solidFill>
                  <a:srgbClr val="000000"/>
                </a:solidFill>
              </a:rPr>
              <a:t>Julie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b="1" dirty="0">
                <a:solidFill>
                  <a:srgbClr val="000000"/>
                </a:solidFill>
              </a:rPr>
              <a:t>Olivia Shen</a:t>
            </a:r>
            <a:endParaRPr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4311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br>
              <a:rPr lang="en-US" dirty="0"/>
            </a:br>
            <a:r>
              <a:rPr lang="en-US" sz="1200" b="1">
                <a:solidFill>
                  <a:srgbClr val="000000"/>
                </a:solidFill>
                <a:latin typeface="Montserrat"/>
              </a:rPr>
              <a:t>Jamie Charette​</a:t>
            </a:r>
            <a:endParaRPr lang="en-US" sz="1200" b="1"/>
          </a:p>
          <a:p>
            <a:pPr>
              <a:defRPr sz="1200">
                <a:latin typeface="Montserrat"/>
              </a:defRPr>
            </a:pPr>
            <a:endParaRPr lang="en-US" sz="1200" b="1" dirty="0">
              <a:solidFill>
                <a:srgbClr val="000000"/>
              </a:solidFill>
              <a:latin typeface="Montserra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 dirty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 dirty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148"/>
              </p:ext>
            </p:extLst>
          </p:nvPr>
        </p:nvGraphicFramePr>
        <p:xfrm>
          <a:off x="420567" y="1240385"/>
          <a:ext cx="11599853" cy="1981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19.0 A-1 Handle Order Management</a:t>
                      </a:r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Handle Order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</a:rPr>
                        <a:t>19.1 Manage Service 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</a:rPr>
                        <a:t>Orders</a:t>
                      </a:r>
                      <a:endParaRPr lang="en-US" sz="1400" b="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/>
                        <a:t>Jamie Charette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19.2 Process Outages &amp;  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Emergencies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Jamie Charette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6" y="4425702"/>
            <a:ext cx="6483035" cy="1887074"/>
          </a:xfrm>
        </p:spPr>
        <p:txBody>
          <a:bodyPr/>
          <a:lstStyle/>
          <a:p>
            <a:r>
              <a:rPr lang="en-US" sz="4250" b="1" dirty="0">
                <a:latin typeface="Montserrat"/>
              </a:rPr>
              <a:t>02</a:t>
            </a:r>
            <a:r>
              <a:rPr lang="en-US" sz="4250" dirty="0">
                <a:latin typeface="Montserrat"/>
              </a:rPr>
              <a:t> (L3) Process Outages and </a:t>
            </a:r>
            <a:r>
              <a:rPr lang="en-US" sz="4250">
                <a:latin typeface="Montserrat"/>
              </a:rPr>
              <a:t>Emergencies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6CB-2C3E-3649-84C9-E047CD09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8184E-2065-B50A-5DE8-04BEA6B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56" y="4427892"/>
            <a:ext cx="6936294" cy="1887074"/>
          </a:xfrm>
        </p:spPr>
        <p:txBody>
          <a:bodyPr/>
          <a:lstStyle/>
          <a:p>
            <a:r>
              <a:rPr lang="en-US" sz="4250" b="1" dirty="0">
                <a:latin typeface="Montserrat"/>
              </a:rPr>
              <a:t>03</a:t>
            </a:r>
            <a:r>
              <a:rPr lang="en-US" sz="4250" dirty="0">
                <a:latin typeface="Montserrat"/>
              </a:rPr>
              <a:t> (L3) </a:t>
            </a:r>
            <a:r>
              <a:rPr lang="en-US" sz="4300" dirty="0">
                <a:latin typeface="Montserrat"/>
              </a:rPr>
              <a:t>Process Outages </a:t>
            </a:r>
            <a:r>
              <a:rPr lang="en-US" sz="4300">
                <a:latin typeface="Montserrat"/>
              </a:rPr>
              <a:t>and </a:t>
            </a:r>
            <a:r>
              <a:rPr lang="en-US" sz="4300" dirty="0">
                <a:latin typeface="Montserrat"/>
              </a:rPr>
              <a:t>Emergencies </a:t>
            </a:r>
            <a:r>
              <a:rPr lang="en-US" sz="4400" dirty="0">
                <a:latin typeface="Montserrat"/>
              </a:rPr>
              <a:t>(cont.)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60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EC69-23A8-5772-BEB9-B9ED0972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70A362-5F9D-E986-8A1E-DFA31FDD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Assumptions for </a:t>
            </a:r>
            <a:r>
              <a:rPr lang="en-US" sz="4250" dirty="0">
                <a:latin typeface="Montserrat"/>
              </a:rPr>
              <a:t>Future State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909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A9F5-6FA5-6E90-4540-7E81EB75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Contact Accounts or Contracts will not be created in Service Cloud v2 individually. They will only be created during a move in process. 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Service Cloud will not expose PO box address fields as DQM does not validate those fields.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Street 3 is used as the PMB (Private Mail Box) details. This field also does not get validated by DQM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PO Box details get added onto the Street field for DQM validation </a:t>
            </a:r>
            <a:endParaRPr lang="en-US"/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12FBF-5B23-4CEF-91CF-208E41B8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Assumptions for Future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47FBA2-98A1-9143-4DF1-F8AAF299F6E9}"/>
              </a:ext>
            </a:extLst>
          </p:cNvPr>
          <p:cNvSpPr/>
          <p:nvPr/>
        </p:nvSpPr>
        <p:spPr>
          <a:xfrm>
            <a:off x="7629525" y="180975"/>
            <a:ext cx="2219325" cy="112395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/>
              </a:rPr>
              <a:t>Update</a:t>
            </a:r>
            <a:endParaRPr lang="en-US" sz="1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2905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 dirty="0">
                <a:latin typeface="Montserrat"/>
              </a:rPr>
              <a:t> </a:t>
            </a:r>
            <a:r>
              <a:rPr lang="en-US" sz="4400" dirty="0">
                <a:latin typeface="Montserrat"/>
              </a:rPr>
              <a:t>FRICE-W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latin typeface="Montserrat"/>
              </a:rPr>
              <a:t>1. SPLATT Notification</a:t>
            </a:r>
            <a:endParaRPr lang="en-US"/>
          </a:p>
          <a:p>
            <a:r>
              <a:rPr lang="en-US" sz="1800">
                <a:latin typeface="Montserrat"/>
              </a:rPr>
              <a:t>2. Create Service Notification(s)</a:t>
            </a:r>
            <a:endParaRPr lang="en-US"/>
          </a:p>
          <a:p>
            <a:r>
              <a:rPr lang="en-US" sz="1800">
                <a:latin typeface="Montserrat"/>
              </a:rPr>
              <a:t>3. OMS Integration</a:t>
            </a:r>
            <a:endParaRPr lang="en-US"/>
          </a:p>
          <a:p>
            <a:r>
              <a:rPr lang="en-US" sz="1800">
                <a:latin typeface="Montserrat"/>
              </a:rPr>
              <a:t>4. OMAR integration (Dispatch view)?</a:t>
            </a:r>
            <a:endParaRPr lang="en-US"/>
          </a:p>
          <a:p>
            <a:r>
              <a:rPr lang="en-US" sz="1800">
                <a:latin typeface="Montserrat"/>
              </a:rPr>
              <a:t>5. Question Tree based type of order</a:t>
            </a:r>
            <a:endParaRPr lang="en-US"/>
          </a:p>
          <a:p>
            <a:r>
              <a:rPr lang="en-US" sz="1800">
                <a:latin typeface="Montserrat"/>
              </a:rPr>
              <a:t>6. Schedule orders</a:t>
            </a:r>
            <a:endParaRPr lang="en-US"/>
          </a:p>
          <a:p>
            <a:r>
              <a:rPr lang="en-US" sz="1800">
                <a:latin typeface="Montserrat"/>
              </a:rPr>
              <a:t>7. Streetlight outage and OSI ? </a:t>
            </a:r>
            <a:endParaRPr lang="en-US"/>
          </a:p>
          <a:p>
            <a:pPr marL="342900" indent="-342900">
              <a:buAutoNum type="arabicPeriod"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Handle Order Management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75343"/>
              </p:ext>
            </p:extLst>
          </p:nvPr>
        </p:nvGraphicFramePr>
        <p:xfrm>
          <a:off x="315310" y="1305034"/>
          <a:ext cx="11729970" cy="537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45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758872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5478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799337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368597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407920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1901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L1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L2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L3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L4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User Story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Acceptance Criteria</a:t>
                      </a:r>
                      <a:endParaRPr lang="en-US" sz="9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1260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Create Service Request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As an SAP Customer Service Representative, I want to process Service Notifications within Handle Order Management under Manage Customer Service, so that I can timely capture and initiate service-related activities.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capture basic details for service request creation.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validate entries before submitting the service request.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save the service request as draft.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submit the service request for processing.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cancel service request creation before submission.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edit the service request prior to submission.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view confirmation after creating the service request.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3973512"/>
                  </a:ext>
                </a:extLst>
              </a:tr>
              <a:tr h="14008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Create Service Order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As an SAP Customer Service Representative, I want to manage Service Notifications within Handle Order Management so that I can efficiently transition customer issues into actionable follow-up activities and track progress.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start a new service order creation.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link the service order to the originating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save the service order successfully.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submit the service order for processing.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modify entered details before saving.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cancel the creation before saving.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view the created service order from the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receive confirmation of service order creation.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11.Able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2059250"/>
                  </a:ext>
                </a:extLst>
              </a:tr>
              <a:tr h="1260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order - Create/Change/Display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As an SAP Customer Service representative, I want to manage Service Notifications within customer service order management so that I can efficiently initiate, maintain, and review related service orders to resolve customer issues promptly.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change an existing service order.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display an existing service order.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create a service order from a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change a service order linked to a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display a service order linked to a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open a service order in change mode.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open a service order in display mode.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8082860"/>
                  </a:ext>
                </a:extLst>
              </a:tr>
              <a:tr h="1260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Manage Customer Service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Handle Order Management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>
                          <a:effectLst/>
                        </a:rPr>
                        <a:t>Service Notifications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Create/Modify meter reads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As an SAP Customer Service Representative, I want to manage Service Notifications by creating and modifying meter reads within Handle Order Management so that customer service activities are accurately documented and actionable.</a:t>
                      </a:r>
                      <a:endParaRPr lang="en-US" sz="9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dirty="0">
                          <a:effectLst/>
                        </a:rPr>
                        <a:t>1. Able to create a new meter read within the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3.Able to modify an existing meter read within the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4.Able to select a meter read for modification.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5.Able to save a newly created meter read.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6.Able to save changes to a modified meter read.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7.Able to associate a created meter read with the current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8.Able to review the updated meter read within the service notification.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10.Able to identify Risk and Controls</a:t>
                      </a:r>
                      <a:endParaRPr lang="en-US" sz="9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67346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918839-C2B4-DE01-C0BC-B9EA86B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130418-35EB-D35C-512F-CF63AE52F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544" y="5127738"/>
            <a:ext cx="6613591" cy="612967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</a:t>
            </a:r>
            <a:r>
              <a:rPr lang="en-US" sz="4250">
                <a:latin typeface="Montserrat"/>
              </a:rPr>
              <a:t> 3</a:t>
            </a:r>
            <a:r>
              <a:rPr lang="en-US" sz="4250" baseline="30000">
                <a:latin typeface="Montserrat"/>
              </a:rPr>
              <a:t>rd</a:t>
            </a:r>
            <a:r>
              <a:rPr lang="en-US" sz="4250">
                <a:latin typeface="Montserrat"/>
              </a:rPr>
              <a:t> Party Integration </a:t>
            </a:r>
            <a:br>
              <a:rPr lang="en-US" sz="4250"/>
            </a:br>
            <a:endParaRPr lang="en-US" sz="42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568AE-5A89-D970-9770-3B24B136EA57}"/>
              </a:ext>
            </a:extLst>
          </p:cNvPr>
          <p:cNvSpPr/>
          <p:nvPr/>
        </p:nvSpPr>
        <p:spPr>
          <a:xfrm>
            <a:off x="6819900" y="561975"/>
            <a:ext cx="3924300" cy="2600325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 pitchFamily="2" charset="77"/>
              </a:rPr>
              <a:t>Remove?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4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B1C4-66C6-E4C5-33CB-E873CE8B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750B-80A9-3759-00E2-7796EC77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22" y="5046940"/>
            <a:ext cx="6270458" cy="1072100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08 </a:t>
            </a:r>
            <a:r>
              <a:rPr lang="en-US" sz="4250">
                <a:latin typeface="Montserrat"/>
              </a:rPr>
              <a:t>Data Migration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05250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E552-A664-270D-D320-04C752E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EE52-89F9-8837-0A7E-2CEF9D6B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CRMD_ACTIVITY_H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CRMD_ORDERADM_H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CRMD_ORDERADM_I</a:t>
            </a:r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CRMV_LINKPARTNER</a:t>
            </a: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5DCA3-1176-A063-C84B-C1B74490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Potential Tables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819C6-88CB-8EDB-2E75-AB8F3943CBE5}"/>
              </a:ext>
            </a:extLst>
          </p:cNvPr>
          <p:cNvSpPr/>
          <p:nvPr/>
        </p:nvSpPr>
        <p:spPr>
          <a:xfrm>
            <a:off x="7629525" y="180975"/>
            <a:ext cx="2219325" cy="112395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latin typeface="Montserrat"/>
              </a:rPr>
              <a:t>Update </a:t>
            </a:r>
            <a:endParaRPr lang="en-US" sz="1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5827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09 </a:t>
            </a:r>
            <a:r>
              <a:rPr lang="en-US" sz="4250" dirty="0">
                <a:latin typeface="Montserrat"/>
              </a:rPr>
              <a:t>Decisions,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Action Items,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Change Impacts, Wrap-Up &amp;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3.xml><?xml version="1.0" encoding="utf-8"?>
<?mso-contentType ?>
<SharedContentType xmlns="Microsoft.SharePoint.Taxonomy.ContentTypeSync" SourceId="eeb413d7-29a7-49c8-b3b9-887ddee13f64" ContentTypeId="0x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34203E-F84F-42A1-BE7F-2ED863C99AA5}">
  <ds:schemaRefs>
    <ds:schemaRef ds:uri="a433be04-1063-452b-9ab8-ba06373cb7cb"/>
    <ds:schemaRef ds:uri="http://purl.org/dc/dcmitype/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301e0a56-4899-4cce-a214-5e425f318dcb"/>
    <ds:schemaRef ds:uri="2c7fe448-207e-4aca-804d-051f84c484d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6016</Words>
  <Application>Microsoft Office PowerPoint</Application>
  <PresentationFormat>Widescreen</PresentationFormat>
  <Paragraphs>1420</Paragraphs>
  <Slides>20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16x9 PowertPoint Template-CE-Jan.2019-AFC</vt:lpstr>
      <vt:lpstr>Handle Order Management Workshop A-2  Jose Diaz and Mohanta Das 7/23/26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02 (L3) Process Outages and Emergencies</vt:lpstr>
      <vt:lpstr>BREAK!  - 10 mins</vt:lpstr>
      <vt:lpstr>03 (L3) Process Outages and Emergencies (cont.)</vt:lpstr>
      <vt:lpstr>04 Assumptions for Future State</vt:lpstr>
      <vt:lpstr>Assumptions for Future State</vt:lpstr>
      <vt:lpstr>05 FRICE-W</vt:lpstr>
      <vt:lpstr>FRICE-W Identified</vt:lpstr>
      <vt:lpstr>07 Drafted User Stories</vt:lpstr>
      <vt:lpstr>User Stories for Handle Order Management</vt:lpstr>
      <vt:lpstr>08 3rd Party Integration  </vt:lpstr>
      <vt:lpstr>08 Data Migration</vt:lpstr>
      <vt:lpstr>Potential Tables</vt:lpstr>
      <vt:lpstr>09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lastModifiedBy>DAWN M PETTENGILL</cp:lastModifiedBy>
  <cp:revision>452</cp:revision>
  <dcterms:created xsi:type="dcterms:W3CDTF">2026-04-30T14:24:24Z</dcterms:created>
  <dcterms:modified xsi:type="dcterms:W3CDTF">2026-06-01T17:57:27Z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