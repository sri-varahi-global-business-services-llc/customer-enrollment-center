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modernComment_7FFFFFF0_1996B2E2.xml" ContentType="application/vnd.ms-powerpoint.comments+xml"/>
  <Override PartName="/ppt/comments/modernComment_7FFFFFFB_C04DA8FA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5"/>
  </p:sldMasterIdLst>
  <p:notesMasterIdLst>
    <p:notesMasterId r:id="rId37"/>
  </p:notesMasterIdLst>
  <p:sldIdLst>
    <p:sldId id="268" r:id="rId6"/>
    <p:sldId id="305" r:id="rId7"/>
    <p:sldId id="2147483632" r:id="rId8"/>
    <p:sldId id="295" r:id="rId9"/>
    <p:sldId id="2147483637" r:id="rId10"/>
    <p:sldId id="280" r:id="rId11"/>
    <p:sldId id="258" r:id="rId12"/>
    <p:sldId id="2147483644" r:id="rId13"/>
    <p:sldId id="2147483643" r:id="rId14"/>
    <p:sldId id="2147483645" r:id="rId15"/>
    <p:sldId id="260" r:id="rId16"/>
    <p:sldId id="263" r:id="rId17"/>
    <p:sldId id="259" r:id="rId18"/>
    <p:sldId id="2147483646" r:id="rId19"/>
    <p:sldId id="2147483647" r:id="rId20"/>
    <p:sldId id="256" r:id="rId21"/>
    <p:sldId id="267" r:id="rId22"/>
    <p:sldId id="291" r:id="rId23"/>
    <p:sldId id="281" r:id="rId24"/>
    <p:sldId id="265" r:id="rId25"/>
    <p:sldId id="266" r:id="rId26"/>
    <p:sldId id="277" r:id="rId27"/>
    <p:sldId id="262" r:id="rId28"/>
    <p:sldId id="2147483642" r:id="rId29"/>
    <p:sldId id="264" r:id="rId30"/>
    <p:sldId id="261" r:id="rId31"/>
    <p:sldId id="2147483641" r:id="rId32"/>
    <p:sldId id="270" r:id="rId33"/>
    <p:sldId id="271" r:id="rId34"/>
    <p:sldId id="257" r:id="rId35"/>
    <p:sldId id="2147482861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C56B50B-91B3-483C-BE05-FE0EDD9856A7}">
          <p14:sldIdLst>
            <p14:sldId id="268"/>
            <p14:sldId id="305"/>
            <p14:sldId id="2147483632"/>
            <p14:sldId id="295"/>
            <p14:sldId id="2147483637"/>
            <p14:sldId id="280"/>
            <p14:sldId id="258"/>
            <p14:sldId id="2147483644"/>
            <p14:sldId id="2147483643"/>
            <p14:sldId id="2147483645"/>
            <p14:sldId id="260"/>
            <p14:sldId id="263"/>
            <p14:sldId id="259"/>
            <p14:sldId id="2147483646"/>
            <p14:sldId id="2147483647"/>
            <p14:sldId id="256"/>
            <p14:sldId id="267"/>
            <p14:sldId id="291"/>
            <p14:sldId id="281"/>
            <p14:sldId id="265"/>
            <p14:sldId id="266"/>
            <p14:sldId id="277"/>
            <p14:sldId id="262"/>
            <p14:sldId id="2147483642"/>
            <p14:sldId id="264"/>
            <p14:sldId id="261"/>
            <p14:sldId id="2147483641"/>
            <p14:sldId id="270"/>
            <p14:sldId id="271"/>
            <p14:sldId id="257"/>
            <p14:sldId id="2147482861"/>
          </p14:sldIdLst>
        </p14:section>
        <p14:section name="Graveyard" id="{6A0FE7CB-C75F-47F8-8DB4-A309BCF33C4C}">
          <p14:sldIdLst/>
        </p14:section>
      </p14:section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D054E2A-988F-FF15-C981-8B792429B072}" name="DAWN M PETTENGILL" initials="DP" userId="S::DAWN.PETTENGILL@cmsenergy.com::6c3e7221-c014-41df-9963-eb44707bad46" providerId="AD"/>
  <p188:author id="{DE9ACA47-3EA9-04A0-C6C5-013CFC6955FC}" name="Jose Diaz" initials="JD" userId="S::jose.diaz@cmsenergy.com::517cb5ef-6fb8-49bc-8303-535c95eee28f" providerId="AD"/>
  <p188:author id="{63114D57-0809-584E-AAB2-61DBCC96837E}" name="Shibu Devapalan Prabha" initials="SD" userId="S::Shibu.DevapalanPrabha@cmsenergy.com::183e8b0d-c241-4499-bcd3-c8d01511828f" providerId="AD"/>
  <p188:author id="{F71F5868-14A0-AE0D-85D4-64A03FE904D8}" name="Taylor Ilov" initials="" userId="S::Taylor.Ilov@ibm.com::43dc5e75-7824-4f8d-a1aa-508c4d2ae3d7" providerId="AD"/>
  <p188:author id="{213F0180-4E89-B86B-F6E1-E03B7518BAE5}" name="Taylor Ilov" initials="TI" userId="S::taylor.ilov@ibm.com::43dc5e75-7824-4f8d-a1aa-508c4d2ae3d7" providerId="AD"/>
  <p188:author id="{55932883-5CB1-84AB-7BEE-79D4FF9FD896}" name="DAWN M PETTENGILL" initials="DP" userId="S::dawn.pettengill@cmsenergy.com::6c3e7221-c014-41df-9963-eb44707bad46" providerId="AD"/>
  <p188:author id="{E0F43C9C-6832-B916-1774-3259A96AF8AE}" name="TARAH A WILSON" initials="TW" userId="S::tarah.wilson@cmsenergy.com::0e9dfbcc-f770-45ed-b786-50574abd7039" providerId="AD"/>
  <p188:author id="{06E22CA2-C0F8-AC46-CA2A-3E2B1B6644D3}" name="Taylor Ilov" initials="TI" userId="S::taylor.ilov@cmsenergy.com::b3e8fa34-e639-4d12-a6dc-5e3032b39fb7" providerId="AD"/>
  <p188:author id="{501AB7E2-9689-D00B-6C95-3A5D410786DE}" name="Jose Diaz" initials="JD" userId="S::jose.diaz2@ibm.com::9b29bd53-f7fb-41c2-aeba-4f48f8f2c2b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735A72-E9CD-CB10-47E8-38CC4FBE8B68}" v="124" dt="2026-06-22T21:36:55.527"/>
    <p1510:client id="{620D36F7-DA42-4E11-4A3D-6BF3FBCF44FA}" v="3" dt="2026-06-23T12:16:30.793"/>
    <p1510:client id="{B49F93AA-30B2-4418-BB28-ECF4235D9B6D}" v="2752" dt="2026-06-23T15:39:24.30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viewProps" Target="viewProps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microsoft.com/office/2016/11/relationships/changesInfo" Target="changesInfos/changesInfo1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microsoft.com/office/2018/10/relationships/authors" Target="authors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microsoft.com/office/2015/10/relationships/revisionInfo" Target="revisionInfo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ylor Ilov" userId="S::taylor.ilov@cmsenergy.com::b3e8fa34-e639-4d12-a6dc-5e3032b39fb7" providerId="AD" clId="Web-{B23F50C1-F81E-DCA0-2696-560A2F5A8108}"/>
    <pc:docChg chg="addSld delSld modSld sldOrd modSection">
      <pc:chgData name="Taylor Ilov" userId="S::taylor.ilov@cmsenergy.com::b3e8fa34-e639-4d12-a6dc-5e3032b39fb7" providerId="AD" clId="Web-{B23F50C1-F81E-DCA0-2696-560A2F5A8108}" dt="2026-06-01T14:58:50.022" v="526"/>
      <pc:docMkLst>
        <pc:docMk/>
      </pc:docMkLst>
      <pc:sldChg chg="modSp">
        <pc:chgData name="Taylor Ilov" userId="S::taylor.ilov@cmsenergy.com::b3e8fa34-e639-4d12-a6dc-5e3032b39fb7" providerId="AD" clId="Web-{B23F50C1-F81E-DCA0-2696-560A2F5A8108}" dt="2026-06-01T14:24:22.545" v="449" actId="20577"/>
        <pc:sldMkLst>
          <pc:docMk/>
          <pc:sldMk cId="274954407" sldId="257"/>
        </pc:sldMkLst>
        <pc:spChg chg="mod">
          <ac:chgData name="Taylor Ilov" userId="S::taylor.ilov@cmsenergy.com::b3e8fa34-e639-4d12-a6dc-5e3032b39fb7" providerId="AD" clId="Web-{B23F50C1-F81E-DCA0-2696-560A2F5A8108}" dt="2026-06-01T14:24:22.545" v="449" actId="20577"/>
          <ac:spMkLst>
            <pc:docMk/>
            <pc:sldMk cId="274954407" sldId="257"/>
            <ac:spMk id="2" creationId="{E34B602E-2C3B-4F08-5E75-F752CAE78886}"/>
          </ac:spMkLst>
        </pc:spChg>
      </pc:sldChg>
      <pc:sldChg chg="modSp">
        <pc:chgData name="Taylor Ilov" userId="S::taylor.ilov@cmsenergy.com::b3e8fa34-e639-4d12-a6dc-5e3032b39fb7" providerId="AD" clId="Web-{B23F50C1-F81E-DCA0-2696-560A2F5A8108}" dt="2026-06-01T14:13:33.613" v="386" actId="20577"/>
        <pc:sldMkLst>
          <pc:docMk/>
          <pc:sldMk cId="2828065825" sldId="258"/>
        </pc:sldMkLst>
        <pc:spChg chg="mod">
          <ac:chgData name="Taylor Ilov" userId="S::taylor.ilov@cmsenergy.com::b3e8fa34-e639-4d12-a6dc-5e3032b39fb7" providerId="AD" clId="Web-{B23F50C1-F81E-DCA0-2696-560A2F5A8108}" dt="2026-06-01T14:13:33.613" v="386" actId="20577"/>
          <ac:spMkLst>
            <pc:docMk/>
            <pc:sldMk cId="2828065825" sldId="258"/>
            <ac:spMk id="7" creationId="{F363667B-981C-A7C5-B405-AF1006A4BA19}"/>
          </ac:spMkLst>
        </pc:spChg>
      </pc:sldChg>
      <pc:sldChg chg="modSp">
        <pc:chgData name="Taylor Ilov" userId="S::taylor.ilov@cmsenergy.com::b3e8fa34-e639-4d12-a6dc-5e3032b39fb7" providerId="AD" clId="Web-{B23F50C1-F81E-DCA0-2696-560A2F5A8108}" dt="2026-06-01T13:21:27.158" v="22" actId="20577"/>
        <pc:sldMkLst>
          <pc:docMk/>
          <pc:sldMk cId="3852294437" sldId="268"/>
        </pc:sldMkLst>
        <pc:spChg chg="mod">
          <ac:chgData name="Taylor Ilov" userId="S::taylor.ilov@cmsenergy.com::b3e8fa34-e639-4d12-a6dc-5e3032b39fb7" providerId="AD" clId="Web-{B23F50C1-F81E-DCA0-2696-560A2F5A8108}" dt="2026-06-01T13:21:27.158" v="22" actId="20577"/>
          <ac:spMkLst>
            <pc:docMk/>
            <pc:sldMk cId="3852294437" sldId="268"/>
            <ac:spMk id="4" creationId="{81A08FD6-7E06-AEC4-FC0F-CD07B69918CC}"/>
          </ac:spMkLst>
        </pc:spChg>
      </pc:sldChg>
      <pc:sldChg chg="addSp delSp modSp">
        <pc:chgData name="Taylor Ilov" userId="S::taylor.ilov@cmsenergy.com::b3e8fa34-e639-4d12-a6dc-5e3032b39fb7" providerId="AD" clId="Web-{B23F50C1-F81E-DCA0-2696-560A2F5A8108}" dt="2026-06-01T14:58:50.022" v="526"/>
        <pc:sldMkLst>
          <pc:docMk/>
          <pc:sldMk cId="2218206800" sldId="271"/>
        </pc:sldMkLst>
        <pc:graphicFrameChg chg="mod modGraphic">
          <ac:chgData name="Taylor Ilov" userId="S::taylor.ilov@cmsenergy.com::b3e8fa34-e639-4d12-a6dc-5e3032b39fb7" providerId="AD" clId="Web-{B23F50C1-F81E-DCA0-2696-560A2F5A8108}" dt="2026-06-01T14:58:35.506" v="524"/>
          <ac:graphicFrameMkLst>
            <pc:docMk/>
            <pc:sldMk cId="2218206800" sldId="271"/>
            <ac:graphicFrameMk id="8" creationId="{EBD8FAA2-4B6C-BC4B-328F-08ECDE8FD127}"/>
          </ac:graphicFrameMkLst>
        </pc:graphicFrameChg>
      </pc:sldChg>
      <pc:sldChg chg="modSp">
        <pc:chgData name="Taylor Ilov" userId="S::taylor.ilov@cmsenergy.com::b3e8fa34-e639-4d12-a6dc-5e3032b39fb7" providerId="AD" clId="Web-{B23F50C1-F81E-DCA0-2696-560A2F5A8108}" dt="2026-06-01T14:14:20.787" v="405" actId="20577"/>
        <pc:sldMkLst>
          <pc:docMk/>
          <pc:sldMk cId="2542367511" sldId="277"/>
        </pc:sldMkLst>
        <pc:spChg chg="mod">
          <ac:chgData name="Taylor Ilov" userId="S::taylor.ilov@cmsenergy.com::b3e8fa34-e639-4d12-a6dc-5e3032b39fb7" providerId="AD" clId="Web-{B23F50C1-F81E-DCA0-2696-560A2F5A8108}" dt="2026-06-01T14:14:20.787" v="405" actId="20577"/>
          <ac:spMkLst>
            <pc:docMk/>
            <pc:sldMk cId="2542367511" sldId="277"/>
            <ac:spMk id="7" creationId="{CAD1F050-5AB8-5CAC-CBBB-4BA7E18D5658}"/>
          </ac:spMkLst>
        </pc:spChg>
      </pc:sldChg>
      <pc:sldChg chg="modSp add">
        <pc:chgData name="Taylor Ilov" userId="S::taylor.ilov@cmsenergy.com::b3e8fa34-e639-4d12-a6dc-5e3032b39fb7" providerId="AD" clId="Web-{B23F50C1-F81E-DCA0-2696-560A2F5A8108}" dt="2026-06-01T13:48:21.678" v="259"/>
        <pc:sldMkLst>
          <pc:docMk/>
          <pc:sldMk cId="3692638522" sldId="280"/>
        </pc:sldMkLst>
        <pc:spChg chg="mod">
          <ac:chgData name="Taylor Ilov" userId="S::taylor.ilov@cmsenergy.com::b3e8fa34-e639-4d12-a6dc-5e3032b39fb7" providerId="AD" clId="Web-{B23F50C1-F81E-DCA0-2696-560A2F5A8108}" dt="2026-06-01T13:47:52.426" v="243" actId="20577"/>
          <ac:spMkLst>
            <pc:docMk/>
            <pc:sldMk cId="3692638522" sldId="280"/>
            <ac:spMk id="3" creationId="{58573676-BFE1-83AA-90C9-0699928A0949}"/>
          </ac:spMkLst>
        </pc:spChg>
        <pc:spChg chg="mod">
          <ac:chgData name="Taylor Ilov" userId="S::taylor.ilov@cmsenergy.com::b3e8fa34-e639-4d12-a6dc-5e3032b39fb7" providerId="AD" clId="Web-{B23F50C1-F81E-DCA0-2696-560A2F5A8108}" dt="2026-06-01T13:47:28.066" v="234" actId="20577"/>
          <ac:spMkLst>
            <pc:docMk/>
            <pc:sldMk cId="3692638522" sldId="280"/>
            <ac:spMk id="8" creationId="{F068F04F-6DFB-171B-FC7A-BD61AE783CD5}"/>
          </ac:spMkLst>
        </pc:spChg>
        <pc:graphicFrameChg chg="mod modGraphic">
          <ac:chgData name="Taylor Ilov" userId="S::taylor.ilov@cmsenergy.com::b3e8fa34-e639-4d12-a6dc-5e3032b39fb7" providerId="AD" clId="Web-{B23F50C1-F81E-DCA0-2696-560A2F5A8108}" dt="2026-06-01T13:48:21.678" v="259"/>
          <ac:graphicFrameMkLst>
            <pc:docMk/>
            <pc:sldMk cId="3692638522" sldId="280"/>
            <ac:graphicFrameMk id="11" creationId="{17F055A7-BB2E-3BF1-B0E5-02D3240DD088}"/>
          </ac:graphicFrameMkLst>
        </pc:graphicFrameChg>
      </pc:sldChg>
      <pc:sldChg chg="modSp">
        <pc:chgData name="Taylor Ilov" userId="S::taylor.ilov@cmsenergy.com::b3e8fa34-e639-4d12-a6dc-5e3032b39fb7" providerId="AD" clId="Web-{B23F50C1-F81E-DCA0-2696-560A2F5A8108}" dt="2026-06-01T14:13:40.082" v="390" actId="20577"/>
        <pc:sldMkLst>
          <pc:docMk/>
          <pc:sldMk cId="12600196" sldId="281"/>
        </pc:sldMkLst>
        <pc:spChg chg="mod">
          <ac:chgData name="Taylor Ilov" userId="S::taylor.ilov@cmsenergy.com::b3e8fa34-e639-4d12-a6dc-5e3032b39fb7" providerId="AD" clId="Web-{B23F50C1-F81E-DCA0-2696-560A2F5A8108}" dt="2026-06-01T14:13:40.082" v="390" actId="20577"/>
          <ac:spMkLst>
            <pc:docMk/>
            <pc:sldMk cId="12600196" sldId="281"/>
            <ac:spMk id="7" creationId="{EB98184E-2065-B50A-5DE8-04BEA6B96B3C}"/>
          </ac:spMkLst>
        </pc:spChg>
      </pc:sldChg>
      <pc:sldChg chg="add">
        <pc:chgData name="Taylor Ilov" userId="S::taylor.ilov@cmsenergy.com::b3e8fa34-e639-4d12-a6dc-5e3032b39fb7" providerId="AD" clId="Web-{B23F50C1-F81E-DCA0-2696-560A2F5A8108}" dt="2026-06-01T13:21:46.221" v="23"/>
        <pc:sldMkLst>
          <pc:docMk/>
          <pc:sldMk cId="1110191763" sldId="305"/>
        </pc:sldMkLst>
      </pc:sldChg>
      <pc:sldChg chg="addSp delSp modSp">
        <pc:chgData name="Taylor Ilov" userId="S::taylor.ilov@cmsenergy.com::b3e8fa34-e639-4d12-a6dc-5e3032b39fb7" providerId="AD" clId="Web-{B23F50C1-F81E-DCA0-2696-560A2F5A8108}" dt="2026-06-01T14:24:03.951" v="444" actId="1076"/>
        <pc:sldMkLst>
          <pc:docMk/>
          <pc:sldMk cId="429306594" sldId="2147483632"/>
        </pc:sldMkLst>
        <pc:spChg chg="mod">
          <ac:chgData name="Taylor Ilov" userId="S::taylor.ilov@cmsenergy.com::b3e8fa34-e639-4d12-a6dc-5e3032b39fb7" providerId="AD" clId="Web-{B23F50C1-F81E-DCA0-2696-560A2F5A8108}" dt="2026-06-01T14:15:59.525" v="441" actId="20577"/>
          <ac:spMkLst>
            <pc:docMk/>
            <pc:sldMk cId="429306594" sldId="2147483632"/>
            <ac:spMk id="14" creationId="{1A3158E1-7695-0C81-4A14-28927869505A}"/>
          </ac:spMkLst>
        </pc:spChg>
        <pc:cxnChg chg="mod">
          <ac:chgData name="Taylor Ilov" userId="S::taylor.ilov@cmsenergy.com::b3e8fa34-e639-4d12-a6dc-5e3032b39fb7" providerId="AD" clId="Web-{B23F50C1-F81E-DCA0-2696-560A2F5A8108}" dt="2026-06-01T14:24:03.951" v="444" actId="1076"/>
          <ac:cxnSpMkLst>
            <pc:docMk/>
            <pc:sldMk cId="429306594" sldId="2147483632"/>
            <ac:cxnSpMk id="16" creationId="{28733F61-66C7-18F4-6938-676D88C48CC5}"/>
          </ac:cxnSpMkLst>
        </pc:cxnChg>
      </pc:sldChg>
      <pc:sldChg chg="modSp">
        <pc:chgData name="Taylor Ilov" userId="S::taylor.ilov@cmsenergy.com::b3e8fa34-e639-4d12-a6dc-5e3032b39fb7" providerId="AD" clId="Web-{B23F50C1-F81E-DCA0-2696-560A2F5A8108}" dt="2026-06-01T13:49:19.180" v="311" actId="20577"/>
        <pc:sldMkLst>
          <pc:docMk/>
          <pc:sldMk cId="1808544518" sldId="2147483637"/>
        </pc:sldMkLst>
        <pc:spChg chg="mod">
          <ac:chgData name="Taylor Ilov" userId="S::taylor.ilov@cmsenergy.com::b3e8fa34-e639-4d12-a6dc-5e3032b39fb7" providerId="AD" clId="Web-{B23F50C1-F81E-DCA0-2696-560A2F5A8108}" dt="2026-06-01T13:48:47.601" v="288" actId="20577"/>
          <ac:spMkLst>
            <pc:docMk/>
            <pc:sldMk cId="1808544518" sldId="2147483637"/>
            <ac:spMk id="5" creationId="{2A0B2ECB-81D5-58D2-6118-D4651F04DC2A}"/>
          </ac:spMkLst>
        </pc:spChg>
        <pc:spChg chg="mod">
          <ac:chgData name="Taylor Ilov" userId="S::taylor.ilov@cmsenergy.com::b3e8fa34-e639-4d12-a6dc-5e3032b39fb7" providerId="AD" clId="Web-{B23F50C1-F81E-DCA0-2696-560A2F5A8108}" dt="2026-06-01T13:49:19.180" v="311" actId="20577"/>
          <ac:spMkLst>
            <pc:docMk/>
            <pc:sldMk cId="1808544518" sldId="2147483637"/>
            <ac:spMk id="6" creationId="{830222EA-B48B-A73B-8B97-C9D2C354B0CD}"/>
          </ac:spMkLst>
        </pc:spChg>
      </pc:sldChg>
      <pc:sldChg chg="addSp delSp modSp">
        <pc:chgData name="Taylor Ilov" userId="S::taylor.ilov@cmsenergy.com::b3e8fa34-e639-4d12-a6dc-5e3032b39fb7" providerId="AD" clId="Web-{B23F50C1-F81E-DCA0-2696-560A2F5A8108}" dt="2026-06-01T14:24:57.624" v="458"/>
        <pc:sldMkLst>
          <pc:docMk/>
          <pc:sldMk cId="2545389575" sldId="2147483641"/>
        </pc:sldMkLst>
        <pc:spChg chg="mod">
          <ac:chgData name="Taylor Ilov" userId="S::taylor.ilov@cmsenergy.com::b3e8fa34-e639-4d12-a6dc-5e3032b39fb7" providerId="AD" clId="Web-{B23F50C1-F81E-DCA0-2696-560A2F5A8108}" dt="2026-06-01T14:24:53.234" v="457" actId="20577"/>
          <ac:spMkLst>
            <pc:docMk/>
            <pc:sldMk cId="2545389575" sldId="2147483641"/>
            <ac:spMk id="4" creationId="{5B50B024-5B2C-73D1-0F65-38C1CBB14B5B}"/>
          </ac:spMkLst>
        </pc:spChg>
      </pc:sldChg>
    </pc:docChg>
  </pc:docChgLst>
  <pc:docChgLst>
    <pc:chgData name="Jose Diaz" userId="517cb5ef-6fb8-49bc-8303-535c95eee28f" providerId="ADAL" clId="{55A93F46-8806-43C5-8CDF-2E96BA0AF0DB}"/>
    <pc:docChg chg="undo custSel addSld delSld modSld sldOrd modSection">
      <pc:chgData name="Jose Diaz" userId="517cb5ef-6fb8-49bc-8303-535c95eee28f" providerId="ADAL" clId="{55A93F46-8806-43C5-8CDF-2E96BA0AF0DB}" dt="2026-06-23T15:39:24.300" v="5800" actId="20577"/>
      <pc:docMkLst>
        <pc:docMk/>
      </pc:docMkLst>
      <pc:sldChg chg="addSp delSp modSp add mod ord">
        <pc:chgData name="Jose Diaz" userId="517cb5ef-6fb8-49bc-8303-535c95eee28f" providerId="ADAL" clId="{55A93F46-8806-43C5-8CDF-2E96BA0AF0DB}" dt="2026-06-23T00:24:27.061" v="4414"/>
        <pc:sldMkLst>
          <pc:docMk/>
          <pc:sldMk cId="3743952365" sldId="256"/>
        </pc:sldMkLst>
        <pc:spChg chg="mod">
          <ac:chgData name="Jose Diaz" userId="517cb5ef-6fb8-49bc-8303-535c95eee28f" providerId="ADAL" clId="{55A93F46-8806-43C5-8CDF-2E96BA0AF0DB}" dt="2026-06-22T22:04:35.573" v="3696" actId="20577"/>
          <ac:spMkLst>
            <pc:docMk/>
            <pc:sldMk cId="3743952365" sldId="256"/>
            <ac:spMk id="2" creationId="{A36A092E-48B9-338E-97FA-559E6C3D5604}"/>
          </ac:spMkLst>
        </pc:spChg>
        <pc:spChg chg="mod">
          <ac:chgData name="Jose Diaz" userId="517cb5ef-6fb8-49bc-8303-535c95eee28f" providerId="ADAL" clId="{55A93F46-8806-43C5-8CDF-2E96BA0AF0DB}" dt="2026-06-22T22:05:30.850" v="3884" actId="20577"/>
          <ac:spMkLst>
            <pc:docMk/>
            <pc:sldMk cId="3743952365" sldId="256"/>
            <ac:spMk id="5" creationId="{DAA2EC93-7B0F-56A4-C0FF-31E32ACF4A99}"/>
          </ac:spMkLst>
        </pc:spChg>
        <pc:picChg chg="del">
          <ac:chgData name="Jose Diaz" userId="517cb5ef-6fb8-49bc-8303-535c95eee28f" providerId="ADAL" clId="{55A93F46-8806-43C5-8CDF-2E96BA0AF0DB}" dt="2026-06-22T22:03:35.324" v="3672" actId="478"/>
          <ac:picMkLst>
            <pc:docMk/>
            <pc:sldMk cId="3743952365" sldId="256"/>
            <ac:picMk id="4" creationId="{2D3C5B26-F9D2-8D6C-7BD9-6F93FD9B361A}"/>
          </ac:picMkLst>
        </pc:picChg>
        <pc:picChg chg="add mod">
          <ac:chgData name="Jose Diaz" userId="517cb5ef-6fb8-49bc-8303-535c95eee28f" providerId="ADAL" clId="{55A93F46-8806-43C5-8CDF-2E96BA0AF0DB}" dt="2026-06-22T22:05:33.836" v="3885" actId="1076"/>
          <ac:picMkLst>
            <pc:docMk/>
            <pc:sldMk cId="3743952365" sldId="256"/>
            <ac:picMk id="6" creationId="{B37E9FF0-521E-4E08-53CB-ECCB7B2A6635}"/>
          </ac:picMkLst>
        </pc:picChg>
      </pc:sldChg>
      <pc:sldChg chg="addSp delSp modSp add mod ord">
        <pc:chgData name="Jose Diaz" userId="517cb5ef-6fb8-49bc-8303-535c95eee28f" providerId="ADAL" clId="{55A93F46-8806-43C5-8CDF-2E96BA0AF0DB}" dt="2026-06-22T20:40:13.264" v="3549" actId="20577"/>
        <pc:sldMkLst>
          <pc:docMk/>
          <pc:sldMk cId="938235850" sldId="259"/>
        </pc:sldMkLst>
        <pc:spChg chg="mod">
          <ac:chgData name="Jose Diaz" userId="517cb5ef-6fb8-49bc-8303-535c95eee28f" providerId="ADAL" clId="{55A93F46-8806-43C5-8CDF-2E96BA0AF0DB}" dt="2026-06-22T14:56:20.872" v="1463" actId="20577"/>
          <ac:spMkLst>
            <pc:docMk/>
            <pc:sldMk cId="938235850" sldId="259"/>
            <ac:spMk id="2" creationId="{937B19BD-6A9C-4C32-C4DA-F42918FE9FF6}"/>
          </ac:spMkLst>
        </pc:spChg>
        <pc:spChg chg="add mod">
          <ac:chgData name="Jose Diaz" userId="517cb5ef-6fb8-49bc-8303-535c95eee28f" providerId="ADAL" clId="{55A93F46-8806-43C5-8CDF-2E96BA0AF0DB}" dt="2026-06-22T14:57:10.366" v="1595"/>
          <ac:spMkLst>
            <pc:docMk/>
            <pc:sldMk cId="938235850" sldId="259"/>
            <ac:spMk id="3" creationId="{6174FA1A-9E37-98AE-FD96-8318123FB4F2}"/>
          </ac:spMkLst>
        </pc:spChg>
        <pc:spChg chg="add mod">
          <ac:chgData name="Jose Diaz" userId="517cb5ef-6fb8-49bc-8303-535c95eee28f" providerId="ADAL" clId="{55A93F46-8806-43C5-8CDF-2E96BA0AF0DB}" dt="2026-06-22T15:05:16.179" v="1634" actId="20577"/>
          <ac:spMkLst>
            <pc:docMk/>
            <pc:sldMk cId="938235850" sldId="259"/>
            <ac:spMk id="4" creationId="{D9B2981F-2948-F5CE-A1EA-53E52507CC58}"/>
          </ac:spMkLst>
        </pc:spChg>
        <pc:spChg chg="add mod">
          <ac:chgData name="Jose Diaz" userId="517cb5ef-6fb8-49bc-8303-535c95eee28f" providerId="ADAL" clId="{55A93F46-8806-43C5-8CDF-2E96BA0AF0DB}" dt="2026-06-22T14:57:26.958" v="1597"/>
          <ac:spMkLst>
            <pc:docMk/>
            <pc:sldMk cId="938235850" sldId="259"/>
            <ac:spMk id="5" creationId="{5A2ECB4D-1E0E-FB35-8F4A-D664A6C34CC1}"/>
          </ac:spMkLst>
        </pc:spChg>
        <pc:spChg chg="add mod">
          <ac:chgData name="Jose Diaz" userId="517cb5ef-6fb8-49bc-8303-535c95eee28f" providerId="ADAL" clId="{55A93F46-8806-43C5-8CDF-2E96BA0AF0DB}" dt="2026-06-22T20:40:13.264" v="3549" actId="20577"/>
          <ac:spMkLst>
            <pc:docMk/>
            <pc:sldMk cId="938235850" sldId="259"/>
            <ac:spMk id="7" creationId="{87C75E1A-FE7D-F222-E82C-9DEE959C050D}"/>
          </ac:spMkLst>
        </pc:spChg>
        <pc:spChg chg="add mod">
          <ac:chgData name="Jose Diaz" userId="517cb5ef-6fb8-49bc-8303-535c95eee28f" providerId="ADAL" clId="{55A93F46-8806-43C5-8CDF-2E96BA0AF0DB}" dt="2026-06-22T15:11:31.367" v="1643" actId="13822"/>
          <ac:spMkLst>
            <pc:docMk/>
            <pc:sldMk cId="938235850" sldId="259"/>
            <ac:spMk id="8" creationId="{C46858ED-AB24-F3FB-6B7C-2636EA0940E5}"/>
          </ac:spMkLst>
        </pc:spChg>
        <pc:spChg chg="add mod">
          <ac:chgData name="Jose Diaz" userId="517cb5ef-6fb8-49bc-8303-535c95eee28f" providerId="ADAL" clId="{55A93F46-8806-43C5-8CDF-2E96BA0AF0DB}" dt="2026-06-22T14:57:52.217" v="1600"/>
          <ac:spMkLst>
            <pc:docMk/>
            <pc:sldMk cId="938235850" sldId="259"/>
            <ac:spMk id="9" creationId="{01E96F49-E02A-FD45-4712-C3B4BF3F0084}"/>
          </ac:spMkLst>
        </pc:spChg>
        <pc:spChg chg="add mod">
          <ac:chgData name="Jose Diaz" userId="517cb5ef-6fb8-49bc-8303-535c95eee28f" providerId="ADAL" clId="{55A93F46-8806-43C5-8CDF-2E96BA0AF0DB}" dt="2026-06-22T15:05:47.957" v="1641" actId="20577"/>
          <ac:spMkLst>
            <pc:docMk/>
            <pc:sldMk cId="938235850" sldId="259"/>
            <ac:spMk id="10" creationId="{DDEDAAD3-3EEF-6051-3C87-8EDCC18FA26E}"/>
          </ac:spMkLst>
        </pc:spChg>
        <pc:spChg chg="add mod">
          <ac:chgData name="Jose Diaz" userId="517cb5ef-6fb8-49bc-8303-535c95eee28f" providerId="ADAL" clId="{55A93F46-8806-43C5-8CDF-2E96BA0AF0DB}" dt="2026-06-22T15:06:00.191" v="1642" actId="13822"/>
          <ac:spMkLst>
            <pc:docMk/>
            <pc:sldMk cId="938235850" sldId="259"/>
            <ac:spMk id="11" creationId="{E91AB2AB-C87B-A9A2-89E2-04E230753346}"/>
          </ac:spMkLst>
        </pc:spChg>
        <pc:spChg chg="mod">
          <ac:chgData name="Jose Diaz" userId="517cb5ef-6fb8-49bc-8303-535c95eee28f" providerId="ADAL" clId="{55A93F46-8806-43C5-8CDF-2E96BA0AF0DB}" dt="2026-06-22T15:12:22.804" v="1644" actId="1076"/>
          <ac:spMkLst>
            <pc:docMk/>
            <pc:sldMk cId="938235850" sldId="259"/>
            <ac:spMk id="12" creationId="{A7293F05-B10C-747B-74E1-303F98FC10E8}"/>
          </ac:spMkLst>
        </pc:spChg>
        <pc:spChg chg="add mod">
          <ac:chgData name="Jose Diaz" userId="517cb5ef-6fb8-49bc-8303-535c95eee28f" providerId="ADAL" clId="{55A93F46-8806-43C5-8CDF-2E96BA0AF0DB}" dt="2026-06-22T14:58:14.086" v="1603"/>
          <ac:spMkLst>
            <pc:docMk/>
            <pc:sldMk cId="938235850" sldId="259"/>
            <ac:spMk id="13" creationId="{1CA0D1B8-512B-6AB4-1CC6-AF389097E0B4}"/>
          </ac:spMkLst>
        </pc:spChg>
        <pc:spChg chg="add mod">
          <ac:chgData name="Jose Diaz" userId="517cb5ef-6fb8-49bc-8303-535c95eee28f" providerId="ADAL" clId="{55A93F46-8806-43C5-8CDF-2E96BA0AF0DB}" dt="2026-06-22T15:12:58.389" v="1667" actId="20577"/>
          <ac:spMkLst>
            <pc:docMk/>
            <pc:sldMk cId="938235850" sldId="259"/>
            <ac:spMk id="14" creationId="{5FD7B8A5-2413-4362-E480-EF4BBE55B94D}"/>
          </ac:spMkLst>
        </pc:spChg>
        <pc:picChg chg="del">
          <ac:chgData name="Jose Diaz" userId="517cb5ef-6fb8-49bc-8303-535c95eee28f" providerId="ADAL" clId="{55A93F46-8806-43C5-8CDF-2E96BA0AF0DB}" dt="2026-06-22T14:56:26.588" v="1464" actId="478"/>
          <ac:picMkLst>
            <pc:docMk/>
            <pc:sldMk cId="938235850" sldId="259"/>
            <ac:picMk id="6" creationId="{47ED9318-F262-588F-1A0A-B5E54061AA5B}"/>
          </ac:picMkLst>
        </pc:picChg>
        <pc:cxnChg chg="add">
          <ac:chgData name="Jose Diaz" userId="517cb5ef-6fb8-49bc-8303-535c95eee28f" providerId="ADAL" clId="{55A93F46-8806-43C5-8CDF-2E96BA0AF0DB}" dt="2026-06-22T15:01:35.092" v="1614" actId="11529"/>
          <ac:cxnSpMkLst>
            <pc:docMk/>
            <pc:sldMk cId="938235850" sldId="259"/>
            <ac:cxnSpMk id="16" creationId="{C408216D-19A7-0EFB-F99A-AE5B7FD29BE8}"/>
          </ac:cxnSpMkLst>
        </pc:cxnChg>
        <pc:cxnChg chg="add mod">
          <ac:chgData name="Jose Diaz" userId="517cb5ef-6fb8-49bc-8303-535c95eee28f" providerId="ADAL" clId="{55A93F46-8806-43C5-8CDF-2E96BA0AF0DB}" dt="2026-06-22T15:01:42.244" v="1618" actId="14100"/>
          <ac:cxnSpMkLst>
            <pc:docMk/>
            <pc:sldMk cId="938235850" sldId="259"/>
            <ac:cxnSpMk id="17" creationId="{4BD2D364-7897-41D4-7211-B1226BB5C393}"/>
          </ac:cxnSpMkLst>
        </pc:cxnChg>
      </pc:sldChg>
      <pc:sldChg chg="addSp delSp modSp add mod">
        <pc:chgData name="Jose Diaz" userId="517cb5ef-6fb8-49bc-8303-535c95eee28f" providerId="ADAL" clId="{55A93F46-8806-43C5-8CDF-2E96BA0AF0DB}" dt="2026-06-22T18:14:00.856" v="1758" actId="14100"/>
        <pc:sldMkLst>
          <pc:docMk/>
          <pc:sldMk cId="2697584092" sldId="260"/>
        </pc:sldMkLst>
        <pc:spChg chg="del">
          <ac:chgData name="Jose Diaz" userId="517cb5ef-6fb8-49bc-8303-535c95eee28f" providerId="ADAL" clId="{55A93F46-8806-43C5-8CDF-2E96BA0AF0DB}" dt="2026-06-22T15:34:39.510" v="1681" actId="478"/>
          <ac:spMkLst>
            <pc:docMk/>
            <pc:sldMk cId="2697584092" sldId="260"/>
            <ac:spMk id="3" creationId="{607E43FA-2BDA-854D-0B8F-BEAF4BBCB31C}"/>
          </ac:spMkLst>
        </pc:spChg>
        <pc:spChg chg="del">
          <ac:chgData name="Jose Diaz" userId="517cb5ef-6fb8-49bc-8303-535c95eee28f" providerId="ADAL" clId="{55A93F46-8806-43C5-8CDF-2E96BA0AF0DB}" dt="2026-06-22T15:34:45.250" v="1684" actId="478"/>
          <ac:spMkLst>
            <pc:docMk/>
            <pc:sldMk cId="2697584092" sldId="260"/>
            <ac:spMk id="6" creationId="{079F75B8-A918-1CFC-85BD-8E2A45E793D4}"/>
          </ac:spMkLst>
        </pc:spChg>
        <pc:spChg chg="add mod">
          <ac:chgData name="Jose Diaz" userId="517cb5ef-6fb8-49bc-8303-535c95eee28f" providerId="ADAL" clId="{55A93F46-8806-43C5-8CDF-2E96BA0AF0DB}" dt="2026-06-22T18:13:12.843" v="1749" actId="20577"/>
          <ac:spMkLst>
            <pc:docMk/>
            <pc:sldMk cId="2697584092" sldId="260"/>
            <ac:spMk id="7" creationId="{3D1CA255-99A9-56F7-1C6F-64ED2C4BB1EC}"/>
          </ac:spMkLst>
        </pc:spChg>
        <pc:spChg chg="del">
          <ac:chgData name="Jose Diaz" userId="517cb5ef-6fb8-49bc-8303-535c95eee28f" providerId="ADAL" clId="{55A93F46-8806-43C5-8CDF-2E96BA0AF0DB}" dt="2026-06-22T15:34:45.250" v="1684" actId="478"/>
          <ac:spMkLst>
            <pc:docMk/>
            <pc:sldMk cId="2697584092" sldId="260"/>
            <ac:spMk id="14" creationId="{FF7DC71A-56D5-EC2E-0A0D-2495554B8DC7}"/>
          </ac:spMkLst>
        </pc:spChg>
        <pc:spChg chg="del">
          <ac:chgData name="Jose Diaz" userId="517cb5ef-6fb8-49bc-8303-535c95eee28f" providerId="ADAL" clId="{55A93F46-8806-43C5-8CDF-2E96BA0AF0DB}" dt="2026-06-22T15:34:46.265" v="1685" actId="478"/>
          <ac:spMkLst>
            <pc:docMk/>
            <pc:sldMk cId="2697584092" sldId="260"/>
            <ac:spMk id="15" creationId="{5CBEEECD-290F-2685-F4EF-D09CEB10968B}"/>
          </ac:spMkLst>
        </pc:spChg>
        <pc:spChg chg="del">
          <ac:chgData name="Jose Diaz" userId="517cb5ef-6fb8-49bc-8303-535c95eee28f" providerId="ADAL" clId="{55A93F46-8806-43C5-8CDF-2E96BA0AF0DB}" dt="2026-06-22T15:34:39.943" v="1682" actId="478"/>
          <ac:spMkLst>
            <pc:docMk/>
            <pc:sldMk cId="2697584092" sldId="260"/>
            <ac:spMk id="16" creationId="{D27E3E0E-4B3F-FCE6-EEA6-B1426331FA2D}"/>
          </ac:spMkLst>
        </pc:spChg>
        <pc:spChg chg="del">
          <ac:chgData name="Jose Diaz" userId="517cb5ef-6fb8-49bc-8303-535c95eee28f" providerId="ADAL" clId="{55A93F46-8806-43C5-8CDF-2E96BA0AF0DB}" dt="2026-06-22T15:34:45.250" v="1684" actId="478"/>
          <ac:spMkLst>
            <pc:docMk/>
            <pc:sldMk cId="2697584092" sldId="260"/>
            <ac:spMk id="21" creationId="{4FE2C52B-8603-8883-B986-393AEC6008A6}"/>
          </ac:spMkLst>
        </pc:spChg>
        <pc:picChg chg="add del">
          <ac:chgData name="Jose Diaz" userId="517cb5ef-6fb8-49bc-8303-535c95eee28f" providerId="ADAL" clId="{55A93F46-8806-43C5-8CDF-2E96BA0AF0DB}" dt="2026-06-22T18:09:23.861" v="1687" actId="478"/>
          <ac:picMkLst>
            <pc:docMk/>
            <pc:sldMk cId="2697584092" sldId="260"/>
            <ac:picMk id="4" creationId="{4A5A6B8C-8B3A-A933-E22D-2E094F583B5E}"/>
          </ac:picMkLst>
        </pc:picChg>
        <pc:picChg chg="del">
          <ac:chgData name="Jose Diaz" userId="517cb5ef-6fb8-49bc-8303-535c95eee28f" providerId="ADAL" clId="{55A93F46-8806-43C5-8CDF-2E96BA0AF0DB}" dt="2026-06-22T15:34:40.885" v="1683" actId="478"/>
          <ac:picMkLst>
            <pc:docMk/>
            <pc:sldMk cId="2697584092" sldId="260"/>
            <ac:picMk id="5" creationId="{2A105445-C8BD-270D-C72E-375FE02F60B1}"/>
          </ac:picMkLst>
        </pc:picChg>
        <pc:picChg chg="add mod">
          <ac:chgData name="Jose Diaz" userId="517cb5ef-6fb8-49bc-8303-535c95eee28f" providerId="ADAL" clId="{55A93F46-8806-43C5-8CDF-2E96BA0AF0DB}" dt="2026-06-22T18:10:21.426" v="1693" actId="1076"/>
          <ac:picMkLst>
            <pc:docMk/>
            <pc:sldMk cId="2697584092" sldId="260"/>
            <ac:picMk id="6" creationId="{4CCCE44E-B377-09CD-3F4E-14F556C67967}"/>
          </ac:picMkLst>
        </pc:picChg>
        <pc:cxnChg chg="del">
          <ac:chgData name="Jose Diaz" userId="517cb5ef-6fb8-49bc-8303-535c95eee28f" providerId="ADAL" clId="{55A93F46-8806-43C5-8CDF-2E96BA0AF0DB}" dt="2026-06-22T15:34:45.250" v="1684" actId="478"/>
          <ac:cxnSpMkLst>
            <pc:docMk/>
            <pc:sldMk cId="2697584092" sldId="260"/>
            <ac:cxnSpMk id="8" creationId="{17B40CA5-53D8-2C28-76D9-F94D82DDF23F}"/>
          </ac:cxnSpMkLst>
        </pc:cxnChg>
        <pc:cxnChg chg="add">
          <ac:chgData name="Jose Diaz" userId="517cb5ef-6fb8-49bc-8303-535c95eee28f" providerId="ADAL" clId="{55A93F46-8806-43C5-8CDF-2E96BA0AF0DB}" dt="2026-06-22T18:13:30.704" v="1750" actId="11529"/>
          <ac:cxnSpMkLst>
            <pc:docMk/>
            <pc:sldMk cId="2697584092" sldId="260"/>
            <ac:cxnSpMk id="9" creationId="{B0AEA358-E2E2-8BB3-C299-1D0EDC4F115D}"/>
          </ac:cxnSpMkLst>
        </pc:cxnChg>
        <pc:cxnChg chg="add">
          <ac:chgData name="Jose Diaz" userId="517cb5ef-6fb8-49bc-8303-535c95eee28f" providerId="ADAL" clId="{55A93F46-8806-43C5-8CDF-2E96BA0AF0DB}" dt="2026-06-22T18:13:40.128" v="1751" actId="11529"/>
          <ac:cxnSpMkLst>
            <pc:docMk/>
            <pc:sldMk cId="2697584092" sldId="260"/>
            <ac:cxnSpMk id="11" creationId="{67009A52-0066-5127-BCE6-FADFE5EB3352}"/>
          </ac:cxnSpMkLst>
        </pc:cxnChg>
        <pc:cxnChg chg="add mod">
          <ac:chgData name="Jose Diaz" userId="517cb5ef-6fb8-49bc-8303-535c95eee28f" providerId="ADAL" clId="{55A93F46-8806-43C5-8CDF-2E96BA0AF0DB}" dt="2026-06-22T18:14:00.856" v="1758" actId="14100"/>
          <ac:cxnSpMkLst>
            <pc:docMk/>
            <pc:sldMk cId="2697584092" sldId="260"/>
            <ac:cxnSpMk id="12" creationId="{CD36D4D3-89B6-0C19-BA2B-E7003AE2195B}"/>
          </ac:cxnSpMkLst>
        </pc:cxnChg>
        <pc:cxnChg chg="del">
          <ac:chgData name="Jose Diaz" userId="517cb5ef-6fb8-49bc-8303-535c95eee28f" providerId="ADAL" clId="{55A93F46-8806-43C5-8CDF-2E96BA0AF0DB}" dt="2026-06-22T15:34:45.250" v="1684" actId="478"/>
          <ac:cxnSpMkLst>
            <pc:docMk/>
            <pc:sldMk cId="2697584092" sldId="260"/>
            <ac:cxnSpMk id="18" creationId="{A91E6E0B-2D79-1E21-3567-E180C958776C}"/>
          </ac:cxnSpMkLst>
        </pc:cxnChg>
        <pc:cxnChg chg="del">
          <ac:chgData name="Jose Diaz" userId="517cb5ef-6fb8-49bc-8303-535c95eee28f" providerId="ADAL" clId="{55A93F46-8806-43C5-8CDF-2E96BA0AF0DB}" dt="2026-06-22T15:34:45.250" v="1684" actId="478"/>
          <ac:cxnSpMkLst>
            <pc:docMk/>
            <pc:sldMk cId="2697584092" sldId="260"/>
            <ac:cxnSpMk id="19" creationId="{8ED078AE-F14B-9C0C-4431-FD64ACC7B438}"/>
          </ac:cxnSpMkLst>
        </pc:cxnChg>
        <pc:cxnChg chg="del">
          <ac:chgData name="Jose Diaz" userId="517cb5ef-6fb8-49bc-8303-535c95eee28f" providerId="ADAL" clId="{55A93F46-8806-43C5-8CDF-2E96BA0AF0DB}" dt="2026-06-22T15:34:45.250" v="1684" actId="478"/>
          <ac:cxnSpMkLst>
            <pc:docMk/>
            <pc:sldMk cId="2697584092" sldId="260"/>
            <ac:cxnSpMk id="22" creationId="{9CB86816-C842-9F3F-38C3-4F3056AEF890}"/>
          </ac:cxnSpMkLst>
        </pc:cxnChg>
      </pc:sldChg>
      <pc:sldChg chg="addSp delSp modSp add mod ord">
        <pc:chgData name="Jose Diaz" userId="517cb5ef-6fb8-49bc-8303-535c95eee28f" providerId="ADAL" clId="{55A93F46-8806-43C5-8CDF-2E96BA0AF0DB}" dt="2026-06-23T12:41:17.361" v="5637" actId="1076"/>
        <pc:sldMkLst>
          <pc:docMk/>
          <pc:sldMk cId="903820811" sldId="262"/>
        </pc:sldMkLst>
        <pc:spChg chg="mod">
          <ac:chgData name="Jose Diaz" userId="517cb5ef-6fb8-49bc-8303-535c95eee28f" providerId="ADAL" clId="{55A93F46-8806-43C5-8CDF-2E96BA0AF0DB}" dt="2026-06-23T12:08:18.445" v="5468" actId="20577"/>
          <ac:spMkLst>
            <pc:docMk/>
            <pc:sldMk cId="903820811" sldId="262"/>
            <ac:spMk id="2" creationId="{F4B4CC39-39E6-F010-2C44-722324E2991F}"/>
          </ac:spMkLst>
        </pc:spChg>
        <pc:spChg chg="mod">
          <ac:chgData name="Jose Diaz" userId="517cb5ef-6fb8-49bc-8303-535c95eee28f" providerId="ADAL" clId="{55A93F46-8806-43C5-8CDF-2E96BA0AF0DB}" dt="2026-06-23T12:28:56.031" v="5628" actId="1076"/>
          <ac:spMkLst>
            <pc:docMk/>
            <pc:sldMk cId="903820811" sldId="262"/>
            <ac:spMk id="5" creationId="{9CFC67F8-7795-E76B-187A-9438906E69AC}"/>
          </ac:spMkLst>
        </pc:spChg>
        <pc:picChg chg="del">
          <ac:chgData name="Jose Diaz" userId="517cb5ef-6fb8-49bc-8303-535c95eee28f" providerId="ADAL" clId="{55A93F46-8806-43C5-8CDF-2E96BA0AF0DB}" dt="2026-06-22T22:06:29.410" v="3974" actId="478"/>
          <ac:picMkLst>
            <pc:docMk/>
            <pc:sldMk cId="903820811" sldId="262"/>
            <ac:picMk id="4" creationId="{30C0974D-FE71-7690-3CCE-9B762E99CCB6}"/>
          </ac:picMkLst>
        </pc:picChg>
        <pc:picChg chg="add mod">
          <ac:chgData name="Jose Diaz" userId="517cb5ef-6fb8-49bc-8303-535c95eee28f" providerId="ADAL" clId="{55A93F46-8806-43C5-8CDF-2E96BA0AF0DB}" dt="2026-06-23T12:41:15.996" v="5636" actId="1076"/>
          <ac:picMkLst>
            <pc:docMk/>
            <pc:sldMk cId="903820811" sldId="262"/>
            <ac:picMk id="6" creationId="{934D20A5-2520-A8E0-20E0-7A179C41BD1E}"/>
          </ac:picMkLst>
        </pc:picChg>
        <pc:picChg chg="add del mod">
          <ac:chgData name="Jose Diaz" userId="517cb5ef-6fb8-49bc-8303-535c95eee28f" providerId="ADAL" clId="{55A93F46-8806-43C5-8CDF-2E96BA0AF0DB}" dt="2026-06-23T12:41:03.747" v="5632" actId="478"/>
          <ac:picMkLst>
            <pc:docMk/>
            <pc:sldMk cId="903820811" sldId="262"/>
            <ac:picMk id="8" creationId="{CF3260F1-9689-B20D-0FF7-5B00251F1938}"/>
          </ac:picMkLst>
        </pc:picChg>
        <pc:picChg chg="add mod">
          <ac:chgData name="Jose Diaz" userId="517cb5ef-6fb8-49bc-8303-535c95eee28f" providerId="ADAL" clId="{55A93F46-8806-43C5-8CDF-2E96BA0AF0DB}" dt="2026-06-23T12:41:17.361" v="5637" actId="1076"/>
          <ac:picMkLst>
            <pc:docMk/>
            <pc:sldMk cId="903820811" sldId="262"/>
            <ac:picMk id="10" creationId="{A90E7BB5-DC63-B021-EE34-CA37C659353F}"/>
          </ac:picMkLst>
        </pc:picChg>
      </pc:sldChg>
      <pc:sldChg chg="addSp delSp modSp add mod">
        <pc:chgData name="Jose Diaz" userId="517cb5ef-6fb8-49bc-8303-535c95eee28f" providerId="ADAL" clId="{55A93F46-8806-43C5-8CDF-2E96BA0AF0DB}" dt="2026-06-22T18:35:28.262" v="2289" actId="1076"/>
        <pc:sldMkLst>
          <pc:docMk/>
          <pc:sldMk cId="504906159" sldId="263"/>
        </pc:sldMkLst>
        <pc:spChg chg="add mod">
          <ac:chgData name="Jose Diaz" userId="517cb5ef-6fb8-49bc-8303-535c95eee28f" providerId="ADAL" clId="{55A93F46-8806-43C5-8CDF-2E96BA0AF0DB}" dt="2026-06-22T18:35:28.262" v="2289" actId="1076"/>
          <ac:spMkLst>
            <pc:docMk/>
            <pc:sldMk cId="504906159" sldId="263"/>
            <ac:spMk id="5" creationId="{5430770C-03A5-4895-4C08-2960338704BA}"/>
          </ac:spMkLst>
        </pc:spChg>
        <pc:spChg chg="del">
          <ac:chgData name="Jose Diaz" userId="517cb5ef-6fb8-49bc-8303-535c95eee28f" providerId="ADAL" clId="{55A93F46-8806-43C5-8CDF-2E96BA0AF0DB}" dt="2026-06-22T18:17:07.444" v="1762" actId="478"/>
          <ac:spMkLst>
            <pc:docMk/>
            <pc:sldMk cId="504906159" sldId="263"/>
            <ac:spMk id="7" creationId="{48C40DAD-0967-9B04-1C3A-F0AD0B40FF80}"/>
          </ac:spMkLst>
        </pc:spChg>
        <pc:picChg chg="add mod">
          <ac:chgData name="Jose Diaz" userId="517cb5ef-6fb8-49bc-8303-535c95eee28f" providerId="ADAL" clId="{55A93F46-8806-43C5-8CDF-2E96BA0AF0DB}" dt="2026-06-22T18:17:26.683" v="1768" actId="1076"/>
          <ac:picMkLst>
            <pc:docMk/>
            <pc:sldMk cId="504906159" sldId="263"/>
            <ac:picMk id="4" creationId="{679F8DB8-CF8C-AF21-E13C-C102044F768C}"/>
          </ac:picMkLst>
        </pc:picChg>
        <pc:picChg chg="del">
          <ac:chgData name="Jose Diaz" userId="517cb5ef-6fb8-49bc-8303-535c95eee28f" providerId="ADAL" clId="{55A93F46-8806-43C5-8CDF-2E96BA0AF0DB}" dt="2026-06-22T18:17:05.668" v="1761" actId="478"/>
          <ac:picMkLst>
            <pc:docMk/>
            <pc:sldMk cId="504906159" sldId="263"/>
            <ac:picMk id="6" creationId="{A37DC36B-7254-6621-09C7-7F2D46D5D9FA}"/>
          </ac:picMkLst>
        </pc:picChg>
        <pc:cxnChg chg="del mod">
          <ac:chgData name="Jose Diaz" userId="517cb5ef-6fb8-49bc-8303-535c95eee28f" providerId="ADAL" clId="{55A93F46-8806-43C5-8CDF-2E96BA0AF0DB}" dt="2026-06-22T18:17:03.093" v="1760" actId="478"/>
          <ac:cxnSpMkLst>
            <pc:docMk/>
            <pc:sldMk cId="504906159" sldId="263"/>
            <ac:cxnSpMk id="9" creationId="{21DF93FD-F550-7170-239B-05696168F41E}"/>
          </ac:cxnSpMkLst>
        </pc:cxnChg>
        <pc:cxnChg chg="del">
          <ac:chgData name="Jose Diaz" userId="517cb5ef-6fb8-49bc-8303-535c95eee28f" providerId="ADAL" clId="{55A93F46-8806-43C5-8CDF-2E96BA0AF0DB}" dt="2026-06-22T18:17:07.444" v="1762" actId="478"/>
          <ac:cxnSpMkLst>
            <pc:docMk/>
            <pc:sldMk cId="504906159" sldId="263"/>
            <ac:cxnSpMk id="11" creationId="{5B286FAF-A11B-D830-7089-B7D8571BD37A}"/>
          </ac:cxnSpMkLst>
        </pc:cxnChg>
        <pc:cxnChg chg="del">
          <ac:chgData name="Jose Diaz" userId="517cb5ef-6fb8-49bc-8303-535c95eee28f" providerId="ADAL" clId="{55A93F46-8806-43C5-8CDF-2E96BA0AF0DB}" dt="2026-06-22T18:17:07.444" v="1762" actId="478"/>
          <ac:cxnSpMkLst>
            <pc:docMk/>
            <pc:sldMk cId="504906159" sldId="263"/>
            <ac:cxnSpMk id="12" creationId="{F932B458-3490-E245-5A60-7CB3F0ACC3EE}"/>
          </ac:cxnSpMkLst>
        </pc:cxnChg>
      </pc:sldChg>
      <pc:sldChg chg="addSp delSp modSp add mod ord">
        <pc:chgData name="Jose Diaz" userId="517cb5ef-6fb8-49bc-8303-535c95eee28f" providerId="ADAL" clId="{55A93F46-8806-43C5-8CDF-2E96BA0AF0DB}" dt="2026-06-23T15:36:47.725" v="5761" actId="20577"/>
        <pc:sldMkLst>
          <pc:docMk/>
          <pc:sldMk cId="2943584615" sldId="264"/>
        </pc:sldMkLst>
        <pc:spChg chg="mod">
          <ac:chgData name="Jose Diaz" userId="517cb5ef-6fb8-49bc-8303-535c95eee28f" providerId="ADAL" clId="{55A93F46-8806-43C5-8CDF-2E96BA0AF0DB}" dt="2026-06-23T10:23:29.648" v="4775" actId="20577"/>
          <ac:spMkLst>
            <pc:docMk/>
            <pc:sldMk cId="2943584615" sldId="264"/>
            <ac:spMk id="2" creationId="{216430B3-8180-5EEC-2A11-3EDB849119FF}"/>
          </ac:spMkLst>
        </pc:spChg>
        <pc:spChg chg="del">
          <ac:chgData name="Jose Diaz" userId="517cb5ef-6fb8-49bc-8303-535c95eee28f" providerId="ADAL" clId="{55A93F46-8806-43C5-8CDF-2E96BA0AF0DB}" dt="2026-06-22T21:52:05.847" v="3565" actId="478"/>
          <ac:spMkLst>
            <pc:docMk/>
            <pc:sldMk cId="2943584615" sldId="264"/>
            <ac:spMk id="5" creationId="{9F9D1362-7448-007F-79DF-85515C0A8237}"/>
          </ac:spMkLst>
        </pc:spChg>
        <pc:graphicFrameChg chg="add mod modGraphic">
          <ac:chgData name="Jose Diaz" userId="517cb5ef-6fb8-49bc-8303-535c95eee28f" providerId="ADAL" clId="{55A93F46-8806-43C5-8CDF-2E96BA0AF0DB}" dt="2026-06-23T15:36:47.725" v="5761" actId="20577"/>
          <ac:graphicFrameMkLst>
            <pc:docMk/>
            <pc:sldMk cId="2943584615" sldId="264"/>
            <ac:graphicFrameMk id="3" creationId="{99B8C514-3924-5F08-FBCC-4CF64D8D1704}"/>
          </ac:graphicFrameMkLst>
        </pc:graphicFrameChg>
        <pc:picChg chg="del">
          <ac:chgData name="Jose Diaz" userId="517cb5ef-6fb8-49bc-8303-535c95eee28f" providerId="ADAL" clId="{55A93F46-8806-43C5-8CDF-2E96BA0AF0DB}" dt="2026-06-22T21:52:05.847" v="3565" actId="478"/>
          <ac:picMkLst>
            <pc:docMk/>
            <pc:sldMk cId="2943584615" sldId="264"/>
            <ac:picMk id="4" creationId="{F809D7C5-5E4A-087E-F5D2-26B15423C119}"/>
          </ac:picMkLst>
        </pc:picChg>
      </pc:sldChg>
      <pc:sldChg chg="addSp delSp modSp add mod">
        <pc:chgData name="Jose Diaz" userId="517cb5ef-6fb8-49bc-8303-535c95eee28f" providerId="ADAL" clId="{55A93F46-8806-43C5-8CDF-2E96BA0AF0DB}" dt="2026-06-23T00:22:08.236" v="4412" actId="1076"/>
        <pc:sldMkLst>
          <pc:docMk/>
          <pc:sldMk cId="3750516935" sldId="265"/>
        </pc:sldMkLst>
        <pc:spChg chg="mod">
          <ac:chgData name="Jose Diaz" userId="517cb5ef-6fb8-49bc-8303-535c95eee28f" providerId="ADAL" clId="{55A93F46-8806-43C5-8CDF-2E96BA0AF0DB}" dt="2026-06-22T22:05:45.953" v="3905" actId="20577"/>
          <ac:spMkLst>
            <pc:docMk/>
            <pc:sldMk cId="3750516935" sldId="265"/>
            <ac:spMk id="2" creationId="{692407DA-E1D4-9F38-666B-8AADD0B34E49}"/>
          </ac:spMkLst>
        </pc:spChg>
        <pc:spChg chg="mod">
          <ac:chgData name="Jose Diaz" userId="517cb5ef-6fb8-49bc-8303-535c95eee28f" providerId="ADAL" clId="{55A93F46-8806-43C5-8CDF-2E96BA0AF0DB}" dt="2026-06-23T00:14:28.036" v="4410" actId="20577"/>
          <ac:spMkLst>
            <pc:docMk/>
            <pc:sldMk cId="3750516935" sldId="265"/>
            <ac:spMk id="5" creationId="{CF0BC8CA-E574-00BB-D592-DBFD6EC8EBA0}"/>
          </ac:spMkLst>
        </pc:spChg>
        <pc:picChg chg="del">
          <ac:chgData name="Jose Diaz" userId="517cb5ef-6fb8-49bc-8303-535c95eee28f" providerId="ADAL" clId="{55A93F46-8806-43C5-8CDF-2E96BA0AF0DB}" dt="2026-06-22T22:05:48.328" v="3906" actId="478"/>
          <ac:picMkLst>
            <pc:docMk/>
            <pc:sldMk cId="3750516935" sldId="265"/>
            <ac:picMk id="4" creationId="{7DC8CC0F-C595-D1BC-A2FB-AAE89F8675A5}"/>
          </ac:picMkLst>
        </pc:picChg>
        <pc:picChg chg="add mod">
          <ac:chgData name="Jose Diaz" userId="517cb5ef-6fb8-49bc-8303-535c95eee28f" providerId="ADAL" clId="{55A93F46-8806-43C5-8CDF-2E96BA0AF0DB}" dt="2026-06-23T00:22:08.236" v="4412" actId="1076"/>
          <ac:picMkLst>
            <pc:docMk/>
            <pc:sldMk cId="3750516935" sldId="265"/>
            <ac:picMk id="6" creationId="{612CBE90-E2D9-4867-403F-2BB335938CFC}"/>
          </ac:picMkLst>
        </pc:picChg>
      </pc:sldChg>
      <pc:sldChg chg="add del">
        <pc:chgData name="Jose Diaz" userId="517cb5ef-6fb8-49bc-8303-535c95eee28f" providerId="ADAL" clId="{55A93F46-8806-43C5-8CDF-2E96BA0AF0DB}" dt="2026-06-22T22:03:46.532" v="3676"/>
        <pc:sldMkLst>
          <pc:docMk/>
          <pc:sldMk cId="3048202267" sldId="266"/>
        </pc:sldMkLst>
      </pc:sldChg>
      <pc:sldChg chg="modSp add mod">
        <pc:chgData name="Jose Diaz" userId="517cb5ef-6fb8-49bc-8303-535c95eee28f" providerId="ADAL" clId="{55A93F46-8806-43C5-8CDF-2E96BA0AF0DB}" dt="2026-06-23T13:00:45.231" v="5722" actId="1076"/>
        <pc:sldMkLst>
          <pc:docMk/>
          <pc:sldMk cId="3452616149" sldId="266"/>
        </pc:sldMkLst>
        <pc:spChg chg="mod">
          <ac:chgData name="Jose Diaz" userId="517cb5ef-6fb8-49bc-8303-535c95eee28f" providerId="ADAL" clId="{55A93F46-8806-43C5-8CDF-2E96BA0AF0DB}" dt="2026-06-22T22:06:08.971" v="3936" actId="20577"/>
          <ac:spMkLst>
            <pc:docMk/>
            <pc:sldMk cId="3452616149" sldId="266"/>
            <ac:spMk id="2" creationId="{4E855DD4-EFD9-3E93-76C9-4C40AC0FB4F3}"/>
          </ac:spMkLst>
        </pc:spChg>
        <pc:spChg chg="mod">
          <ac:chgData name="Jose Diaz" userId="517cb5ef-6fb8-49bc-8303-535c95eee28f" providerId="ADAL" clId="{55A93F46-8806-43C5-8CDF-2E96BA0AF0DB}" dt="2026-06-23T13:00:45.231" v="5722" actId="1076"/>
          <ac:spMkLst>
            <pc:docMk/>
            <pc:sldMk cId="3452616149" sldId="266"/>
            <ac:spMk id="5" creationId="{8E23BEAC-1FF2-7BB6-5D00-F7690E0C8FD2}"/>
          </ac:spMkLst>
        </pc:spChg>
      </pc:sldChg>
      <pc:sldChg chg="addSp delSp modSp add mod">
        <pc:chgData name="Jose Diaz" userId="517cb5ef-6fb8-49bc-8303-535c95eee28f" providerId="ADAL" clId="{55A93F46-8806-43C5-8CDF-2E96BA0AF0DB}" dt="2026-06-23T10:22:52.270" v="4742" actId="2165"/>
        <pc:sldMkLst>
          <pc:docMk/>
          <pc:sldMk cId="970429817" sldId="267"/>
        </pc:sldMkLst>
        <pc:spChg chg="mod">
          <ac:chgData name="Jose Diaz" userId="517cb5ef-6fb8-49bc-8303-535c95eee28f" providerId="ADAL" clId="{55A93F46-8806-43C5-8CDF-2E96BA0AF0DB}" dt="2026-06-23T00:24:49.531" v="4490" actId="20577"/>
          <ac:spMkLst>
            <pc:docMk/>
            <pc:sldMk cId="970429817" sldId="267"/>
            <ac:spMk id="2" creationId="{9250E7CE-8873-CBBA-3B30-92DAB4095EA1}"/>
          </ac:spMkLst>
        </pc:spChg>
        <pc:spChg chg="del mod">
          <ac:chgData name="Jose Diaz" userId="517cb5ef-6fb8-49bc-8303-535c95eee28f" providerId="ADAL" clId="{55A93F46-8806-43C5-8CDF-2E96BA0AF0DB}" dt="2026-06-23T00:25:29.976" v="4544"/>
          <ac:spMkLst>
            <pc:docMk/>
            <pc:sldMk cId="970429817" sldId="267"/>
            <ac:spMk id="5" creationId="{C97477EB-43E3-89F7-5034-6AF92E0892B5}"/>
          </ac:spMkLst>
        </pc:spChg>
        <pc:graphicFrameChg chg="add mod modGraphic">
          <ac:chgData name="Jose Diaz" userId="517cb5ef-6fb8-49bc-8303-535c95eee28f" providerId="ADAL" clId="{55A93F46-8806-43C5-8CDF-2E96BA0AF0DB}" dt="2026-06-23T10:22:52.270" v="4742" actId="2165"/>
          <ac:graphicFrameMkLst>
            <pc:docMk/>
            <pc:sldMk cId="970429817" sldId="267"/>
            <ac:graphicFrameMk id="3" creationId="{9CC987B5-D297-403C-55C1-C757D6430254}"/>
          </ac:graphicFrameMkLst>
        </pc:graphicFrameChg>
        <pc:picChg chg="del">
          <ac:chgData name="Jose Diaz" userId="517cb5ef-6fb8-49bc-8303-535c95eee28f" providerId="ADAL" clId="{55A93F46-8806-43C5-8CDF-2E96BA0AF0DB}" dt="2026-06-23T00:24:33.210" v="4416" actId="478"/>
          <ac:picMkLst>
            <pc:docMk/>
            <pc:sldMk cId="970429817" sldId="267"/>
            <ac:picMk id="6" creationId="{CCC1C434-4166-E82C-AB99-A843CEC392F2}"/>
          </ac:picMkLst>
        </pc:picChg>
      </pc:sldChg>
      <pc:sldChg chg="modSp mod">
        <pc:chgData name="Jose Diaz" userId="517cb5ef-6fb8-49bc-8303-535c95eee28f" providerId="ADAL" clId="{55A93F46-8806-43C5-8CDF-2E96BA0AF0DB}" dt="2026-06-23T12:29:03.070" v="5629" actId="20577"/>
        <pc:sldMkLst>
          <pc:docMk/>
          <pc:sldMk cId="2542367511" sldId="277"/>
        </pc:sldMkLst>
        <pc:spChg chg="mod">
          <ac:chgData name="Jose Diaz" userId="517cb5ef-6fb8-49bc-8303-535c95eee28f" providerId="ADAL" clId="{55A93F46-8806-43C5-8CDF-2E96BA0AF0DB}" dt="2026-06-23T12:29:03.070" v="5629" actId="20577"/>
          <ac:spMkLst>
            <pc:docMk/>
            <pc:sldMk cId="2542367511" sldId="277"/>
            <ac:spMk id="7" creationId="{CAD1F050-5AB8-5CAC-CBBB-4BA7E18D5658}"/>
          </ac:spMkLst>
        </pc:spChg>
      </pc:sldChg>
      <pc:sldChg chg="delSp modSp mod">
        <pc:chgData name="Jose Diaz" userId="517cb5ef-6fb8-49bc-8303-535c95eee28f" providerId="ADAL" clId="{55A93F46-8806-43C5-8CDF-2E96BA0AF0DB}" dt="2026-06-23T13:10:00.875" v="5734" actId="478"/>
        <pc:sldMkLst>
          <pc:docMk/>
          <pc:sldMk cId="3692638522" sldId="280"/>
        </pc:sldMkLst>
        <pc:spChg chg="mod">
          <ac:chgData name="Jose Diaz" userId="517cb5ef-6fb8-49bc-8303-535c95eee28f" providerId="ADAL" clId="{55A93F46-8806-43C5-8CDF-2E96BA0AF0DB}" dt="2026-06-22T18:57:57.077" v="2906" actId="1076"/>
          <ac:spMkLst>
            <pc:docMk/>
            <pc:sldMk cId="3692638522" sldId="280"/>
            <ac:spMk id="2" creationId="{D75F46CD-1144-6554-DF58-B2D391AF65F8}"/>
          </ac:spMkLst>
        </pc:spChg>
        <pc:graphicFrameChg chg="del modGraphic">
          <ac:chgData name="Jose Diaz" userId="517cb5ef-6fb8-49bc-8303-535c95eee28f" providerId="ADAL" clId="{55A93F46-8806-43C5-8CDF-2E96BA0AF0DB}" dt="2026-06-23T13:10:00.875" v="5734" actId="478"/>
          <ac:graphicFrameMkLst>
            <pc:docMk/>
            <pc:sldMk cId="3692638522" sldId="280"/>
            <ac:graphicFrameMk id="4" creationId="{70CDFE92-90B4-12BE-C832-4302641FD08F}"/>
          </ac:graphicFrameMkLst>
        </pc:graphicFrameChg>
      </pc:sldChg>
      <pc:sldChg chg="modSp mod">
        <pc:chgData name="Jose Diaz" userId="517cb5ef-6fb8-49bc-8303-535c95eee28f" providerId="ADAL" clId="{55A93F46-8806-43C5-8CDF-2E96BA0AF0DB}" dt="2026-06-23T15:39:24.300" v="5800" actId="20577"/>
        <pc:sldMkLst>
          <pc:docMk/>
          <pc:sldMk cId="2545389575" sldId="2147483641"/>
        </pc:sldMkLst>
        <pc:spChg chg="mod">
          <ac:chgData name="Jose Diaz" userId="517cb5ef-6fb8-49bc-8303-535c95eee28f" providerId="ADAL" clId="{55A93F46-8806-43C5-8CDF-2E96BA0AF0DB}" dt="2026-06-23T15:39:24.300" v="5800" actId="20577"/>
          <ac:spMkLst>
            <pc:docMk/>
            <pc:sldMk cId="2545389575" sldId="2147483641"/>
            <ac:spMk id="4" creationId="{5B50B024-5B2C-73D1-0F65-38C1CBB14B5B}"/>
          </ac:spMkLst>
        </pc:spChg>
      </pc:sldChg>
      <pc:sldChg chg="addSp delSp modSp mod ord">
        <pc:chgData name="Jose Diaz" userId="517cb5ef-6fb8-49bc-8303-535c95eee28f" providerId="ADAL" clId="{55A93F46-8806-43C5-8CDF-2E96BA0AF0DB}" dt="2026-06-22T02:02:34.367" v="662" actId="14100"/>
        <pc:sldMkLst>
          <pc:docMk/>
          <pc:sldMk cId="3226315002" sldId="2147483643"/>
        </pc:sldMkLst>
        <pc:spChg chg="add del mod">
          <ac:chgData name="Jose Diaz" userId="517cb5ef-6fb8-49bc-8303-535c95eee28f" providerId="ADAL" clId="{55A93F46-8806-43C5-8CDF-2E96BA0AF0DB}" dt="2026-06-22T01:02:51.726" v="203" actId="478"/>
          <ac:spMkLst>
            <pc:docMk/>
            <pc:sldMk cId="3226315002" sldId="2147483643"/>
            <ac:spMk id="5" creationId="{A0E133EC-F9FD-A4FF-FFC0-7BA3A8D506D2}"/>
          </ac:spMkLst>
        </pc:spChg>
        <pc:spChg chg="add del mod">
          <ac:chgData name="Jose Diaz" userId="517cb5ef-6fb8-49bc-8303-535c95eee28f" providerId="ADAL" clId="{55A93F46-8806-43C5-8CDF-2E96BA0AF0DB}" dt="2026-06-22T01:02:51.726" v="203" actId="478"/>
          <ac:spMkLst>
            <pc:docMk/>
            <pc:sldMk cId="3226315002" sldId="2147483643"/>
            <ac:spMk id="6" creationId="{BA792742-358B-01DC-2B99-DEEF5FAAC8FF}"/>
          </ac:spMkLst>
        </pc:spChg>
        <pc:spChg chg="add del mod">
          <ac:chgData name="Jose Diaz" userId="517cb5ef-6fb8-49bc-8303-535c95eee28f" providerId="ADAL" clId="{55A93F46-8806-43C5-8CDF-2E96BA0AF0DB}" dt="2026-06-22T01:02:51.726" v="203" actId="478"/>
          <ac:spMkLst>
            <pc:docMk/>
            <pc:sldMk cId="3226315002" sldId="2147483643"/>
            <ac:spMk id="7" creationId="{FFAF72E9-140F-9412-4759-A41C6B580B2B}"/>
          </ac:spMkLst>
        </pc:spChg>
        <pc:spChg chg="add del mod">
          <ac:chgData name="Jose Diaz" userId="517cb5ef-6fb8-49bc-8303-535c95eee28f" providerId="ADAL" clId="{55A93F46-8806-43C5-8CDF-2E96BA0AF0DB}" dt="2026-06-22T01:02:51.726" v="203" actId="478"/>
          <ac:spMkLst>
            <pc:docMk/>
            <pc:sldMk cId="3226315002" sldId="2147483643"/>
            <ac:spMk id="8" creationId="{582483DE-6CF1-C2A0-FB33-6511700F0EE7}"/>
          </ac:spMkLst>
        </pc:spChg>
        <pc:spChg chg="add del mod">
          <ac:chgData name="Jose Diaz" userId="517cb5ef-6fb8-49bc-8303-535c95eee28f" providerId="ADAL" clId="{55A93F46-8806-43C5-8CDF-2E96BA0AF0DB}" dt="2026-06-22T01:02:51.726" v="203" actId="478"/>
          <ac:spMkLst>
            <pc:docMk/>
            <pc:sldMk cId="3226315002" sldId="2147483643"/>
            <ac:spMk id="9" creationId="{656D342A-79EC-7936-91B6-4170D69E06EE}"/>
          </ac:spMkLst>
        </pc:spChg>
        <pc:spChg chg="add del mod">
          <ac:chgData name="Jose Diaz" userId="517cb5ef-6fb8-49bc-8303-535c95eee28f" providerId="ADAL" clId="{55A93F46-8806-43C5-8CDF-2E96BA0AF0DB}" dt="2026-06-22T01:07:42.938" v="210" actId="21"/>
          <ac:spMkLst>
            <pc:docMk/>
            <pc:sldMk cId="3226315002" sldId="2147483643"/>
            <ac:spMk id="10" creationId="{475A37FA-9186-CE84-DCC9-0F58346A25EA}"/>
          </ac:spMkLst>
        </pc:spChg>
        <pc:spChg chg="add del mod">
          <ac:chgData name="Jose Diaz" userId="517cb5ef-6fb8-49bc-8303-535c95eee28f" providerId="ADAL" clId="{55A93F46-8806-43C5-8CDF-2E96BA0AF0DB}" dt="2026-06-22T01:07:53.674" v="213" actId="478"/>
          <ac:spMkLst>
            <pc:docMk/>
            <pc:sldMk cId="3226315002" sldId="2147483643"/>
            <ac:spMk id="11" creationId="{D4B64767-8F5D-6631-FC2F-9CFDE58CB1B2}"/>
          </ac:spMkLst>
        </pc:spChg>
        <pc:spChg chg="add mod">
          <ac:chgData name="Jose Diaz" userId="517cb5ef-6fb8-49bc-8303-535c95eee28f" providerId="ADAL" clId="{55A93F46-8806-43C5-8CDF-2E96BA0AF0DB}" dt="2026-06-22T01:28:27.005" v="258" actId="1076"/>
          <ac:spMkLst>
            <pc:docMk/>
            <pc:sldMk cId="3226315002" sldId="2147483643"/>
            <ac:spMk id="12" creationId="{475A37FA-9186-CE84-DCC9-0F58346A25EA}"/>
          </ac:spMkLst>
        </pc:spChg>
        <pc:spChg chg="add mod">
          <ac:chgData name="Jose Diaz" userId="517cb5ef-6fb8-49bc-8303-535c95eee28f" providerId="ADAL" clId="{55A93F46-8806-43C5-8CDF-2E96BA0AF0DB}" dt="2026-06-22T01:33:20.357" v="328" actId="1076"/>
          <ac:spMkLst>
            <pc:docMk/>
            <pc:sldMk cId="3226315002" sldId="2147483643"/>
            <ac:spMk id="15" creationId="{A39F0D73-1F18-2CB1-5CBC-DB7F5938D2AB}"/>
          </ac:spMkLst>
        </pc:spChg>
        <pc:spChg chg="add mod">
          <ac:chgData name="Jose Diaz" userId="517cb5ef-6fb8-49bc-8303-535c95eee28f" providerId="ADAL" clId="{55A93F46-8806-43C5-8CDF-2E96BA0AF0DB}" dt="2026-06-22T01:38:56.026" v="473" actId="1076"/>
          <ac:spMkLst>
            <pc:docMk/>
            <pc:sldMk cId="3226315002" sldId="2147483643"/>
            <ac:spMk id="18" creationId="{CACA8121-629F-EF88-F44A-E78E51284312}"/>
          </ac:spMkLst>
        </pc:spChg>
        <pc:spChg chg="add mod">
          <ac:chgData name="Jose Diaz" userId="517cb5ef-6fb8-49bc-8303-535c95eee28f" providerId="ADAL" clId="{55A93F46-8806-43C5-8CDF-2E96BA0AF0DB}" dt="2026-06-22T01:48:31.549" v="558" actId="20577"/>
          <ac:spMkLst>
            <pc:docMk/>
            <pc:sldMk cId="3226315002" sldId="2147483643"/>
            <ac:spMk id="21" creationId="{31C7DD2E-4235-F758-0F7B-5AA90C9DD8CB}"/>
          </ac:spMkLst>
        </pc:spChg>
        <pc:spChg chg="add mod">
          <ac:chgData name="Jose Diaz" userId="517cb5ef-6fb8-49bc-8303-535c95eee28f" providerId="ADAL" clId="{55A93F46-8806-43C5-8CDF-2E96BA0AF0DB}" dt="2026-06-22T01:56:30.430" v="601" actId="20577"/>
          <ac:spMkLst>
            <pc:docMk/>
            <pc:sldMk cId="3226315002" sldId="2147483643"/>
            <ac:spMk id="27" creationId="{59092748-C50F-C55A-9FCC-8150899E754B}"/>
          </ac:spMkLst>
        </pc:spChg>
        <pc:spChg chg="add mod">
          <ac:chgData name="Jose Diaz" userId="517cb5ef-6fb8-49bc-8303-535c95eee28f" providerId="ADAL" clId="{55A93F46-8806-43C5-8CDF-2E96BA0AF0DB}" dt="2026-06-22T02:02:34.367" v="662" actId="14100"/>
          <ac:spMkLst>
            <pc:docMk/>
            <pc:sldMk cId="3226315002" sldId="2147483643"/>
            <ac:spMk id="31" creationId="{33B665AF-D99E-0808-53AA-A6BEC74E0B50}"/>
          </ac:spMkLst>
        </pc:spChg>
        <pc:picChg chg="add del mod">
          <ac:chgData name="Jose Diaz" userId="517cb5ef-6fb8-49bc-8303-535c95eee28f" providerId="ADAL" clId="{55A93F46-8806-43C5-8CDF-2E96BA0AF0DB}" dt="2026-06-22T01:02:51.726" v="203" actId="478"/>
          <ac:picMkLst>
            <pc:docMk/>
            <pc:sldMk cId="3226315002" sldId="2147483643"/>
            <ac:picMk id="4" creationId="{F7E98E65-E323-8F6E-F89F-8F5E52DC7044}"/>
          </ac:picMkLst>
        </pc:picChg>
        <pc:picChg chg="add mod">
          <ac:chgData name="Jose Diaz" userId="517cb5ef-6fb8-49bc-8303-535c95eee28f" providerId="ADAL" clId="{55A93F46-8806-43C5-8CDF-2E96BA0AF0DB}" dt="2026-06-22T01:48:41.534" v="562" actId="1076"/>
          <ac:picMkLst>
            <pc:docMk/>
            <pc:sldMk cId="3226315002" sldId="2147483643"/>
            <ac:picMk id="14" creationId="{734880F7-DB5F-FC9F-B83D-59D9DA4C090E}"/>
          </ac:picMkLst>
        </pc:picChg>
        <pc:cxnChg chg="add">
          <ac:chgData name="Jose Diaz" userId="517cb5ef-6fb8-49bc-8303-535c95eee28f" providerId="ADAL" clId="{55A93F46-8806-43C5-8CDF-2E96BA0AF0DB}" dt="2026-06-22T01:33:27.643" v="329" actId="11529"/>
          <ac:cxnSpMkLst>
            <pc:docMk/>
            <pc:sldMk cId="3226315002" sldId="2147483643"/>
            <ac:cxnSpMk id="17" creationId="{6941E3FC-09E0-ADF7-242B-FC4AEA789A9B}"/>
          </ac:cxnSpMkLst>
        </pc:cxnChg>
        <pc:cxnChg chg="add">
          <ac:chgData name="Jose Diaz" userId="517cb5ef-6fb8-49bc-8303-535c95eee28f" providerId="ADAL" clId="{55A93F46-8806-43C5-8CDF-2E96BA0AF0DB}" dt="2026-06-22T01:39:02.045" v="474" actId="11529"/>
          <ac:cxnSpMkLst>
            <pc:docMk/>
            <pc:sldMk cId="3226315002" sldId="2147483643"/>
            <ac:cxnSpMk id="20" creationId="{5AFD43DD-D65C-D473-E158-2B7F79FE30F2}"/>
          </ac:cxnSpMkLst>
        </pc:cxnChg>
        <pc:cxnChg chg="add mod">
          <ac:chgData name="Jose Diaz" userId="517cb5ef-6fb8-49bc-8303-535c95eee28f" providerId="ADAL" clId="{55A93F46-8806-43C5-8CDF-2E96BA0AF0DB}" dt="2026-06-22T01:48:51.519" v="564" actId="14100"/>
          <ac:cxnSpMkLst>
            <pc:docMk/>
            <pc:sldMk cId="3226315002" sldId="2147483643"/>
            <ac:cxnSpMk id="23" creationId="{1EA73F16-273B-7C1F-5171-522252DBDFF3}"/>
          </ac:cxnSpMkLst>
        </pc:cxnChg>
        <pc:cxnChg chg="add mod">
          <ac:chgData name="Jose Diaz" userId="517cb5ef-6fb8-49bc-8303-535c95eee28f" providerId="ADAL" clId="{55A93F46-8806-43C5-8CDF-2E96BA0AF0DB}" dt="2026-06-22T01:57:08.751" v="605" actId="14100"/>
          <ac:cxnSpMkLst>
            <pc:docMk/>
            <pc:sldMk cId="3226315002" sldId="2147483643"/>
            <ac:cxnSpMk id="28" creationId="{19D1D34C-84BE-71EA-E82A-75C96EA45B78}"/>
          </ac:cxnSpMkLst>
        </pc:cxnChg>
        <pc:cxnChg chg="add mod">
          <ac:chgData name="Jose Diaz" userId="517cb5ef-6fb8-49bc-8303-535c95eee28f" providerId="ADAL" clId="{55A93F46-8806-43C5-8CDF-2E96BA0AF0DB}" dt="2026-06-22T02:02:06.284" v="612" actId="14100"/>
          <ac:cxnSpMkLst>
            <pc:docMk/>
            <pc:sldMk cId="3226315002" sldId="2147483643"/>
            <ac:cxnSpMk id="32" creationId="{61D2C3DC-D407-1ACD-9266-6790D262647B}"/>
          </ac:cxnSpMkLst>
        </pc:cxnChg>
      </pc:sldChg>
      <pc:sldChg chg="addSp modSp add mod">
        <pc:chgData name="Jose Diaz" userId="517cb5ef-6fb8-49bc-8303-535c95eee28f" providerId="ADAL" clId="{55A93F46-8806-43C5-8CDF-2E96BA0AF0DB}" dt="2026-06-22T02:07:15.858" v="787" actId="20577"/>
        <pc:sldMkLst>
          <pc:docMk/>
          <pc:sldMk cId="2007032002" sldId="2147483644"/>
        </pc:sldMkLst>
        <pc:spChg chg="add mod">
          <ac:chgData name="Jose Diaz" userId="517cb5ef-6fb8-49bc-8303-535c95eee28f" providerId="ADAL" clId="{55A93F46-8806-43C5-8CDF-2E96BA0AF0DB}" dt="2026-06-22T02:06:50.151" v="784" actId="20577"/>
          <ac:spMkLst>
            <pc:docMk/>
            <pc:sldMk cId="2007032002" sldId="2147483644"/>
            <ac:spMk id="3" creationId="{EA4B17FB-8757-AB13-78A1-47304236E391}"/>
          </ac:spMkLst>
        </pc:spChg>
        <pc:spChg chg="mod">
          <ac:chgData name="Jose Diaz" userId="517cb5ef-6fb8-49bc-8303-535c95eee28f" providerId="ADAL" clId="{55A93F46-8806-43C5-8CDF-2E96BA0AF0DB}" dt="2026-06-22T01:01:35.023" v="181" actId="1076"/>
          <ac:spMkLst>
            <pc:docMk/>
            <pc:sldMk cId="2007032002" sldId="2147483644"/>
            <ac:spMk id="9" creationId="{88E53C5B-DBDA-D268-0FD5-8FD0BF6A8533}"/>
          </ac:spMkLst>
        </pc:spChg>
        <pc:spChg chg="add mod">
          <ac:chgData name="Jose Diaz" userId="517cb5ef-6fb8-49bc-8303-535c95eee28f" providerId="ADAL" clId="{55A93F46-8806-43C5-8CDF-2E96BA0AF0DB}" dt="2026-06-22T02:07:15.858" v="787" actId="20577"/>
          <ac:spMkLst>
            <pc:docMk/>
            <pc:sldMk cId="2007032002" sldId="2147483644"/>
            <ac:spMk id="10" creationId="{B81DBED3-32A6-F9B5-A82F-D7A191CBF1A3}"/>
          </ac:spMkLst>
        </pc:spChg>
        <pc:cxnChg chg="add">
          <ac:chgData name="Jose Diaz" userId="517cb5ef-6fb8-49bc-8303-535c95eee28f" providerId="ADAL" clId="{55A93F46-8806-43C5-8CDF-2E96BA0AF0DB}" dt="2026-06-22T01:01:01.800" v="171" actId="11529"/>
          <ac:cxnSpMkLst>
            <pc:docMk/>
            <pc:sldMk cId="2007032002" sldId="2147483644"/>
            <ac:cxnSpMk id="12" creationId="{345A2884-41E2-1548-60AE-511300237199}"/>
          </ac:cxnSpMkLst>
        </pc:cxnChg>
        <pc:cxnChg chg="add mod">
          <ac:chgData name="Jose Diaz" userId="517cb5ef-6fb8-49bc-8303-535c95eee28f" providerId="ADAL" clId="{55A93F46-8806-43C5-8CDF-2E96BA0AF0DB}" dt="2026-06-22T01:02:06.352" v="188" actId="14100"/>
          <ac:cxnSpMkLst>
            <pc:docMk/>
            <pc:sldMk cId="2007032002" sldId="2147483644"/>
            <ac:cxnSpMk id="13" creationId="{81092476-794E-50F5-2B5D-A18FC943A326}"/>
          </ac:cxnSpMkLst>
        </pc:cxnChg>
        <pc:cxnChg chg="add mod">
          <ac:chgData name="Jose Diaz" userId="517cb5ef-6fb8-49bc-8303-535c95eee28f" providerId="ADAL" clId="{55A93F46-8806-43C5-8CDF-2E96BA0AF0DB}" dt="2026-06-22T01:01:40.858" v="182" actId="14100"/>
          <ac:cxnSpMkLst>
            <pc:docMk/>
            <pc:sldMk cId="2007032002" sldId="2147483644"/>
            <ac:cxnSpMk id="16" creationId="{B9253101-AB4C-79D1-E3A8-F9F07C8C16E1}"/>
          </ac:cxnSpMkLst>
        </pc:cxnChg>
        <pc:cxnChg chg="add mod">
          <ac:chgData name="Jose Diaz" userId="517cb5ef-6fb8-49bc-8303-535c95eee28f" providerId="ADAL" clId="{55A93F46-8806-43C5-8CDF-2E96BA0AF0DB}" dt="2026-06-22T01:01:58.227" v="187" actId="14100"/>
          <ac:cxnSpMkLst>
            <pc:docMk/>
            <pc:sldMk cId="2007032002" sldId="2147483644"/>
            <ac:cxnSpMk id="22" creationId="{38C0648E-D273-C5FB-651D-BD1814512845}"/>
          </ac:cxnSpMkLst>
        </pc:cxnChg>
        <pc:cxnChg chg="add mod">
          <ac:chgData name="Jose Diaz" userId="517cb5ef-6fb8-49bc-8303-535c95eee28f" providerId="ADAL" clId="{55A93F46-8806-43C5-8CDF-2E96BA0AF0DB}" dt="2026-06-22T01:02:36.637" v="200" actId="14100"/>
          <ac:cxnSpMkLst>
            <pc:docMk/>
            <pc:sldMk cId="2007032002" sldId="2147483644"/>
            <ac:cxnSpMk id="27" creationId="{E490D7A8-6A53-2258-DBA5-D7207410BD27}"/>
          </ac:cxnSpMkLst>
        </pc:cxnChg>
        <pc:cxnChg chg="add mod">
          <ac:chgData name="Jose Diaz" userId="517cb5ef-6fb8-49bc-8303-535c95eee28f" providerId="ADAL" clId="{55A93F46-8806-43C5-8CDF-2E96BA0AF0DB}" dt="2026-06-22T01:02:23.661" v="194" actId="14100"/>
          <ac:cxnSpMkLst>
            <pc:docMk/>
            <pc:sldMk cId="2007032002" sldId="2147483644"/>
            <ac:cxnSpMk id="28" creationId="{BF5D60BC-51CA-EC70-3FAA-FB77D7E184A2}"/>
          </ac:cxnSpMkLst>
        </pc:cxnChg>
      </pc:sldChg>
      <pc:sldChg chg="addSp delSp modSp add mod">
        <pc:chgData name="Jose Diaz" userId="517cb5ef-6fb8-49bc-8303-535c95eee28f" providerId="ADAL" clId="{55A93F46-8806-43C5-8CDF-2E96BA0AF0DB}" dt="2026-06-22T02:58:35.895" v="1392" actId="14100"/>
        <pc:sldMkLst>
          <pc:docMk/>
          <pc:sldMk cId="1397014236" sldId="2147483645"/>
        </pc:sldMkLst>
        <pc:spChg chg="mod">
          <ac:chgData name="Jose Diaz" userId="517cb5ef-6fb8-49bc-8303-535c95eee28f" providerId="ADAL" clId="{55A93F46-8806-43C5-8CDF-2E96BA0AF0DB}" dt="2026-06-22T02:05:44.785" v="737" actId="20577"/>
          <ac:spMkLst>
            <pc:docMk/>
            <pc:sldMk cId="1397014236" sldId="2147483645"/>
            <ac:spMk id="2" creationId="{05F9C727-A440-F595-F380-943BCD7ACF40}"/>
          </ac:spMkLst>
        </pc:spChg>
        <pc:spChg chg="add mod">
          <ac:chgData name="Jose Diaz" userId="517cb5ef-6fb8-49bc-8303-535c95eee28f" providerId="ADAL" clId="{55A93F46-8806-43C5-8CDF-2E96BA0AF0DB}" dt="2026-06-22T02:31:29.126" v="1134" actId="1076"/>
          <ac:spMkLst>
            <pc:docMk/>
            <pc:sldMk cId="1397014236" sldId="2147483645"/>
            <ac:spMk id="3" creationId="{D0EA79E2-DCD0-918E-0466-DFA39F945774}"/>
          </ac:spMkLst>
        </pc:spChg>
        <pc:spChg chg="add mod">
          <ac:chgData name="Jose Diaz" userId="517cb5ef-6fb8-49bc-8303-535c95eee28f" providerId="ADAL" clId="{55A93F46-8806-43C5-8CDF-2E96BA0AF0DB}" dt="2026-06-22T02:35:03.868" v="1235" actId="1076"/>
          <ac:spMkLst>
            <pc:docMk/>
            <pc:sldMk cId="1397014236" sldId="2147483645"/>
            <ac:spMk id="6" creationId="{B6B0DDEB-B4EE-69EE-EC16-33B651D4C3D5}"/>
          </ac:spMkLst>
        </pc:spChg>
        <pc:spChg chg="del">
          <ac:chgData name="Jose Diaz" userId="517cb5ef-6fb8-49bc-8303-535c95eee28f" providerId="ADAL" clId="{55A93F46-8806-43C5-8CDF-2E96BA0AF0DB}" dt="2026-06-22T02:08:09.111" v="789" actId="21"/>
          <ac:spMkLst>
            <pc:docMk/>
            <pc:sldMk cId="1397014236" sldId="2147483645"/>
            <ac:spMk id="12" creationId="{938D7881-5FB7-A0E3-810E-E4D9B000065F}"/>
          </ac:spMkLst>
        </pc:spChg>
        <pc:spChg chg="add mod">
          <ac:chgData name="Jose Diaz" userId="517cb5ef-6fb8-49bc-8303-535c95eee28f" providerId="ADAL" clId="{55A93F46-8806-43C5-8CDF-2E96BA0AF0DB}" dt="2026-06-22T02:40:35.185" v="1245" actId="1076"/>
          <ac:spMkLst>
            <pc:docMk/>
            <pc:sldMk cId="1397014236" sldId="2147483645"/>
            <ac:spMk id="14" creationId="{F3A8BFFD-5604-5D0D-2527-5A1B07C41790}"/>
          </ac:spMkLst>
        </pc:spChg>
        <pc:spChg chg="add mod">
          <ac:chgData name="Jose Diaz" userId="517cb5ef-6fb8-49bc-8303-535c95eee28f" providerId="ADAL" clId="{55A93F46-8806-43C5-8CDF-2E96BA0AF0DB}" dt="2026-06-22T02:41:40.281" v="1250" actId="1076"/>
          <ac:spMkLst>
            <pc:docMk/>
            <pc:sldMk cId="1397014236" sldId="2147483645"/>
            <ac:spMk id="15" creationId="{A08EA628-D6FA-BEDD-0B83-22C8452DE349}"/>
          </ac:spMkLst>
        </pc:spChg>
        <pc:spChg chg="add mod">
          <ac:chgData name="Jose Diaz" userId="517cb5ef-6fb8-49bc-8303-535c95eee28f" providerId="ADAL" clId="{55A93F46-8806-43C5-8CDF-2E96BA0AF0DB}" dt="2026-06-22T02:43:01.374" v="1358" actId="1076"/>
          <ac:spMkLst>
            <pc:docMk/>
            <pc:sldMk cId="1397014236" sldId="2147483645"/>
            <ac:spMk id="16" creationId="{E6797879-25A5-0724-912B-D28DF2F1BED0}"/>
          </ac:spMkLst>
        </pc:spChg>
        <pc:spChg chg="add mod">
          <ac:chgData name="Jose Diaz" userId="517cb5ef-6fb8-49bc-8303-535c95eee28f" providerId="ADAL" clId="{55A93F46-8806-43C5-8CDF-2E96BA0AF0DB}" dt="2026-06-22T02:58:32.010" v="1391" actId="1076"/>
          <ac:spMkLst>
            <pc:docMk/>
            <pc:sldMk cId="1397014236" sldId="2147483645"/>
            <ac:spMk id="21" creationId="{B5CC6A42-4FC6-04B3-838E-5F9A296780C2}"/>
          </ac:spMkLst>
        </pc:spChg>
        <pc:picChg chg="add mod">
          <ac:chgData name="Jose Diaz" userId="517cb5ef-6fb8-49bc-8303-535c95eee28f" providerId="ADAL" clId="{55A93F46-8806-43C5-8CDF-2E96BA0AF0DB}" dt="2026-06-22T02:33:55.105" v="1142" actId="1076"/>
          <ac:picMkLst>
            <pc:docMk/>
            <pc:sldMk cId="1397014236" sldId="2147483645"/>
            <ac:picMk id="5" creationId="{00539115-813B-70B7-9569-CE901FD769D0}"/>
          </ac:picMkLst>
        </pc:picChg>
        <pc:cxnChg chg="add mod">
          <ac:chgData name="Jose Diaz" userId="517cb5ef-6fb8-49bc-8303-535c95eee28f" providerId="ADAL" clId="{55A93F46-8806-43C5-8CDF-2E96BA0AF0DB}" dt="2026-06-22T02:34:58.772" v="1234" actId="14100"/>
          <ac:cxnSpMkLst>
            <pc:docMk/>
            <pc:sldMk cId="1397014236" sldId="2147483645"/>
            <ac:cxnSpMk id="8" creationId="{A6E3DEAF-20C0-66D4-A34A-4ED22FBD856B}"/>
          </ac:cxnSpMkLst>
        </pc:cxnChg>
        <pc:cxnChg chg="add">
          <ac:chgData name="Jose Diaz" userId="517cb5ef-6fb8-49bc-8303-535c95eee28f" providerId="ADAL" clId="{55A93F46-8806-43C5-8CDF-2E96BA0AF0DB}" dt="2026-06-22T02:43:16.814" v="1359" actId="11529"/>
          <ac:cxnSpMkLst>
            <pc:docMk/>
            <pc:sldMk cId="1397014236" sldId="2147483645"/>
            <ac:cxnSpMk id="18" creationId="{4F13BCB0-F8CC-5216-36A2-B7294047F184}"/>
          </ac:cxnSpMkLst>
        </pc:cxnChg>
        <pc:cxnChg chg="add mod">
          <ac:chgData name="Jose Diaz" userId="517cb5ef-6fb8-49bc-8303-535c95eee28f" providerId="ADAL" clId="{55A93F46-8806-43C5-8CDF-2E96BA0AF0DB}" dt="2026-06-22T02:43:29.170" v="1362" actId="14100"/>
          <ac:cxnSpMkLst>
            <pc:docMk/>
            <pc:sldMk cId="1397014236" sldId="2147483645"/>
            <ac:cxnSpMk id="19" creationId="{07375D7B-B754-ABB9-7653-6E842ACEF865}"/>
          </ac:cxnSpMkLst>
        </pc:cxnChg>
        <pc:cxnChg chg="add mod">
          <ac:chgData name="Jose Diaz" userId="517cb5ef-6fb8-49bc-8303-535c95eee28f" providerId="ADAL" clId="{55A93F46-8806-43C5-8CDF-2E96BA0AF0DB}" dt="2026-06-22T02:58:35.895" v="1392" actId="14100"/>
          <ac:cxnSpMkLst>
            <pc:docMk/>
            <pc:sldMk cId="1397014236" sldId="2147483645"/>
            <ac:cxnSpMk id="22" creationId="{F29DC008-1E61-5910-52E8-BADC359E2A7B}"/>
          </ac:cxnSpMkLst>
        </pc:cxnChg>
      </pc:sldChg>
      <pc:sldChg chg="addSp delSp modSp add mod">
        <pc:chgData name="Jose Diaz" userId="517cb5ef-6fb8-49bc-8303-535c95eee28f" providerId="ADAL" clId="{55A93F46-8806-43C5-8CDF-2E96BA0AF0DB}" dt="2026-06-22T20:09:48.543" v="3547" actId="113"/>
        <pc:sldMkLst>
          <pc:docMk/>
          <pc:sldMk cId="4160093216" sldId="2147483646"/>
        </pc:sldMkLst>
        <pc:spChg chg="mod">
          <ac:chgData name="Jose Diaz" userId="517cb5ef-6fb8-49bc-8303-535c95eee28f" providerId="ADAL" clId="{55A93F46-8806-43C5-8CDF-2E96BA0AF0DB}" dt="2026-06-22T02:20:02.196" v="838" actId="20577"/>
          <ac:spMkLst>
            <pc:docMk/>
            <pc:sldMk cId="4160093216" sldId="2147483646"/>
            <ac:spMk id="2" creationId="{56CFC613-40A7-7FDB-3128-D3088CCB10C5}"/>
          </ac:spMkLst>
        </pc:spChg>
        <pc:spChg chg="add del mod">
          <ac:chgData name="Jose Diaz" userId="517cb5ef-6fb8-49bc-8303-535c95eee28f" providerId="ADAL" clId="{55A93F46-8806-43C5-8CDF-2E96BA0AF0DB}" dt="2026-06-22T14:19:04.020" v="1395" actId="21"/>
          <ac:spMkLst>
            <pc:docMk/>
            <pc:sldMk cId="4160093216" sldId="2147483646"/>
            <ac:spMk id="3" creationId="{4ABF9BC2-5C9A-5D09-6B82-D0FDC7D37299}"/>
          </ac:spMkLst>
        </pc:spChg>
        <pc:spChg chg="add mod">
          <ac:chgData name="Jose Diaz" userId="517cb5ef-6fb8-49bc-8303-535c95eee28f" providerId="ADAL" clId="{55A93F46-8806-43C5-8CDF-2E96BA0AF0DB}" dt="2026-06-22T20:09:48.543" v="3547" actId="113"/>
          <ac:spMkLst>
            <pc:docMk/>
            <pc:sldMk cId="4160093216" sldId="2147483646"/>
            <ac:spMk id="3" creationId="{D49B603F-0A49-BAED-1003-F80121B69308}"/>
          </ac:spMkLst>
        </pc:spChg>
        <pc:spChg chg="add del mod">
          <ac:chgData name="Jose Diaz" userId="517cb5ef-6fb8-49bc-8303-535c95eee28f" providerId="ADAL" clId="{55A93F46-8806-43C5-8CDF-2E96BA0AF0DB}" dt="2026-06-22T14:19:21.959" v="1398" actId="478"/>
          <ac:spMkLst>
            <pc:docMk/>
            <pc:sldMk cId="4160093216" sldId="2147483646"/>
            <ac:spMk id="4" creationId="{3BCAAB1C-D8A7-AEE0-A3DE-0E094998648F}"/>
          </ac:spMkLst>
        </pc:spChg>
        <pc:spChg chg="mod">
          <ac:chgData name="Jose Diaz" userId="517cb5ef-6fb8-49bc-8303-535c95eee28f" providerId="ADAL" clId="{55A93F46-8806-43C5-8CDF-2E96BA0AF0DB}" dt="2026-06-22T15:16:39.789" v="1673" actId="1076"/>
          <ac:spMkLst>
            <pc:docMk/>
            <pc:sldMk cId="4160093216" sldId="2147483646"/>
            <ac:spMk id="12" creationId="{3122B023-9F7F-173D-D1B8-545E23622360}"/>
          </ac:spMkLst>
        </pc:spChg>
        <pc:picChg chg="add mod">
          <ac:chgData name="Jose Diaz" userId="517cb5ef-6fb8-49bc-8303-535c95eee28f" providerId="ADAL" clId="{55A93F46-8806-43C5-8CDF-2E96BA0AF0DB}" dt="2026-06-22T15:15:59.581" v="1671" actId="14100"/>
          <ac:picMkLst>
            <pc:docMk/>
            <pc:sldMk cId="4160093216" sldId="2147483646"/>
            <ac:picMk id="6" creationId="{75C7D002-E88F-C7A4-279C-CDBE969EAB18}"/>
          </ac:picMkLst>
        </pc:picChg>
        <pc:picChg chg="add mod">
          <ac:chgData name="Jose Diaz" userId="517cb5ef-6fb8-49bc-8303-535c95eee28f" providerId="ADAL" clId="{55A93F46-8806-43C5-8CDF-2E96BA0AF0DB}" dt="2026-06-22T15:16:47.727" v="1675"/>
          <ac:picMkLst>
            <pc:docMk/>
            <pc:sldMk cId="4160093216" sldId="2147483646"/>
            <ac:picMk id="7" creationId="{2A105642-E6E1-CF95-0B20-C4204D7F1D33}"/>
          </ac:picMkLst>
        </pc:picChg>
        <pc:picChg chg="add mod">
          <ac:chgData name="Jose Diaz" userId="517cb5ef-6fb8-49bc-8303-535c95eee28f" providerId="ADAL" clId="{55A93F46-8806-43C5-8CDF-2E96BA0AF0DB}" dt="2026-06-22T20:09:37.961" v="3546" actId="1076"/>
          <ac:picMkLst>
            <pc:docMk/>
            <pc:sldMk cId="4160093216" sldId="2147483646"/>
            <ac:picMk id="8" creationId="{3E725FBF-266B-DEC8-466D-9F3626CF9517}"/>
          </ac:picMkLst>
        </pc:picChg>
        <pc:cxnChg chg="add del">
          <ac:chgData name="Jose Diaz" userId="517cb5ef-6fb8-49bc-8303-535c95eee28f" providerId="ADAL" clId="{55A93F46-8806-43C5-8CDF-2E96BA0AF0DB}" dt="2026-06-22T20:09:30.472" v="3544" actId="478"/>
          <ac:cxnSpMkLst>
            <pc:docMk/>
            <pc:sldMk cId="4160093216" sldId="2147483646"/>
            <ac:cxnSpMk id="5" creationId="{DD4E1CBE-1862-81AA-378F-2F7A71DB9EF9}"/>
          </ac:cxnSpMkLst>
        </pc:cxnChg>
      </pc:sldChg>
      <pc:sldChg chg="addSp modSp add mod">
        <pc:chgData name="Jose Diaz" userId="517cb5ef-6fb8-49bc-8303-535c95eee28f" providerId="ADAL" clId="{55A93F46-8806-43C5-8CDF-2E96BA0AF0DB}" dt="2026-06-23T13:01:07.034" v="5732" actId="20577"/>
        <pc:sldMkLst>
          <pc:docMk/>
          <pc:sldMk cId="2836484904" sldId="2147483647"/>
        </pc:sldMkLst>
        <pc:spChg chg="mod">
          <ac:chgData name="Jose Diaz" userId="517cb5ef-6fb8-49bc-8303-535c95eee28f" providerId="ADAL" clId="{55A93F46-8806-43C5-8CDF-2E96BA0AF0DB}" dt="2026-06-22T02:20:26.721" v="863" actId="20577"/>
          <ac:spMkLst>
            <pc:docMk/>
            <pc:sldMk cId="2836484904" sldId="2147483647"/>
            <ac:spMk id="2" creationId="{A39EAA46-A116-479C-5DB6-093642708A28}"/>
          </ac:spMkLst>
        </pc:spChg>
        <pc:spChg chg="add mod">
          <ac:chgData name="Jose Diaz" userId="517cb5ef-6fb8-49bc-8303-535c95eee28f" providerId="ADAL" clId="{55A93F46-8806-43C5-8CDF-2E96BA0AF0DB}" dt="2026-06-22T18:46:42.447" v="2895" actId="14100"/>
          <ac:spMkLst>
            <pc:docMk/>
            <pc:sldMk cId="2836484904" sldId="2147483647"/>
            <ac:spMk id="3" creationId="{F1361003-31DD-C34F-5184-8F13BA86BE13}"/>
          </ac:spMkLst>
        </pc:spChg>
        <pc:spChg chg="add mod">
          <ac:chgData name="Jose Diaz" userId="517cb5ef-6fb8-49bc-8303-535c95eee28f" providerId="ADAL" clId="{55A93F46-8806-43C5-8CDF-2E96BA0AF0DB}" dt="2026-06-22T18:36:51.305" v="2478" actId="20577"/>
          <ac:spMkLst>
            <pc:docMk/>
            <pc:sldMk cId="2836484904" sldId="2147483647"/>
            <ac:spMk id="4" creationId="{A40A1A1F-8FA0-6F48-3B45-A814D9B2CC93}"/>
          </ac:spMkLst>
        </pc:spChg>
        <pc:spChg chg="add mod">
          <ac:chgData name="Jose Diaz" userId="517cb5ef-6fb8-49bc-8303-535c95eee28f" providerId="ADAL" clId="{55A93F46-8806-43C5-8CDF-2E96BA0AF0DB}" dt="2026-06-22T19:41:17.727" v="3221" actId="20577"/>
          <ac:spMkLst>
            <pc:docMk/>
            <pc:sldMk cId="2836484904" sldId="2147483647"/>
            <ac:spMk id="5" creationId="{AF771F3D-321F-25EB-0E7D-4E5E6B4A86AD}"/>
          </ac:spMkLst>
        </pc:spChg>
        <pc:spChg chg="add mod">
          <ac:chgData name="Jose Diaz" userId="517cb5ef-6fb8-49bc-8303-535c95eee28f" providerId="ADAL" clId="{55A93F46-8806-43C5-8CDF-2E96BA0AF0DB}" dt="2026-06-22T18:46:55.482" v="2897" actId="14100"/>
          <ac:spMkLst>
            <pc:docMk/>
            <pc:sldMk cId="2836484904" sldId="2147483647"/>
            <ac:spMk id="6" creationId="{1E3527E0-19E4-D1BB-DBDD-963923B640C7}"/>
          </ac:spMkLst>
        </pc:spChg>
        <pc:spChg chg="add mod">
          <ac:chgData name="Jose Diaz" userId="517cb5ef-6fb8-49bc-8303-535c95eee28f" providerId="ADAL" clId="{55A93F46-8806-43C5-8CDF-2E96BA0AF0DB}" dt="2026-06-22T18:43:30.115" v="2634" actId="20577"/>
          <ac:spMkLst>
            <pc:docMk/>
            <pc:sldMk cId="2836484904" sldId="2147483647"/>
            <ac:spMk id="7" creationId="{AACC4EAF-C07F-DDCD-1D5D-59904F0C2726}"/>
          </ac:spMkLst>
        </pc:spChg>
        <pc:spChg chg="add mod">
          <ac:chgData name="Jose Diaz" userId="517cb5ef-6fb8-49bc-8303-535c95eee28f" providerId="ADAL" clId="{55A93F46-8806-43C5-8CDF-2E96BA0AF0DB}" dt="2026-06-23T13:01:07.034" v="5732" actId="20577"/>
          <ac:spMkLst>
            <pc:docMk/>
            <pc:sldMk cId="2836484904" sldId="2147483647"/>
            <ac:spMk id="8" creationId="{70D2C79A-4CFE-56F1-43FE-3DAB0D8E87FB}"/>
          </ac:spMkLst>
        </pc:spChg>
        <pc:spChg chg="add mod">
          <ac:chgData name="Jose Diaz" userId="517cb5ef-6fb8-49bc-8303-535c95eee28f" providerId="ADAL" clId="{55A93F46-8806-43C5-8CDF-2E96BA0AF0DB}" dt="2026-06-22T18:47:03.287" v="2899" actId="14100"/>
          <ac:spMkLst>
            <pc:docMk/>
            <pc:sldMk cId="2836484904" sldId="2147483647"/>
            <ac:spMk id="9" creationId="{3E371292-6DA2-65CD-A7E8-99C1FB6570D7}"/>
          </ac:spMkLst>
        </pc:spChg>
        <pc:spChg chg="add mod">
          <ac:chgData name="Jose Diaz" userId="517cb5ef-6fb8-49bc-8303-535c95eee28f" providerId="ADAL" clId="{55A93F46-8806-43C5-8CDF-2E96BA0AF0DB}" dt="2026-06-22T18:44:53.071" v="2762" actId="20577"/>
          <ac:spMkLst>
            <pc:docMk/>
            <pc:sldMk cId="2836484904" sldId="2147483647"/>
            <ac:spMk id="10" creationId="{B35E1513-A551-7010-E7AF-E373221F3053}"/>
          </ac:spMkLst>
        </pc:spChg>
        <pc:spChg chg="add mod">
          <ac:chgData name="Jose Diaz" userId="517cb5ef-6fb8-49bc-8303-535c95eee28f" providerId="ADAL" clId="{55A93F46-8806-43C5-8CDF-2E96BA0AF0DB}" dt="2026-06-22T19:42:08.931" v="3270" actId="20577"/>
          <ac:spMkLst>
            <pc:docMk/>
            <pc:sldMk cId="2836484904" sldId="2147483647"/>
            <ac:spMk id="11" creationId="{7B2AA580-EA34-DE5C-A803-7157E3356438}"/>
          </ac:spMkLst>
        </pc:spChg>
        <pc:spChg chg="mod">
          <ac:chgData name="Jose Diaz" userId="517cb5ef-6fb8-49bc-8303-535c95eee28f" providerId="ADAL" clId="{55A93F46-8806-43C5-8CDF-2E96BA0AF0DB}" dt="2026-06-22T18:47:24.911" v="2903" actId="20577"/>
          <ac:spMkLst>
            <pc:docMk/>
            <pc:sldMk cId="2836484904" sldId="2147483647"/>
            <ac:spMk id="12" creationId="{9A6AB599-BF61-20F6-C872-3F1521C9CB95}"/>
          </ac:spMkLst>
        </pc:spChg>
        <pc:spChg chg="add mod">
          <ac:chgData name="Jose Diaz" userId="517cb5ef-6fb8-49bc-8303-535c95eee28f" providerId="ADAL" clId="{55A93F46-8806-43C5-8CDF-2E96BA0AF0DB}" dt="2026-06-22T19:35:55.774" v="3029" actId="20577"/>
          <ac:spMkLst>
            <pc:docMk/>
            <pc:sldMk cId="2836484904" sldId="2147483647"/>
            <ac:spMk id="19" creationId="{B2F83057-FF97-014E-1388-EC16EF9E5BDA}"/>
          </ac:spMkLst>
        </pc:spChg>
        <pc:cxnChg chg="mod">
          <ac:chgData name="Jose Diaz" userId="517cb5ef-6fb8-49bc-8303-535c95eee28f" providerId="ADAL" clId="{55A93F46-8806-43C5-8CDF-2E96BA0AF0DB}" dt="2026-06-22T18:46:55.482" v="2897" actId="14100"/>
          <ac:cxnSpMkLst>
            <pc:docMk/>
            <pc:sldMk cId="2836484904" sldId="2147483647"/>
            <ac:cxnSpMk id="13" creationId="{BF4CEB30-2859-74F3-D751-F3DEE893768A}"/>
          </ac:cxnSpMkLst>
        </pc:cxnChg>
        <pc:cxnChg chg="add mod">
          <ac:chgData name="Jose Diaz" userId="517cb5ef-6fb8-49bc-8303-535c95eee28f" providerId="ADAL" clId="{55A93F46-8806-43C5-8CDF-2E96BA0AF0DB}" dt="2026-06-22T18:47:03.287" v="2899" actId="14100"/>
          <ac:cxnSpMkLst>
            <pc:docMk/>
            <pc:sldMk cId="2836484904" sldId="2147483647"/>
            <ac:cxnSpMk id="14" creationId="{6392BEFA-9682-794E-C55F-3236DC79D53F}"/>
          </ac:cxnSpMkLst>
        </pc:cxnChg>
      </pc:sldChg>
    </pc:docChg>
  </pc:docChgLst>
  <pc:docChgLst>
    <pc:chgData name="Taylor Ilov" userId="S::taylor.ilov@cmsenergy.com::b3e8fa34-e639-4d12-a6dc-5e3032b39fb7" providerId="AD" clId="Web-{4FCA1464-E9D2-C664-E200-464425C53939}"/>
    <pc:docChg chg="modSld">
      <pc:chgData name="Taylor Ilov" userId="S::taylor.ilov@cmsenergy.com::b3e8fa34-e639-4d12-a6dc-5e3032b39fb7" providerId="AD" clId="Web-{4FCA1464-E9D2-C664-E200-464425C53939}" dt="2026-06-15T03:37:24.463" v="64" actId="20577"/>
      <pc:docMkLst>
        <pc:docMk/>
      </pc:docMkLst>
      <pc:sldChg chg="modSp">
        <pc:chgData name="Taylor Ilov" userId="S::taylor.ilov@cmsenergy.com::b3e8fa34-e639-4d12-a6dc-5e3032b39fb7" providerId="AD" clId="Web-{4FCA1464-E9D2-C664-E200-464425C53939}" dt="2026-06-15T03:37:24.463" v="64" actId="20577"/>
        <pc:sldMkLst>
          <pc:docMk/>
          <pc:sldMk cId="429306594" sldId="2147483632"/>
        </pc:sldMkLst>
      </pc:sldChg>
    </pc:docChg>
  </pc:docChgLst>
  <pc:docChgLst>
    <pc:chgData name="Taylor Ilov" userId="S::taylor.ilov@cmsenergy.com::b3e8fa34-e639-4d12-a6dc-5e3032b39fb7" providerId="AD" clId="Web-{210A9902-F20C-6A31-AFE2-3845EE1D1744}"/>
    <pc:docChg chg="delSld modSld sldOrd modSection">
      <pc:chgData name="Taylor Ilov" userId="S::taylor.ilov@cmsenergy.com::b3e8fa34-e639-4d12-a6dc-5e3032b39fb7" providerId="AD" clId="Web-{210A9902-F20C-6A31-AFE2-3845EE1D1744}" dt="2026-06-01T15:48:34.904" v="589" actId="20577"/>
      <pc:docMkLst>
        <pc:docMk/>
      </pc:docMkLst>
      <pc:sldChg chg="modSp">
        <pc:chgData name="Taylor Ilov" userId="S::taylor.ilov@cmsenergy.com::b3e8fa34-e639-4d12-a6dc-5e3032b39fb7" providerId="AD" clId="Web-{210A9902-F20C-6A31-AFE2-3845EE1D1744}" dt="2026-06-01T15:44:38.615" v="371" actId="20577"/>
        <pc:sldMkLst>
          <pc:docMk/>
          <pc:sldMk cId="274954407" sldId="257"/>
        </pc:sldMkLst>
        <pc:spChg chg="mod">
          <ac:chgData name="Taylor Ilov" userId="S::taylor.ilov@cmsenergy.com::b3e8fa34-e639-4d12-a6dc-5e3032b39fb7" providerId="AD" clId="Web-{210A9902-F20C-6A31-AFE2-3845EE1D1744}" dt="2026-06-01T15:44:38.615" v="371" actId="20577"/>
          <ac:spMkLst>
            <pc:docMk/>
            <pc:sldMk cId="274954407" sldId="257"/>
            <ac:spMk id="2" creationId="{E34B602E-2C3B-4F08-5E75-F752CAE78886}"/>
          </ac:spMkLst>
        </pc:spChg>
      </pc:sldChg>
      <pc:sldChg chg="modSp">
        <pc:chgData name="Taylor Ilov" userId="S::taylor.ilov@cmsenergy.com::b3e8fa34-e639-4d12-a6dc-5e3032b39fb7" providerId="AD" clId="Web-{210A9902-F20C-6A31-AFE2-3845EE1D1744}" dt="2026-06-01T15:44:06.333" v="345" actId="20577"/>
        <pc:sldMkLst>
          <pc:docMk/>
          <pc:sldMk cId="2828065825" sldId="258"/>
        </pc:sldMkLst>
        <pc:spChg chg="mod">
          <ac:chgData name="Taylor Ilov" userId="S::taylor.ilov@cmsenergy.com::b3e8fa34-e639-4d12-a6dc-5e3032b39fb7" providerId="AD" clId="Web-{210A9902-F20C-6A31-AFE2-3845EE1D1744}" dt="2026-06-01T15:44:06.333" v="345" actId="20577"/>
          <ac:spMkLst>
            <pc:docMk/>
            <pc:sldMk cId="2828065825" sldId="258"/>
            <ac:spMk id="7" creationId="{F363667B-981C-A7C5-B405-AF1006A4BA19}"/>
          </ac:spMkLst>
        </pc:spChg>
      </pc:sldChg>
      <pc:sldChg chg="modSp">
        <pc:chgData name="Taylor Ilov" userId="S::taylor.ilov@cmsenergy.com::b3e8fa34-e639-4d12-a6dc-5e3032b39fb7" providerId="AD" clId="Web-{210A9902-F20C-6A31-AFE2-3845EE1D1744}" dt="2026-06-01T15:44:29.068" v="368" actId="20577"/>
        <pc:sldMkLst>
          <pc:docMk/>
          <pc:sldMk cId="3093726476" sldId="261"/>
        </pc:sldMkLst>
        <pc:spChg chg="mod">
          <ac:chgData name="Taylor Ilov" userId="S::taylor.ilov@cmsenergy.com::b3e8fa34-e639-4d12-a6dc-5e3032b39fb7" providerId="AD" clId="Web-{210A9902-F20C-6A31-AFE2-3845EE1D1744}" dt="2026-06-01T15:44:29.068" v="368" actId="20577"/>
          <ac:spMkLst>
            <pc:docMk/>
            <pc:sldMk cId="3093726476" sldId="261"/>
            <ac:spMk id="7" creationId="{B597FD0F-3E1D-D644-5432-29FF22D04E82}"/>
          </ac:spMkLst>
        </pc:spChg>
      </pc:sldChg>
      <pc:sldChg chg="modSp">
        <pc:chgData name="Taylor Ilov" userId="S::taylor.ilov@cmsenergy.com::b3e8fa34-e639-4d12-a6dc-5e3032b39fb7" providerId="AD" clId="Web-{210A9902-F20C-6A31-AFE2-3845EE1D1744}" dt="2026-06-01T15:27:10.511" v="8" actId="20577"/>
        <pc:sldMkLst>
          <pc:docMk/>
          <pc:sldMk cId="3852294437" sldId="268"/>
        </pc:sldMkLst>
        <pc:spChg chg="mod">
          <ac:chgData name="Taylor Ilov" userId="S::taylor.ilov@cmsenergy.com::b3e8fa34-e639-4d12-a6dc-5e3032b39fb7" providerId="AD" clId="Web-{210A9902-F20C-6A31-AFE2-3845EE1D1744}" dt="2026-06-01T15:27:10.511" v="8" actId="20577"/>
          <ac:spMkLst>
            <pc:docMk/>
            <pc:sldMk cId="3852294437" sldId="268"/>
            <ac:spMk id="4" creationId="{81A08FD6-7E06-AEC4-FC0F-CD07B69918CC}"/>
          </ac:spMkLst>
        </pc:spChg>
      </pc:sldChg>
      <pc:sldChg chg="modSp">
        <pc:chgData name="Taylor Ilov" userId="S::taylor.ilov@cmsenergy.com::b3e8fa34-e639-4d12-a6dc-5e3032b39fb7" providerId="AD" clId="Web-{210A9902-F20C-6A31-AFE2-3845EE1D1744}" dt="2026-06-01T15:44:32.271" v="369" actId="20577"/>
        <pc:sldMkLst>
          <pc:docMk/>
          <pc:sldMk cId="1180415898" sldId="270"/>
        </pc:sldMkLst>
        <pc:spChg chg="mod">
          <ac:chgData name="Taylor Ilov" userId="S::taylor.ilov@cmsenergy.com::b3e8fa34-e639-4d12-a6dc-5e3032b39fb7" providerId="AD" clId="Web-{210A9902-F20C-6A31-AFE2-3845EE1D1744}" dt="2026-06-01T15:44:32.271" v="369" actId="20577"/>
          <ac:spMkLst>
            <pc:docMk/>
            <pc:sldMk cId="1180415898" sldId="270"/>
            <ac:spMk id="7" creationId="{0C66E776-CABB-A883-38E3-FB62E6868850}"/>
          </ac:spMkLst>
        </pc:spChg>
      </pc:sldChg>
      <pc:sldChg chg="addSp delSp modSp">
        <pc:chgData name="Taylor Ilov" userId="S::taylor.ilov@cmsenergy.com::b3e8fa34-e639-4d12-a6dc-5e3032b39fb7" providerId="AD" clId="Web-{210A9902-F20C-6A31-AFE2-3845EE1D1744}" dt="2026-06-01T15:48:34.904" v="589" actId="20577"/>
        <pc:sldMkLst>
          <pc:docMk/>
          <pc:sldMk cId="2218206800" sldId="271"/>
        </pc:sldMkLst>
        <pc:spChg chg="mod">
          <ac:chgData name="Taylor Ilov" userId="S::taylor.ilov@cmsenergy.com::b3e8fa34-e639-4d12-a6dc-5e3032b39fb7" providerId="AD" clId="Web-{210A9902-F20C-6A31-AFE2-3845EE1D1744}" dt="2026-06-01T15:48:34.904" v="589" actId="20577"/>
          <ac:spMkLst>
            <pc:docMk/>
            <pc:sldMk cId="2218206800" sldId="271"/>
            <ac:spMk id="2" creationId="{FADA383F-4927-0444-587E-4284181D7C5E}"/>
          </ac:spMkLst>
        </pc:spChg>
        <pc:graphicFrameChg chg="mod modGraphic">
          <ac:chgData name="Taylor Ilov" userId="S::taylor.ilov@cmsenergy.com::b3e8fa34-e639-4d12-a6dc-5e3032b39fb7" providerId="AD" clId="Web-{210A9902-F20C-6A31-AFE2-3845EE1D1744}" dt="2026-06-01T15:48:02.372" v="569"/>
          <ac:graphicFrameMkLst>
            <pc:docMk/>
            <pc:sldMk cId="2218206800" sldId="271"/>
            <ac:graphicFrameMk id="8" creationId="{EBD8FAA2-4B6C-BC4B-328F-08ECDE8FD127}"/>
          </ac:graphicFrameMkLst>
        </pc:graphicFrameChg>
      </pc:sldChg>
      <pc:sldChg chg="modSp">
        <pc:chgData name="Taylor Ilov" userId="S::taylor.ilov@cmsenergy.com::b3e8fa34-e639-4d12-a6dc-5e3032b39fb7" providerId="AD" clId="Web-{210A9902-F20C-6A31-AFE2-3845EE1D1744}" dt="2026-06-01T15:44:20.990" v="365" actId="20577"/>
        <pc:sldMkLst>
          <pc:docMk/>
          <pc:sldMk cId="2542367511" sldId="277"/>
        </pc:sldMkLst>
        <pc:spChg chg="mod">
          <ac:chgData name="Taylor Ilov" userId="S::taylor.ilov@cmsenergy.com::b3e8fa34-e639-4d12-a6dc-5e3032b39fb7" providerId="AD" clId="Web-{210A9902-F20C-6A31-AFE2-3845EE1D1744}" dt="2026-06-01T15:44:20.990" v="365" actId="20577"/>
          <ac:spMkLst>
            <pc:docMk/>
            <pc:sldMk cId="2542367511" sldId="277"/>
            <ac:spMk id="7" creationId="{CAD1F050-5AB8-5CAC-CBBB-4BA7E18D5658}"/>
          </ac:spMkLst>
        </pc:spChg>
      </pc:sldChg>
      <pc:sldChg chg="modSp">
        <pc:chgData name="Taylor Ilov" userId="S::taylor.ilov@cmsenergy.com::b3e8fa34-e639-4d12-a6dc-5e3032b39fb7" providerId="AD" clId="Web-{210A9902-F20C-6A31-AFE2-3845EE1D1744}" dt="2026-06-01T15:42:48.595" v="293" actId="20577"/>
        <pc:sldMkLst>
          <pc:docMk/>
          <pc:sldMk cId="3692638522" sldId="280"/>
        </pc:sldMkLst>
        <pc:spChg chg="mod">
          <ac:chgData name="Taylor Ilov" userId="S::taylor.ilov@cmsenergy.com::b3e8fa34-e639-4d12-a6dc-5e3032b39fb7" providerId="AD" clId="Web-{210A9902-F20C-6A31-AFE2-3845EE1D1744}" dt="2026-06-01T15:42:48.595" v="293" actId="20577"/>
          <ac:spMkLst>
            <pc:docMk/>
            <pc:sldMk cId="3692638522" sldId="280"/>
            <ac:spMk id="3" creationId="{58573676-BFE1-83AA-90C9-0699928A0949}"/>
          </ac:spMkLst>
        </pc:spChg>
        <pc:spChg chg="mod">
          <ac:chgData name="Taylor Ilov" userId="S::taylor.ilov@cmsenergy.com::b3e8fa34-e639-4d12-a6dc-5e3032b39fb7" providerId="AD" clId="Web-{210A9902-F20C-6A31-AFE2-3845EE1D1744}" dt="2026-06-01T15:42:31.438" v="277" actId="20577"/>
          <ac:spMkLst>
            <pc:docMk/>
            <pc:sldMk cId="3692638522" sldId="280"/>
            <ac:spMk id="8" creationId="{F068F04F-6DFB-171B-FC7A-BD61AE783CD5}"/>
          </ac:spMkLst>
        </pc:spChg>
        <pc:graphicFrameChg chg="mod modGraphic">
          <ac:chgData name="Taylor Ilov" userId="S::taylor.ilov@cmsenergy.com::b3e8fa34-e639-4d12-a6dc-5e3032b39fb7" providerId="AD" clId="Web-{210A9902-F20C-6A31-AFE2-3845EE1D1744}" dt="2026-06-01T15:42:26.047" v="276"/>
          <ac:graphicFrameMkLst>
            <pc:docMk/>
            <pc:sldMk cId="3692638522" sldId="280"/>
            <ac:graphicFrameMk id="11" creationId="{17F055A7-BB2E-3BF1-B0E5-02D3240DD088}"/>
          </ac:graphicFrameMkLst>
        </pc:graphicFrameChg>
      </pc:sldChg>
      <pc:sldChg chg="modSp">
        <pc:chgData name="Taylor Ilov" userId="S::taylor.ilov@cmsenergy.com::b3e8fa34-e639-4d12-a6dc-5e3032b39fb7" providerId="AD" clId="Web-{210A9902-F20C-6A31-AFE2-3845EE1D1744}" dt="2026-06-01T15:44:11.849" v="355" actId="20577"/>
        <pc:sldMkLst>
          <pc:docMk/>
          <pc:sldMk cId="12600196" sldId="281"/>
        </pc:sldMkLst>
        <pc:spChg chg="mod">
          <ac:chgData name="Taylor Ilov" userId="S::taylor.ilov@cmsenergy.com::b3e8fa34-e639-4d12-a6dc-5e3032b39fb7" providerId="AD" clId="Web-{210A9902-F20C-6A31-AFE2-3845EE1D1744}" dt="2026-06-01T15:44:11.849" v="355" actId="20577"/>
          <ac:spMkLst>
            <pc:docMk/>
            <pc:sldMk cId="12600196" sldId="281"/>
            <ac:spMk id="7" creationId="{EB98184E-2065-B50A-5DE8-04BEA6B96B3C}"/>
          </ac:spMkLst>
        </pc:spChg>
      </pc:sldChg>
      <pc:sldChg chg="ord">
        <pc:chgData name="Taylor Ilov" userId="S::taylor.ilov@cmsenergy.com::b3e8fa34-e639-4d12-a6dc-5e3032b39fb7" providerId="AD" clId="Web-{210A9902-F20C-6A31-AFE2-3845EE1D1744}" dt="2026-06-01T15:44:16.317" v="356"/>
        <pc:sldMkLst>
          <pc:docMk/>
          <pc:sldMk cId="1963681403" sldId="291"/>
        </pc:sldMkLst>
      </pc:sldChg>
      <pc:sldChg chg="delSp modSp">
        <pc:chgData name="Taylor Ilov" userId="S::taylor.ilov@cmsenergy.com::b3e8fa34-e639-4d12-a6dc-5e3032b39fb7" providerId="AD" clId="Web-{210A9902-F20C-6A31-AFE2-3845EE1D1744}" dt="2026-06-01T15:43:57.176" v="336"/>
        <pc:sldMkLst>
          <pc:docMk/>
          <pc:sldMk cId="429306594" sldId="2147483632"/>
        </pc:sldMkLst>
        <pc:spChg chg="mod">
          <ac:chgData name="Taylor Ilov" userId="S::taylor.ilov@cmsenergy.com::b3e8fa34-e639-4d12-a6dc-5e3032b39fb7" providerId="AD" clId="Web-{210A9902-F20C-6A31-AFE2-3845EE1D1744}" dt="2026-06-01T15:43:53.426" v="335" actId="1076"/>
          <ac:spMkLst>
            <pc:docMk/>
            <pc:sldMk cId="429306594" sldId="2147483632"/>
            <ac:spMk id="9" creationId="{04ABBC89-EEC8-89D8-4B2B-F5F774610ECB}"/>
          </ac:spMkLst>
        </pc:spChg>
        <pc:spChg chg="mod">
          <ac:chgData name="Taylor Ilov" userId="S::taylor.ilov@cmsenergy.com::b3e8fa34-e639-4d12-a6dc-5e3032b39fb7" providerId="AD" clId="Web-{210A9902-F20C-6A31-AFE2-3845EE1D1744}" dt="2026-06-01T15:43:41.410" v="334" actId="20577"/>
          <ac:spMkLst>
            <pc:docMk/>
            <pc:sldMk cId="429306594" sldId="2147483632"/>
            <ac:spMk id="14" creationId="{1A3158E1-7695-0C81-4A14-28927869505A}"/>
          </ac:spMkLst>
        </pc:spChg>
      </pc:sldChg>
      <pc:sldChg chg="modSp">
        <pc:chgData name="Taylor Ilov" userId="S::taylor.ilov@cmsenergy.com::b3e8fa34-e639-4d12-a6dc-5e3032b39fb7" providerId="AD" clId="Web-{210A9902-F20C-6A31-AFE2-3845EE1D1744}" dt="2026-06-01T15:39:06.018" v="40" actId="20577"/>
        <pc:sldMkLst>
          <pc:docMk/>
          <pc:sldMk cId="1808544518" sldId="2147483637"/>
        </pc:sldMkLst>
        <pc:spChg chg="mod">
          <ac:chgData name="Taylor Ilov" userId="S::taylor.ilov@cmsenergy.com::b3e8fa34-e639-4d12-a6dc-5e3032b39fb7" providerId="AD" clId="Web-{210A9902-F20C-6A31-AFE2-3845EE1D1744}" dt="2026-06-01T15:38:59.158" v="32" actId="20577"/>
          <ac:spMkLst>
            <pc:docMk/>
            <pc:sldMk cId="1808544518" sldId="2147483637"/>
            <ac:spMk id="5" creationId="{2A0B2ECB-81D5-58D2-6118-D4651F04DC2A}"/>
          </ac:spMkLst>
        </pc:spChg>
        <pc:spChg chg="mod">
          <ac:chgData name="Taylor Ilov" userId="S::taylor.ilov@cmsenergy.com::b3e8fa34-e639-4d12-a6dc-5e3032b39fb7" providerId="AD" clId="Web-{210A9902-F20C-6A31-AFE2-3845EE1D1744}" dt="2026-06-01T15:39:06.018" v="40" actId="20577"/>
          <ac:spMkLst>
            <pc:docMk/>
            <pc:sldMk cId="1808544518" sldId="2147483637"/>
            <ac:spMk id="6" creationId="{830222EA-B48B-A73B-8B97-C9D2C354B0CD}"/>
          </ac:spMkLst>
        </pc:spChg>
      </pc:sldChg>
      <pc:sldChg chg="modSp">
        <pc:chgData name="Taylor Ilov" userId="S::taylor.ilov@cmsenergy.com::b3e8fa34-e639-4d12-a6dc-5e3032b39fb7" providerId="AD" clId="Web-{210A9902-F20C-6A31-AFE2-3845EE1D1744}" dt="2026-06-01T15:46:30.776" v="422" actId="20577"/>
        <pc:sldMkLst>
          <pc:docMk/>
          <pc:sldMk cId="2545389575" sldId="2147483641"/>
        </pc:sldMkLst>
        <pc:spChg chg="mod">
          <ac:chgData name="Taylor Ilov" userId="S::taylor.ilov@cmsenergy.com::b3e8fa34-e639-4d12-a6dc-5e3032b39fb7" providerId="AD" clId="Web-{210A9902-F20C-6A31-AFE2-3845EE1D1744}" dt="2026-06-01T15:46:30.776" v="422" actId="20577"/>
          <ac:spMkLst>
            <pc:docMk/>
            <pc:sldMk cId="2545389575" sldId="2147483641"/>
            <ac:spMk id="4" creationId="{5B50B024-5B2C-73D1-0F65-38C1CBB14B5B}"/>
          </ac:spMkLst>
        </pc:spChg>
      </pc:sldChg>
      <pc:sldChg chg="modSp">
        <pc:chgData name="Taylor Ilov" userId="S::taylor.ilov@cmsenergy.com::b3e8fa34-e639-4d12-a6dc-5e3032b39fb7" providerId="AD" clId="Web-{210A9902-F20C-6A31-AFE2-3845EE1D1744}" dt="2026-06-01T15:44:25.740" v="367" actId="20577"/>
        <pc:sldMkLst>
          <pc:docMk/>
          <pc:sldMk cId="309092209" sldId="2147483642"/>
        </pc:sldMkLst>
        <pc:spChg chg="mod">
          <ac:chgData name="Taylor Ilov" userId="S::taylor.ilov@cmsenergy.com::b3e8fa34-e639-4d12-a6dc-5e3032b39fb7" providerId="AD" clId="Web-{210A9902-F20C-6A31-AFE2-3845EE1D1744}" dt="2026-06-01T15:44:25.740" v="367" actId="20577"/>
          <ac:spMkLst>
            <pc:docMk/>
            <pc:sldMk cId="309092209" sldId="2147483642"/>
            <ac:spMk id="7" creationId="{4C70A362-5F9D-E986-8A1E-DFA31FDD6FB7}"/>
          </ac:spMkLst>
        </pc:spChg>
      </pc:sldChg>
    </pc:docChg>
  </pc:docChgLst>
  <pc:docChgLst>
    <pc:chgData name="Taylor Ilov" userId="S::taylor.ilov@cmsenergy.com::b3e8fa34-e639-4d12-a6dc-5e3032b39fb7" providerId="AD" clId="Web-{F72D50F6-0306-2153-0590-0F1A49D3974E}"/>
    <pc:docChg chg="modSld">
      <pc:chgData name="Taylor Ilov" userId="S::taylor.ilov@cmsenergy.com::b3e8fa34-e639-4d12-a6dc-5e3032b39fb7" providerId="AD" clId="Web-{F72D50F6-0306-2153-0590-0F1A49D3974E}" dt="2026-06-01T18:01:45.014" v="62" actId="20577"/>
      <pc:docMkLst>
        <pc:docMk/>
      </pc:docMkLst>
      <pc:sldChg chg="modSp">
        <pc:chgData name="Taylor Ilov" userId="S::taylor.ilov@cmsenergy.com::b3e8fa34-e639-4d12-a6dc-5e3032b39fb7" providerId="AD" clId="Web-{F72D50F6-0306-2153-0590-0F1A49D3974E}" dt="2026-06-01T18:00:58.200" v="56" actId="20577"/>
        <pc:sldMkLst>
          <pc:docMk/>
          <pc:sldMk cId="2828065825" sldId="258"/>
        </pc:sldMkLst>
        <pc:spChg chg="mod">
          <ac:chgData name="Taylor Ilov" userId="S::taylor.ilov@cmsenergy.com::b3e8fa34-e639-4d12-a6dc-5e3032b39fb7" providerId="AD" clId="Web-{F72D50F6-0306-2153-0590-0F1A49D3974E}" dt="2026-06-01T18:00:58.200" v="56" actId="20577"/>
          <ac:spMkLst>
            <pc:docMk/>
            <pc:sldMk cId="2828065825" sldId="258"/>
            <ac:spMk id="7" creationId="{F363667B-981C-A7C5-B405-AF1006A4BA19}"/>
          </ac:spMkLst>
        </pc:spChg>
      </pc:sldChg>
      <pc:sldChg chg="modSp">
        <pc:chgData name="Taylor Ilov" userId="S::taylor.ilov@cmsenergy.com::b3e8fa34-e639-4d12-a6dc-5e3032b39fb7" providerId="AD" clId="Web-{F72D50F6-0306-2153-0590-0F1A49D3974E}" dt="2026-06-01T18:01:04.466" v="59" actId="20577"/>
        <pc:sldMkLst>
          <pc:docMk/>
          <pc:sldMk cId="2542367511" sldId="277"/>
        </pc:sldMkLst>
        <pc:spChg chg="mod">
          <ac:chgData name="Taylor Ilov" userId="S::taylor.ilov@cmsenergy.com::b3e8fa34-e639-4d12-a6dc-5e3032b39fb7" providerId="AD" clId="Web-{F72D50F6-0306-2153-0590-0F1A49D3974E}" dt="2026-06-01T18:01:04.466" v="59" actId="20577"/>
          <ac:spMkLst>
            <pc:docMk/>
            <pc:sldMk cId="2542367511" sldId="277"/>
            <ac:spMk id="7" creationId="{CAD1F050-5AB8-5CAC-CBBB-4BA7E18D5658}"/>
          </ac:spMkLst>
        </pc:spChg>
      </pc:sldChg>
      <pc:sldChg chg="addSp modSp">
        <pc:chgData name="Taylor Ilov" userId="S::taylor.ilov@cmsenergy.com::b3e8fa34-e639-4d12-a6dc-5e3032b39fb7" providerId="AD" clId="Web-{F72D50F6-0306-2153-0590-0F1A49D3974E}" dt="2026-06-01T18:00:52.543" v="52"/>
        <pc:sldMkLst>
          <pc:docMk/>
          <pc:sldMk cId="3692638522" sldId="280"/>
        </pc:sldMkLst>
        <pc:graphicFrameChg chg="add mod">
          <ac:chgData name="Taylor Ilov" userId="S::taylor.ilov@cmsenergy.com::b3e8fa34-e639-4d12-a6dc-5e3032b39fb7" providerId="AD" clId="Web-{F72D50F6-0306-2153-0590-0F1A49D3974E}" dt="2026-06-01T18:00:42.214" v="2" actId="1076"/>
          <ac:graphicFrameMkLst>
            <pc:docMk/>
            <pc:sldMk cId="3692638522" sldId="280"/>
            <ac:graphicFrameMk id="4" creationId="{70CDFE92-90B4-12BE-C832-4302641FD08F}"/>
          </ac:graphicFrameMkLst>
        </pc:graphicFrameChg>
        <pc:graphicFrameChg chg="mod modGraphic">
          <ac:chgData name="Taylor Ilov" userId="S::taylor.ilov@cmsenergy.com::b3e8fa34-e639-4d12-a6dc-5e3032b39fb7" providerId="AD" clId="Web-{F72D50F6-0306-2153-0590-0F1A49D3974E}" dt="2026-06-01T18:00:52.543" v="52"/>
          <ac:graphicFrameMkLst>
            <pc:docMk/>
            <pc:sldMk cId="3692638522" sldId="280"/>
            <ac:graphicFrameMk id="11" creationId="{17F055A7-BB2E-3BF1-B0E5-02D3240DD088}"/>
          </ac:graphicFrameMkLst>
        </pc:graphicFrameChg>
      </pc:sldChg>
      <pc:sldChg chg="modSp">
        <pc:chgData name="Taylor Ilov" userId="S::taylor.ilov@cmsenergy.com::b3e8fa34-e639-4d12-a6dc-5e3032b39fb7" providerId="AD" clId="Web-{F72D50F6-0306-2153-0590-0F1A49D3974E}" dt="2026-06-01T18:01:02.090" v="58" actId="20577"/>
        <pc:sldMkLst>
          <pc:docMk/>
          <pc:sldMk cId="12600196" sldId="281"/>
        </pc:sldMkLst>
        <pc:spChg chg="mod">
          <ac:chgData name="Taylor Ilov" userId="S::taylor.ilov@cmsenergy.com::b3e8fa34-e639-4d12-a6dc-5e3032b39fb7" providerId="AD" clId="Web-{F72D50F6-0306-2153-0590-0F1A49D3974E}" dt="2026-06-01T18:01:02.090" v="58" actId="20577"/>
          <ac:spMkLst>
            <pc:docMk/>
            <pc:sldMk cId="12600196" sldId="281"/>
            <ac:spMk id="7" creationId="{EB98184E-2065-B50A-5DE8-04BEA6B96B3C}"/>
          </ac:spMkLst>
        </pc:spChg>
      </pc:sldChg>
      <pc:sldChg chg="modSp">
        <pc:chgData name="Taylor Ilov" userId="S::taylor.ilov@cmsenergy.com::b3e8fa34-e639-4d12-a6dc-5e3032b39fb7" providerId="AD" clId="Web-{F72D50F6-0306-2153-0590-0F1A49D3974E}" dt="2026-06-01T18:01:45.014" v="62" actId="20577"/>
        <pc:sldMkLst>
          <pc:docMk/>
          <pc:sldMk cId="429306594" sldId="2147483632"/>
        </pc:sldMkLst>
        <pc:spChg chg="mod">
          <ac:chgData name="Taylor Ilov" userId="S::taylor.ilov@cmsenergy.com::b3e8fa34-e639-4d12-a6dc-5e3032b39fb7" providerId="AD" clId="Web-{F72D50F6-0306-2153-0590-0F1A49D3974E}" dt="2026-06-01T18:01:45.014" v="62" actId="20577"/>
          <ac:spMkLst>
            <pc:docMk/>
            <pc:sldMk cId="429306594" sldId="2147483632"/>
            <ac:spMk id="14" creationId="{1A3158E1-7695-0C81-4A14-28927869505A}"/>
          </ac:spMkLst>
        </pc:spChg>
      </pc:sldChg>
    </pc:docChg>
  </pc:docChgLst>
  <pc:docChgLst>
    <pc:chgData name="DAWN M PETTENGILL" userId="6c3e7221-c014-41df-9963-eb44707bad46" providerId="ADAL" clId="{29FA3F86-359B-4B62-8DF6-5E1FAB534B2A}"/>
    <pc:docChg chg="custSel modSld">
      <pc:chgData name="DAWN M PETTENGILL" userId="6c3e7221-c014-41df-9963-eb44707bad46" providerId="ADAL" clId="{29FA3F86-359B-4B62-8DF6-5E1FAB534B2A}" dt="2026-05-29T17:57:02.330" v="94" actId="5793"/>
      <pc:docMkLst>
        <pc:docMk/>
      </pc:docMkLst>
      <pc:sldChg chg="modSp mod">
        <pc:chgData name="DAWN M PETTENGILL" userId="6c3e7221-c014-41df-9963-eb44707bad46" providerId="ADAL" clId="{29FA3F86-359B-4B62-8DF6-5E1FAB534B2A}" dt="2026-05-29T17:57:02.330" v="94" actId="5793"/>
        <pc:sldMkLst>
          <pc:docMk/>
          <pc:sldMk cId="2218206800" sldId="271"/>
        </pc:sldMkLst>
        <pc:graphicFrameChg chg="mod modGraphic">
          <ac:chgData name="DAWN M PETTENGILL" userId="6c3e7221-c014-41df-9963-eb44707bad46" providerId="ADAL" clId="{29FA3F86-359B-4B62-8DF6-5E1FAB534B2A}" dt="2026-05-29T17:57:02.330" v="94" actId="5793"/>
          <ac:graphicFrameMkLst>
            <pc:docMk/>
            <pc:sldMk cId="2218206800" sldId="271"/>
            <ac:graphicFrameMk id="8" creationId="{EBD8FAA2-4B6C-BC4B-328F-08ECDE8FD127}"/>
          </ac:graphicFrameMkLst>
        </pc:graphicFrameChg>
      </pc:sldChg>
    </pc:docChg>
  </pc:docChgLst>
  <pc:docChgLst>
    <pc:chgData name="Taylor Ilov" userId="S::taylor.ilov@cmsenergy.com::b3e8fa34-e639-4d12-a6dc-5e3032b39fb7" providerId="AD" clId="Web-{620D36F7-DA42-4E11-4A3D-6BF3FBCF44FA}"/>
    <pc:docChg chg="modSld">
      <pc:chgData name="Taylor Ilov" userId="S::taylor.ilov@cmsenergy.com::b3e8fa34-e639-4d12-a6dc-5e3032b39fb7" providerId="AD" clId="Web-{620D36F7-DA42-4E11-4A3D-6BF3FBCF44FA}" dt="2026-06-23T12:16:30.793" v="2" actId="14100"/>
      <pc:docMkLst>
        <pc:docMk/>
      </pc:docMkLst>
      <pc:sldChg chg="modSp">
        <pc:chgData name="Taylor Ilov" userId="S::taylor.ilov@cmsenergy.com::b3e8fa34-e639-4d12-a6dc-5e3032b39fb7" providerId="AD" clId="Web-{620D36F7-DA42-4E11-4A3D-6BF3FBCF44FA}" dt="2026-06-23T12:16:30.793" v="2" actId="14100"/>
        <pc:sldMkLst>
          <pc:docMk/>
          <pc:sldMk cId="3452616149" sldId="266"/>
        </pc:sldMkLst>
        <pc:spChg chg="mod">
          <ac:chgData name="Taylor Ilov" userId="S::taylor.ilov@cmsenergy.com::b3e8fa34-e639-4d12-a6dc-5e3032b39fb7" providerId="AD" clId="Web-{620D36F7-DA42-4E11-4A3D-6BF3FBCF44FA}" dt="2026-06-23T12:16:30.793" v="2" actId="14100"/>
          <ac:spMkLst>
            <pc:docMk/>
            <pc:sldMk cId="3452616149" sldId="266"/>
            <ac:spMk id="5" creationId="{8E23BEAC-1FF2-7BB6-5D00-F7690E0C8FD2}"/>
          </ac:spMkLst>
        </pc:spChg>
      </pc:sldChg>
    </pc:docChg>
  </pc:docChgLst>
  <pc:docChgLst>
    <pc:chgData name="Taylor Ilov" userId="S::taylor.ilov@cmsenergy.com::b3e8fa34-e639-4d12-a6dc-5e3032b39fb7" providerId="AD" clId="Web-{E1F79A72-DA0D-D5F5-8913-92835685BCFC}"/>
    <pc:docChg chg="addSld modSld sldOrd modSection">
      <pc:chgData name="Taylor Ilov" userId="S::taylor.ilov@cmsenergy.com::b3e8fa34-e639-4d12-a6dc-5e3032b39fb7" providerId="AD" clId="Web-{E1F79A72-DA0D-D5F5-8913-92835685BCFC}" dt="2026-06-01T15:23:04.250" v="558" actId="20577"/>
      <pc:docMkLst>
        <pc:docMk/>
      </pc:docMkLst>
      <pc:sldChg chg="modSp">
        <pc:chgData name="Taylor Ilov" userId="S::taylor.ilov@cmsenergy.com::b3e8fa34-e639-4d12-a6dc-5e3032b39fb7" providerId="AD" clId="Web-{E1F79A72-DA0D-D5F5-8913-92835685BCFC}" dt="2026-06-01T15:23:04.250" v="558" actId="20577"/>
        <pc:sldMkLst>
          <pc:docMk/>
          <pc:sldMk cId="274954407" sldId="257"/>
        </pc:sldMkLst>
        <pc:spChg chg="mod">
          <ac:chgData name="Taylor Ilov" userId="S::taylor.ilov@cmsenergy.com::b3e8fa34-e639-4d12-a6dc-5e3032b39fb7" providerId="AD" clId="Web-{E1F79A72-DA0D-D5F5-8913-92835685BCFC}" dt="2026-06-01T15:23:04.250" v="558" actId="20577"/>
          <ac:spMkLst>
            <pc:docMk/>
            <pc:sldMk cId="274954407" sldId="257"/>
            <ac:spMk id="2" creationId="{E34B602E-2C3B-4F08-5E75-F752CAE78886}"/>
          </ac:spMkLst>
        </pc:spChg>
      </pc:sldChg>
      <pc:sldChg chg="modSp">
        <pc:chgData name="Taylor Ilov" userId="S::taylor.ilov@cmsenergy.com::b3e8fa34-e639-4d12-a6dc-5e3032b39fb7" providerId="AD" clId="Web-{E1F79A72-DA0D-D5F5-8913-92835685BCFC}" dt="2026-06-01T15:20:10.337" v="517" actId="20577"/>
        <pc:sldMkLst>
          <pc:docMk/>
          <pc:sldMk cId="2828065825" sldId="258"/>
        </pc:sldMkLst>
        <pc:spChg chg="mod">
          <ac:chgData name="Taylor Ilov" userId="S::taylor.ilov@cmsenergy.com::b3e8fa34-e639-4d12-a6dc-5e3032b39fb7" providerId="AD" clId="Web-{E1F79A72-DA0D-D5F5-8913-92835685BCFC}" dt="2026-06-01T15:20:10.337" v="517" actId="20577"/>
          <ac:spMkLst>
            <pc:docMk/>
            <pc:sldMk cId="2828065825" sldId="258"/>
            <ac:spMk id="7" creationId="{F363667B-981C-A7C5-B405-AF1006A4BA19}"/>
          </ac:spMkLst>
        </pc:spChg>
      </pc:sldChg>
      <pc:sldChg chg="modSp">
        <pc:chgData name="Taylor Ilov" userId="S::taylor.ilov@cmsenergy.com::b3e8fa34-e639-4d12-a6dc-5e3032b39fb7" providerId="AD" clId="Web-{E1F79A72-DA0D-D5F5-8913-92835685BCFC}" dt="2026-06-01T15:22:52.890" v="553" actId="20577"/>
        <pc:sldMkLst>
          <pc:docMk/>
          <pc:sldMk cId="3093726476" sldId="261"/>
        </pc:sldMkLst>
        <pc:spChg chg="mod">
          <ac:chgData name="Taylor Ilov" userId="S::taylor.ilov@cmsenergy.com::b3e8fa34-e639-4d12-a6dc-5e3032b39fb7" providerId="AD" clId="Web-{E1F79A72-DA0D-D5F5-8913-92835685BCFC}" dt="2026-06-01T15:22:52.890" v="553" actId="20577"/>
          <ac:spMkLst>
            <pc:docMk/>
            <pc:sldMk cId="3093726476" sldId="261"/>
            <ac:spMk id="7" creationId="{B597FD0F-3E1D-D644-5432-29FF22D04E82}"/>
          </ac:spMkLst>
        </pc:spChg>
      </pc:sldChg>
      <pc:sldChg chg="modSp">
        <pc:chgData name="Taylor Ilov" userId="S::taylor.ilov@cmsenergy.com::b3e8fa34-e639-4d12-a6dc-5e3032b39fb7" providerId="AD" clId="Web-{E1F79A72-DA0D-D5F5-8913-92835685BCFC}" dt="2026-06-01T15:02:34.467" v="10" actId="20577"/>
        <pc:sldMkLst>
          <pc:docMk/>
          <pc:sldMk cId="3852294437" sldId="268"/>
        </pc:sldMkLst>
        <pc:spChg chg="mod">
          <ac:chgData name="Taylor Ilov" userId="S::taylor.ilov@cmsenergy.com::b3e8fa34-e639-4d12-a6dc-5e3032b39fb7" providerId="AD" clId="Web-{E1F79A72-DA0D-D5F5-8913-92835685BCFC}" dt="2026-06-01T15:02:34.467" v="10" actId="20577"/>
          <ac:spMkLst>
            <pc:docMk/>
            <pc:sldMk cId="3852294437" sldId="268"/>
            <ac:spMk id="4" creationId="{81A08FD6-7E06-AEC4-FC0F-CD07B69918CC}"/>
          </ac:spMkLst>
        </pc:spChg>
      </pc:sldChg>
      <pc:sldChg chg="modSp">
        <pc:chgData name="Taylor Ilov" userId="S::taylor.ilov@cmsenergy.com::b3e8fa34-e639-4d12-a6dc-5e3032b39fb7" providerId="AD" clId="Web-{E1F79A72-DA0D-D5F5-8913-92835685BCFC}" dt="2026-06-01T15:22:55.359" v="554" actId="20577"/>
        <pc:sldMkLst>
          <pc:docMk/>
          <pc:sldMk cId="1180415898" sldId="270"/>
        </pc:sldMkLst>
        <pc:spChg chg="mod">
          <ac:chgData name="Taylor Ilov" userId="S::taylor.ilov@cmsenergy.com::b3e8fa34-e639-4d12-a6dc-5e3032b39fb7" providerId="AD" clId="Web-{E1F79A72-DA0D-D5F5-8913-92835685BCFC}" dt="2026-06-01T15:22:55.359" v="554" actId="20577"/>
          <ac:spMkLst>
            <pc:docMk/>
            <pc:sldMk cId="1180415898" sldId="270"/>
            <ac:spMk id="7" creationId="{0C66E776-CABB-A883-38E3-FB62E6868850}"/>
          </ac:spMkLst>
        </pc:spChg>
      </pc:sldChg>
      <pc:sldChg chg="addSp delSp modSp">
        <pc:chgData name="Taylor Ilov" userId="S::taylor.ilov@cmsenergy.com::b3e8fa34-e639-4d12-a6dc-5e3032b39fb7" providerId="AD" clId="Web-{E1F79A72-DA0D-D5F5-8913-92835685BCFC}" dt="2026-06-01T15:08:33.685" v="110"/>
        <pc:sldMkLst>
          <pc:docMk/>
          <pc:sldMk cId="2218206800" sldId="271"/>
        </pc:sldMkLst>
        <pc:graphicFrameChg chg="mod modGraphic">
          <ac:chgData name="Taylor Ilov" userId="S::taylor.ilov@cmsenergy.com::b3e8fa34-e639-4d12-a6dc-5e3032b39fb7" providerId="AD" clId="Web-{E1F79A72-DA0D-D5F5-8913-92835685BCFC}" dt="2026-06-01T15:08:33.685" v="110"/>
          <ac:graphicFrameMkLst>
            <pc:docMk/>
            <pc:sldMk cId="2218206800" sldId="271"/>
            <ac:graphicFrameMk id="8" creationId="{EBD8FAA2-4B6C-BC4B-328F-08ECDE8FD127}"/>
          </ac:graphicFrameMkLst>
        </pc:graphicFrameChg>
      </pc:sldChg>
      <pc:sldChg chg="modSp">
        <pc:chgData name="Taylor Ilov" userId="S::taylor.ilov@cmsenergy.com::b3e8fa34-e639-4d12-a6dc-5e3032b39fb7" providerId="AD" clId="Web-{E1F79A72-DA0D-D5F5-8913-92835685BCFC}" dt="2026-06-01T15:19:57.977" v="515" actId="14100"/>
        <pc:sldMkLst>
          <pc:docMk/>
          <pc:sldMk cId="2542367511" sldId="277"/>
        </pc:sldMkLst>
        <pc:spChg chg="mod">
          <ac:chgData name="Taylor Ilov" userId="S::taylor.ilov@cmsenergy.com::b3e8fa34-e639-4d12-a6dc-5e3032b39fb7" providerId="AD" clId="Web-{E1F79A72-DA0D-D5F5-8913-92835685BCFC}" dt="2026-06-01T15:19:57.977" v="515" actId="14100"/>
          <ac:spMkLst>
            <pc:docMk/>
            <pc:sldMk cId="2542367511" sldId="277"/>
            <ac:spMk id="7" creationId="{CAD1F050-5AB8-5CAC-CBBB-4BA7E18D5658}"/>
          </ac:spMkLst>
        </pc:spChg>
      </pc:sldChg>
      <pc:sldChg chg="addSp delSp modSp">
        <pc:chgData name="Taylor Ilov" userId="S::taylor.ilov@cmsenergy.com::b3e8fa34-e639-4d12-a6dc-5e3032b39fb7" providerId="AD" clId="Web-{E1F79A72-DA0D-D5F5-8913-92835685BCFC}" dt="2026-06-01T15:14:53.122" v="397" actId="20577"/>
        <pc:sldMkLst>
          <pc:docMk/>
          <pc:sldMk cId="3692638522" sldId="280"/>
        </pc:sldMkLst>
        <pc:spChg chg="mod">
          <ac:chgData name="Taylor Ilov" userId="S::taylor.ilov@cmsenergy.com::b3e8fa34-e639-4d12-a6dc-5e3032b39fb7" providerId="AD" clId="Web-{E1F79A72-DA0D-D5F5-8913-92835685BCFC}" dt="2026-06-01T15:14:36.840" v="386" actId="20577"/>
          <ac:spMkLst>
            <pc:docMk/>
            <pc:sldMk cId="3692638522" sldId="280"/>
            <ac:spMk id="3" creationId="{58573676-BFE1-83AA-90C9-0699928A0949}"/>
          </ac:spMkLst>
        </pc:spChg>
        <pc:spChg chg="mod">
          <ac:chgData name="Taylor Ilov" userId="S::taylor.ilov@cmsenergy.com::b3e8fa34-e639-4d12-a6dc-5e3032b39fb7" providerId="AD" clId="Web-{E1F79A72-DA0D-D5F5-8913-92835685BCFC}" dt="2026-06-01T15:14:53.122" v="397" actId="20577"/>
          <ac:spMkLst>
            <pc:docMk/>
            <pc:sldMk cId="3692638522" sldId="280"/>
            <ac:spMk id="8" creationId="{F068F04F-6DFB-171B-FC7A-BD61AE783CD5}"/>
          </ac:spMkLst>
        </pc:spChg>
        <pc:graphicFrameChg chg="mod modGraphic">
          <ac:chgData name="Taylor Ilov" userId="S::taylor.ilov@cmsenergy.com::b3e8fa34-e639-4d12-a6dc-5e3032b39fb7" providerId="AD" clId="Web-{E1F79A72-DA0D-D5F5-8913-92835685BCFC}" dt="2026-06-01T15:14:13.995" v="372"/>
          <ac:graphicFrameMkLst>
            <pc:docMk/>
            <pc:sldMk cId="3692638522" sldId="280"/>
            <ac:graphicFrameMk id="11" creationId="{17F055A7-BB2E-3BF1-B0E5-02D3240DD088}"/>
          </ac:graphicFrameMkLst>
        </pc:graphicFrameChg>
      </pc:sldChg>
      <pc:sldChg chg="modSp ord">
        <pc:chgData name="Taylor Ilov" userId="S::taylor.ilov@cmsenergy.com::b3e8fa34-e639-4d12-a6dc-5e3032b39fb7" providerId="AD" clId="Web-{E1F79A72-DA0D-D5F5-8913-92835685BCFC}" dt="2026-06-01T15:20:19.509" v="518" actId="1076"/>
        <pc:sldMkLst>
          <pc:docMk/>
          <pc:sldMk cId="12600196" sldId="281"/>
        </pc:sldMkLst>
        <pc:spChg chg="mod">
          <ac:chgData name="Taylor Ilov" userId="S::taylor.ilov@cmsenergy.com::b3e8fa34-e639-4d12-a6dc-5e3032b39fb7" providerId="AD" clId="Web-{E1F79A72-DA0D-D5F5-8913-92835685BCFC}" dt="2026-06-01T15:20:19.509" v="518" actId="1076"/>
          <ac:spMkLst>
            <pc:docMk/>
            <pc:sldMk cId="12600196" sldId="281"/>
            <ac:spMk id="7" creationId="{EB98184E-2065-B50A-5DE8-04BEA6B96B3C}"/>
          </ac:spMkLst>
        </pc:spChg>
      </pc:sldChg>
      <pc:sldChg chg="addSp modSp">
        <pc:chgData name="Taylor Ilov" userId="S::taylor.ilov@cmsenergy.com::b3e8fa34-e639-4d12-a6dc-5e3032b39fb7" providerId="AD" clId="Web-{E1F79A72-DA0D-D5F5-8913-92835685BCFC}" dt="2026-06-01T15:21:52.888" v="546" actId="1076"/>
        <pc:sldMkLst>
          <pc:docMk/>
          <pc:sldMk cId="429306594" sldId="2147483632"/>
        </pc:sldMkLst>
        <pc:spChg chg="mod">
          <ac:chgData name="Taylor Ilov" userId="S::taylor.ilov@cmsenergy.com::b3e8fa34-e639-4d12-a6dc-5e3032b39fb7" providerId="AD" clId="Web-{E1F79A72-DA0D-D5F5-8913-92835685BCFC}" dt="2026-06-01T15:21:41.169" v="543" actId="1076"/>
          <ac:spMkLst>
            <pc:docMk/>
            <pc:sldMk cId="429306594" sldId="2147483632"/>
            <ac:spMk id="2" creationId="{440C7EC6-DBBB-DA51-BFFF-8CA5BC63AD30}"/>
          </ac:spMkLst>
        </pc:spChg>
        <pc:spChg chg="mod">
          <ac:chgData name="Taylor Ilov" userId="S::taylor.ilov@cmsenergy.com::b3e8fa34-e639-4d12-a6dc-5e3032b39fb7" providerId="AD" clId="Web-{E1F79A72-DA0D-D5F5-8913-92835685BCFC}" dt="2026-06-01T15:16:38.907" v="449" actId="20577"/>
          <ac:spMkLst>
            <pc:docMk/>
            <pc:sldMk cId="429306594" sldId="2147483632"/>
            <ac:spMk id="6" creationId="{4CC7DFAC-34D3-91D3-2C54-3811D96D4D08}"/>
          </ac:spMkLst>
        </pc:spChg>
        <pc:spChg chg="mod">
          <ac:chgData name="Taylor Ilov" userId="S::taylor.ilov@cmsenergy.com::b3e8fa34-e639-4d12-a6dc-5e3032b39fb7" providerId="AD" clId="Web-{E1F79A72-DA0D-D5F5-8913-92835685BCFC}" dt="2026-06-01T15:21:52.888" v="546" actId="1076"/>
          <ac:spMkLst>
            <pc:docMk/>
            <pc:sldMk cId="429306594" sldId="2147483632"/>
            <ac:spMk id="7" creationId="{31E00338-5619-11A3-BAFF-7FB71EE17928}"/>
          </ac:spMkLst>
        </pc:spChg>
        <pc:spChg chg="mod">
          <ac:chgData name="Taylor Ilov" userId="S::taylor.ilov@cmsenergy.com::b3e8fa34-e639-4d12-a6dc-5e3032b39fb7" providerId="AD" clId="Web-{E1F79A72-DA0D-D5F5-8913-92835685BCFC}" dt="2026-06-01T15:21:41.137" v="540" actId="1076"/>
          <ac:spMkLst>
            <pc:docMk/>
            <pc:sldMk cId="429306594" sldId="2147483632"/>
            <ac:spMk id="8" creationId="{D7CD0002-0816-D81E-8E98-17B201F8556D}"/>
          </ac:spMkLst>
        </pc:spChg>
        <pc:spChg chg="mod">
          <ac:chgData name="Taylor Ilov" userId="S::taylor.ilov@cmsenergy.com::b3e8fa34-e639-4d12-a6dc-5e3032b39fb7" providerId="AD" clId="Web-{E1F79A72-DA0D-D5F5-8913-92835685BCFC}" dt="2026-06-01T15:21:07.839" v="529" actId="1076"/>
          <ac:spMkLst>
            <pc:docMk/>
            <pc:sldMk cId="429306594" sldId="2147483632"/>
            <ac:spMk id="9" creationId="{04ABBC89-EEC8-89D8-4B2B-F5F774610ECB}"/>
          </ac:spMkLst>
        </pc:spChg>
        <pc:spChg chg="mod">
          <ac:chgData name="Taylor Ilov" userId="S::taylor.ilov@cmsenergy.com::b3e8fa34-e639-4d12-a6dc-5e3032b39fb7" providerId="AD" clId="Web-{E1F79A72-DA0D-D5F5-8913-92835685BCFC}" dt="2026-06-01T15:21:41.137" v="541" actId="1076"/>
          <ac:spMkLst>
            <pc:docMk/>
            <pc:sldMk cId="429306594" sldId="2147483632"/>
            <ac:spMk id="12" creationId="{4E5E7236-32C8-A033-8F10-76C1A5930AEA}"/>
          </ac:spMkLst>
        </pc:spChg>
        <pc:spChg chg="mod">
          <ac:chgData name="Taylor Ilov" userId="S::taylor.ilov@cmsenergy.com::b3e8fa34-e639-4d12-a6dc-5e3032b39fb7" providerId="AD" clId="Web-{E1F79A72-DA0D-D5F5-8913-92835685BCFC}" dt="2026-06-01T15:20:47.604" v="526" actId="20577"/>
          <ac:spMkLst>
            <pc:docMk/>
            <pc:sldMk cId="429306594" sldId="2147483632"/>
            <ac:spMk id="14" creationId="{1A3158E1-7695-0C81-4A14-28927869505A}"/>
          </ac:spMkLst>
        </pc:spChg>
        <pc:spChg chg="mod">
          <ac:chgData name="Taylor Ilov" userId="S::taylor.ilov@cmsenergy.com::b3e8fa34-e639-4d12-a6dc-5e3032b39fb7" providerId="AD" clId="Web-{E1F79A72-DA0D-D5F5-8913-92835685BCFC}" dt="2026-06-01T15:21:41.153" v="542" actId="1076"/>
          <ac:spMkLst>
            <pc:docMk/>
            <pc:sldMk cId="429306594" sldId="2147483632"/>
            <ac:spMk id="20" creationId="{E37498B5-50A6-1993-F4E6-D125CEC4558D}"/>
          </ac:spMkLst>
        </pc:spChg>
      </pc:sldChg>
      <pc:sldChg chg="modSp">
        <pc:chgData name="Taylor Ilov" userId="S::taylor.ilov@cmsenergy.com::b3e8fa34-e639-4d12-a6dc-5e3032b39fb7" providerId="AD" clId="Web-{E1F79A72-DA0D-D5F5-8913-92835685BCFC}" dt="2026-06-01T15:15:18.357" v="405" actId="20577"/>
        <pc:sldMkLst>
          <pc:docMk/>
          <pc:sldMk cId="1808544518" sldId="2147483637"/>
        </pc:sldMkLst>
        <pc:spChg chg="mod">
          <ac:chgData name="Taylor Ilov" userId="S::taylor.ilov@cmsenergy.com::b3e8fa34-e639-4d12-a6dc-5e3032b39fb7" providerId="AD" clId="Web-{E1F79A72-DA0D-D5F5-8913-92835685BCFC}" dt="2026-06-01T15:15:09.778" v="402" actId="20577"/>
          <ac:spMkLst>
            <pc:docMk/>
            <pc:sldMk cId="1808544518" sldId="2147483637"/>
            <ac:spMk id="5" creationId="{2A0B2ECB-81D5-58D2-6118-D4651F04DC2A}"/>
          </ac:spMkLst>
        </pc:spChg>
        <pc:spChg chg="mod">
          <ac:chgData name="Taylor Ilov" userId="S::taylor.ilov@cmsenergy.com::b3e8fa34-e639-4d12-a6dc-5e3032b39fb7" providerId="AD" clId="Web-{E1F79A72-DA0D-D5F5-8913-92835685BCFC}" dt="2026-06-01T15:15:18.357" v="405" actId="20577"/>
          <ac:spMkLst>
            <pc:docMk/>
            <pc:sldMk cId="1808544518" sldId="2147483637"/>
            <ac:spMk id="6" creationId="{830222EA-B48B-A73B-8B97-C9D2C354B0CD}"/>
          </ac:spMkLst>
        </pc:spChg>
      </pc:sldChg>
      <pc:sldChg chg="modSp">
        <pc:chgData name="Taylor Ilov" userId="S::taylor.ilov@cmsenergy.com::b3e8fa34-e639-4d12-a6dc-5e3032b39fb7" providerId="AD" clId="Web-{E1F79A72-DA0D-D5F5-8913-92835685BCFC}" dt="2026-06-01T15:09:43.657" v="127" actId="20577"/>
        <pc:sldMkLst>
          <pc:docMk/>
          <pc:sldMk cId="2545389575" sldId="2147483641"/>
        </pc:sldMkLst>
        <pc:spChg chg="mod">
          <ac:chgData name="Taylor Ilov" userId="S::taylor.ilov@cmsenergy.com::b3e8fa34-e639-4d12-a6dc-5e3032b39fb7" providerId="AD" clId="Web-{E1F79A72-DA0D-D5F5-8913-92835685BCFC}" dt="2026-06-01T15:09:43.657" v="127" actId="20577"/>
          <ac:spMkLst>
            <pc:docMk/>
            <pc:sldMk cId="2545389575" sldId="2147483641"/>
            <ac:spMk id="4" creationId="{5B50B024-5B2C-73D1-0F65-38C1CBB14B5B}"/>
          </ac:spMkLst>
        </pc:spChg>
      </pc:sldChg>
      <pc:sldChg chg="modSp add replId">
        <pc:chgData name="Taylor Ilov" userId="S::taylor.ilov@cmsenergy.com::b3e8fa34-e639-4d12-a6dc-5e3032b39fb7" providerId="AD" clId="Web-{E1F79A72-DA0D-D5F5-8913-92835685BCFC}" dt="2026-06-01T15:22:48.890" v="552" actId="20577"/>
        <pc:sldMkLst>
          <pc:docMk/>
          <pc:sldMk cId="309092209" sldId="2147483642"/>
        </pc:sldMkLst>
        <pc:spChg chg="mod">
          <ac:chgData name="Taylor Ilov" userId="S::taylor.ilov@cmsenergy.com::b3e8fa34-e639-4d12-a6dc-5e3032b39fb7" providerId="AD" clId="Web-{E1F79A72-DA0D-D5F5-8913-92835685BCFC}" dt="2026-06-01T15:22:48.890" v="552" actId="20577"/>
          <ac:spMkLst>
            <pc:docMk/>
            <pc:sldMk cId="309092209" sldId="2147483642"/>
            <ac:spMk id="7" creationId="{4C70A362-5F9D-E986-8A1E-DFA31FDD6FB7}"/>
          </ac:spMkLst>
        </pc:spChg>
      </pc:sldChg>
    </pc:docChg>
  </pc:docChgLst>
  <pc:docChgLst>
    <pc:chgData name="TARAH A WILSON" userId="S::tarah.wilson@cmsenergy.com::0e9dfbcc-f770-45ed-b786-50574abd7039" providerId="AD" clId="Web-{EEB16FAB-89C2-E082-5D1E-32E5CD0297D2}"/>
    <pc:docChg chg="mod">
      <pc:chgData name="TARAH A WILSON" userId="S::tarah.wilson@cmsenergy.com::0e9dfbcc-f770-45ed-b786-50574abd7039" providerId="AD" clId="Web-{EEB16FAB-89C2-E082-5D1E-32E5CD0297D2}" dt="2026-06-22T11:23:27.401" v="0"/>
      <pc:docMkLst>
        <pc:docMk/>
      </pc:docMkLst>
    </pc:docChg>
  </pc:docChgLst>
  <pc:docChgLst>
    <pc:chgData name="Taylor Ilov" userId="S::taylor.ilov@cmsenergy.com::b3e8fa34-e639-4d12-a6dc-5e3032b39fb7" providerId="AD" clId="Web-{51735A72-E9CD-CB10-47E8-38CC4FBE8B68}"/>
    <pc:docChg chg="delSld modSld modSection">
      <pc:chgData name="Taylor Ilov" userId="S::taylor.ilov@cmsenergy.com::b3e8fa34-e639-4d12-a6dc-5e3032b39fb7" providerId="AD" clId="Web-{51735A72-E9CD-CB10-47E8-38CC4FBE8B68}" dt="2026-06-22T21:26:58.907" v="83" actId="20577"/>
      <pc:docMkLst>
        <pc:docMk/>
      </pc:docMkLst>
      <pc:sldChg chg="del">
        <pc:chgData name="Taylor Ilov" userId="S::taylor.ilov@cmsenergy.com::b3e8fa34-e639-4d12-a6dc-5e3032b39fb7" providerId="AD" clId="Web-{51735A72-E9CD-CB10-47E8-38CC4FBE8B68}" dt="2026-06-22T20:29:39.917" v="32"/>
        <pc:sldMkLst>
          <pc:docMk/>
          <pc:sldMk cId="2052507368" sldId="256"/>
        </pc:sldMkLst>
      </pc:sldChg>
      <pc:sldChg chg="modSp">
        <pc:chgData name="Taylor Ilov" userId="S::taylor.ilov@cmsenergy.com::b3e8fa34-e639-4d12-a6dc-5e3032b39fb7" providerId="AD" clId="Web-{51735A72-E9CD-CB10-47E8-38CC4FBE8B68}" dt="2026-06-22T20:30:19.684" v="39" actId="20577"/>
        <pc:sldMkLst>
          <pc:docMk/>
          <pc:sldMk cId="274954407" sldId="257"/>
        </pc:sldMkLst>
        <pc:spChg chg="mod">
          <ac:chgData name="Taylor Ilov" userId="S::taylor.ilov@cmsenergy.com::b3e8fa34-e639-4d12-a6dc-5e3032b39fb7" providerId="AD" clId="Web-{51735A72-E9CD-CB10-47E8-38CC4FBE8B68}" dt="2026-06-22T20:30:19.684" v="39" actId="20577"/>
          <ac:spMkLst>
            <pc:docMk/>
            <pc:sldMk cId="274954407" sldId="257"/>
            <ac:spMk id="2" creationId="{E34B602E-2C3B-4F08-5E75-F752CAE78886}"/>
          </ac:spMkLst>
        </pc:spChg>
      </pc:sldChg>
      <pc:sldChg chg="del">
        <pc:chgData name="Taylor Ilov" userId="S::taylor.ilov@cmsenergy.com::b3e8fa34-e639-4d12-a6dc-5e3032b39fb7" providerId="AD" clId="Web-{51735A72-E9CD-CB10-47E8-38CC4FBE8B68}" dt="2026-06-22T20:29:39.917" v="31"/>
        <pc:sldMkLst>
          <pc:docMk/>
          <pc:sldMk cId="3258273975" sldId="262"/>
        </pc:sldMkLst>
      </pc:sldChg>
      <pc:sldChg chg="del">
        <pc:chgData name="Taylor Ilov" userId="S::taylor.ilov@cmsenergy.com::b3e8fa34-e639-4d12-a6dc-5e3032b39fb7" providerId="AD" clId="Web-{51735A72-E9CD-CB10-47E8-38CC4FBE8B68}" dt="2026-06-22T20:29:37.136" v="30"/>
        <pc:sldMkLst>
          <pc:docMk/>
          <pc:sldMk cId="3351640754" sldId="273"/>
        </pc:sldMkLst>
      </pc:sldChg>
      <pc:sldChg chg="mod modShow">
        <pc:chgData name="Taylor Ilov" userId="S::taylor.ilov@cmsenergy.com::b3e8fa34-e639-4d12-a6dc-5e3032b39fb7" providerId="AD" clId="Web-{51735A72-E9CD-CB10-47E8-38CC4FBE8B68}" dt="2026-06-22T20:31:49.999" v="41"/>
        <pc:sldMkLst>
          <pc:docMk/>
          <pc:sldMk cId="2542367511" sldId="277"/>
        </pc:sldMkLst>
      </pc:sldChg>
      <pc:sldChg chg="modSp">
        <pc:chgData name="Taylor Ilov" userId="S::taylor.ilov@cmsenergy.com::b3e8fa34-e639-4d12-a6dc-5e3032b39fb7" providerId="AD" clId="Web-{51735A72-E9CD-CB10-47E8-38CC4FBE8B68}" dt="2026-06-22T20:28:52.385" v="24"/>
        <pc:sldMkLst>
          <pc:docMk/>
          <pc:sldMk cId="3692638522" sldId="280"/>
        </pc:sldMkLst>
        <pc:graphicFrameChg chg="mod modGraphic">
          <ac:chgData name="Taylor Ilov" userId="S::taylor.ilov@cmsenergy.com::b3e8fa34-e639-4d12-a6dc-5e3032b39fb7" providerId="AD" clId="Web-{51735A72-E9CD-CB10-47E8-38CC4FBE8B68}" dt="2026-06-22T20:28:52.385" v="24"/>
          <ac:graphicFrameMkLst>
            <pc:docMk/>
            <pc:sldMk cId="3692638522" sldId="280"/>
            <ac:graphicFrameMk id="11" creationId="{17F055A7-BB2E-3BF1-B0E5-02D3240DD088}"/>
          </ac:graphicFrameMkLst>
        </pc:graphicFrameChg>
      </pc:sldChg>
      <pc:sldChg chg="mod modShow">
        <pc:chgData name="Taylor Ilov" userId="S::taylor.ilov@cmsenergy.com::b3e8fa34-e639-4d12-a6dc-5e3032b39fb7" providerId="AD" clId="Web-{51735A72-E9CD-CB10-47E8-38CC4FBE8B68}" dt="2026-06-22T20:31:49.859" v="40"/>
        <pc:sldMkLst>
          <pc:docMk/>
          <pc:sldMk cId="12600196" sldId="281"/>
        </pc:sldMkLst>
      </pc:sldChg>
      <pc:sldChg chg="delSp modSp">
        <pc:chgData name="Taylor Ilov" userId="S::taylor.ilov@cmsenergy.com::b3e8fa34-e639-4d12-a6dc-5e3032b39fb7" providerId="AD" clId="Web-{51735A72-E9CD-CB10-47E8-38CC4FBE8B68}" dt="2026-06-22T21:26:58.907" v="83" actId="20577"/>
        <pc:sldMkLst>
          <pc:docMk/>
          <pc:sldMk cId="429306594" sldId="2147483632"/>
        </pc:sldMkLst>
        <pc:spChg chg="mod">
          <ac:chgData name="Taylor Ilov" userId="S::taylor.ilov@cmsenergy.com::b3e8fa34-e639-4d12-a6dc-5e3032b39fb7" providerId="AD" clId="Web-{51735A72-E9CD-CB10-47E8-38CC4FBE8B68}" dt="2026-06-22T20:29:59.965" v="37" actId="1076"/>
          <ac:spMkLst>
            <pc:docMk/>
            <pc:sldMk cId="429306594" sldId="2147483632"/>
            <ac:spMk id="2" creationId="{440C7EC6-DBBB-DA51-BFFF-8CA5BC63AD30}"/>
          </ac:spMkLst>
        </pc:spChg>
        <pc:spChg chg="del">
          <ac:chgData name="Taylor Ilov" userId="S::taylor.ilov@cmsenergy.com::b3e8fa34-e639-4d12-a6dc-5e3032b39fb7" providerId="AD" clId="Web-{51735A72-E9CD-CB10-47E8-38CC4FBE8B68}" dt="2026-06-22T20:26:09.005" v="0"/>
          <ac:spMkLst>
            <pc:docMk/>
            <pc:sldMk cId="429306594" sldId="2147483632"/>
            <ac:spMk id="3" creationId="{0C6FF333-408A-91A2-7176-E20767459EB7}"/>
          </ac:spMkLst>
        </pc:spChg>
        <pc:spChg chg="del">
          <ac:chgData name="Taylor Ilov" userId="S::taylor.ilov@cmsenergy.com::b3e8fa34-e639-4d12-a6dc-5e3032b39fb7" providerId="AD" clId="Web-{51735A72-E9CD-CB10-47E8-38CC4FBE8B68}" dt="2026-06-22T20:29:54.465" v="36"/>
          <ac:spMkLst>
            <pc:docMk/>
            <pc:sldMk cId="429306594" sldId="2147483632"/>
            <ac:spMk id="5" creationId="{190299F6-71FD-C862-BBAE-0A1B505E3A82}"/>
          </ac:spMkLst>
        </pc:spChg>
        <pc:spChg chg="mod">
          <ac:chgData name="Taylor Ilov" userId="S::taylor.ilov@cmsenergy.com::b3e8fa34-e639-4d12-a6dc-5e3032b39fb7" providerId="AD" clId="Web-{51735A72-E9CD-CB10-47E8-38CC4FBE8B68}" dt="2026-06-22T21:26:58.907" v="83" actId="20577"/>
          <ac:spMkLst>
            <pc:docMk/>
            <pc:sldMk cId="429306594" sldId="2147483632"/>
            <ac:spMk id="14" creationId="{1A3158E1-7695-0C81-4A14-28927869505A}"/>
          </ac:spMkLst>
        </pc:spChg>
        <pc:cxnChg chg="del mod">
          <ac:chgData name="Taylor Ilov" userId="S::taylor.ilov@cmsenergy.com::b3e8fa34-e639-4d12-a6dc-5e3032b39fb7" providerId="AD" clId="Web-{51735A72-E9CD-CB10-47E8-38CC4FBE8B68}" dt="2026-06-22T20:29:54.465" v="35"/>
          <ac:cxnSpMkLst>
            <pc:docMk/>
            <pc:sldMk cId="429306594" sldId="2147483632"/>
            <ac:cxnSpMk id="13" creationId="{3120E3D8-22F4-C94C-6FC1-F097D9CDE7B1}"/>
          </ac:cxnSpMkLst>
        </pc:cxnChg>
        <pc:cxnChg chg="mod">
          <ac:chgData name="Taylor Ilov" userId="S::taylor.ilov@cmsenergy.com::b3e8fa34-e639-4d12-a6dc-5e3032b39fb7" providerId="AD" clId="Web-{51735A72-E9CD-CB10-47E8-38CC4FBE8B68}" dt="2026-06-22T20:27:47.351" v="20" actId="1076"/>
          <ac:cxnSpMkLst>
            <pc:docMk/>
            <pc:sldMk cId="429306594" sldId="2147483632"/>
            <ac:cxnSpMk id="16" creationId="{28733F61-66C7-18F4-6938-676D88C48CC5}"/>
          </ac:cxnSpMkLst>
        </pc:cxnChg>
        <pc:cxnChg chg="mod">
          <ac:chgData name="Taylor Ilov" userId="S::taylor.ilov@cmsenergy.com::b3e8fa34-e639-4d12-a6dc-5e3032b39fb7" providerId="AD" clId="Web-{51735A72-E9CD-CB10-47E8-38CC4FBE8B68}" dt="2026-06-22T20:27:44.554" v="19" actId="1076"/>
          <ac:cxnSpMkLst>
            <pc:docMk/>
            <pc:sldMk cId="429306594" sldId="2147483632"/>
            <ac:cxnSpMk id="17" creationId="{23CE3659-5291-DEDD-2F76-4488BBA28AFA}"/>
          </ac:cxnSpMkLst>
        </pc:cxnChg>
        <pc:cxnChg chg="mod">
          <ac:chgData name="Taylor Ilov" userId="S::taylor.ilov@cmsenergy.com::b3e8fa34-e639-4d12-a6dc-5e3032b39fb7" providerId="AD" clId="Web-{51735A72-E9CD-CB10-47E8-38CC4FBE8B68}" dt="2026-06-22T20:27:38.836" v="16" actId="1076"/>
          <ac:cxnSpMkLst>
            <pc:docMk/>
            <pc:sldMk cId="429306594" sldId="2147483632"/>
            <ac:cxnSpMk id="23" creationId="{4C43B979-0628-FFA5-3D81-2A6A3E21E52F}"/>
          </ac:cxnSpMkLst>
        </pc:cxnChg>
        <pc:cxnChg chg="mod">
          <ac:chgData name="Taylor Ilov" userId="S::taylor.ilov@cmsenergy.com::b3e8fa34-e639-4d12-a6dc-5e3032b39fb7" providerId="AD" clId="Web-{51735A72-E9CD-CB10-47E8-38CC4FBE8B68}" dt="2026-06-22T20:27:40.757" v="17" actId="1076"/>
          <ac:cxnSpMkLst>
            <pc:docMk/>
            <pc:sldMk cId="429306594" sldId="2147483632"/>
            <ac:cxnSpMk id="25" creationId="{95DD4D7D-C580-3745-9E64-E7C176966FB6}"/>
          </ac:cxnSpMkLst>
        </pc:cxnChg>
        <pc:cxnChg chg="mod">
          <ac:chgData name="Taylor Ilov" userId="S::taylor.ilov@cmsenergy.com::b3e8fa34-e639-4d12-a6dc-5e3032b39fb7" providerId="AD" clId="Web-{51735A72-E9CD-CB10-47E8-38CC4FBE8B68}" dt="2026-06-22T20:27:42.492" v="18" actId="1076"/>
          <ac:cxnSpMkLst>
            <pc:docMk/>
            <pc:sldMk cId="429306594" sldId="2147483632"/>
            <ac:cxnSpMk id="151" creationId="{3F14BB83-26F6-F81B-257F-AB1BDE8BC505}"/>
          </ac:cxnSpMkLst>
        </pc:cxnChg>
      </pc:sldChg>
      <pc:sldChg chg="del mod modShow">
        <pc:chgData name="Taylor Ilov" userId="S::taylor.ilov@cmsenergy.com::b3e8fa34-e639-4d12-a6dc-5e3032b39fb7" providerId="AD" clId="Web-{51735A72-E9CD-CB10-47E8-38CC4FBE8B68}" dt="2026-06-22T20:29:24.182" v="26"/>
        <pc:sldMkLst>
          <pc:docMk/>
          <pc:sldMk cId="1929058891" sldId="2147483639"/>
        </pc:sldMkLst>
      </pc:sldChg>
      <pc:sldChg chg="mod modShow">
        <pc:chgData name="Taylor Ilov" userId="S::taylor.ilov@cmsenergy.com::b3e8fa34-e639-4d12-a6dc-5e3032b39fb7" providerId="AD" clId="Web-{51735A72-E9CD-CB10-47E8-38CC4FBE8B68}" dt="2026-06-22T20:31:53.921" v="42"/>
        <pc:sldMkLst>
          <pc:docMk/>
          <pc:sldMk cId="309092209" sldId="2147483642"/>
        </pc:sldMkLst>
      </pc:sldChg>
    </pc:docChg>
  </pc:docChgLst>
  <pc:docChgLst>
    <pc:chgData name="Jose Diaz" userId="S::jose.diaz@cmsenergy.com::517cb5ef-6fb8-49bc-8303-535c95eee28f" providerId="AD" clId="Web-{A4692085-25FF-CDFF-3416-76D8F4CE8BAF}"/>
    <pc:docChg chg="addSld modSld sldOrd modSection">
      <pc:chgData name="Jose Diaz" userId="S::jose.diaz@cmsenergy.com::517cb5ef-6fb8-49bc-8303-535c95eee28f" providerId="AD" clId="Web-{A4692085-25FF-CDFF-3416-76D8F4CE8BAF}" dt="2026-06-21T14:34:11.143" v="14"/>
      <pc:docMkLst>
        <pc:docMk/>
      </pc:docMkLst>
      <pc:sldChg chg="ord">
        <pc:chgData name="Jose Diaz" userId="S::jose.diaz@cmsenergy.com::517cb5ef-6fb8-49bc-8303-535c95eee28f" providerId="AD" clId="Web-{A4692085-25FF-CDFF-3416-76D8F4CE8BAF}" dt="2026-06-21T14:29:42.719" v="0"/>
        <pc:sldMkLst>
          <pc:docMk/>
          <pc:sldMk cId="3692638522" sldId="280"/>
        </pc:sldMkLst>
      </pc:sldChg>
      <pc:sldChg chg="delSp modSp add ord replId">
        <pc:chgData name="Jose Diaz" userId="S::jose.diaz@cmsenergy.com::517cb5ef-6fb8-49bc-8303-535c95eee28f" providerId="AD" clId="Web-{A4692085-25FF-CDFF-3416-76D8F4CE8BAF}" dt="2026-06-21T14:34:11.143" v="14"/>
        <pc:sldMkLst>
          <pc:docMk/>
          <pc:sldMk cId="3226315002" sldId="2147483643"/>
        </pc:sldMkLst>
        <pc:spChg chg="mod">
          <ac:chgData name="Jose Diaz" userId="S::jose.diaz@cmsenergy.com::517cb5ef-6fb8-49bc-8303-535c95eee28f" providerId="AD" clId="Web-{A4692085-25FF-CDFF-3416-76D8F4CE8BAF}" dt="2026-06-21T14:30:05.813" v="10" actId="20577"/>
          <ac:spMkLst>
            <pc:docMk/>
            <pc:sldMk cId="3226315002" sldId="2147483643"/>
            <ac:spMk id="2" creationId="{2F4E4BA4-2813-F796-A6AB-2A454B08E387}"/>
          </ac:spMkLst>
        </pc:spChg>
      </pc:sldChg>
    </pc:docChg>
  </pc:docChgLst>
</pc:chgInfo>
</file>

<file path=ppt/comments/modernComment_7FFFFFF0_1996B2E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5A2F45D-EB6C-423D-B5E7-9CEE03B8EE39}" authorId="{501AB7E2-9689-D00B-6C95-3A5D410786DE}" status="resolved" created="2026-05-06T15:36:35.441" startDate="2026-05-06T15:36:35.441" dueDate="2026-05-06T15:36:35.441" assignedTo="{F71F5868-14A0-AE0D-85D4-64A03FE904D8}" complete="100000" title="@Taylor Ilov need to add Security Roles and resequence">
    <pc:sldMkLst xmlns:pc="http://schemas.microsoft.com/office/powerpoint/2013/main/command">
      <pc:docMk/>
      <pc:sldMk cId="429306594" sldId="2147483632"/>
    </pc:sldMkLst>
    <p188:txBody>
      <a:bodyPr/>
      <a:lstStyle/>
      <a:p>
        <a:r>
          <a:rPr lang="en-US"/>
          <a:t>[@Taylor Ilov]  need to add Security Roles and resequence</a:t>
        </a:r>
      </a:p>
    </p188:txBody>
    <p188:extLst>
      <p:ext xmlns:p="http://schemas.openxmlformats.org/presentationml/2006/main" uri="{5BB2D875-25FF-4072-B9AC-8F64D62656EB}">
        <p228:taskDetails xmlns:p228="http://schemas.microsoft.com/office/powerpoint/2022/08/main">
          <p228:history>
            <p228:event time="2026-05-06T15:36:35.441" id="{2738707F-F3B7-4525-98FE-2AB7872AD763}">
              <p228:atrbtn authorId="{501AB7E2-9689-D00B-6C95-3A5D410786DE}"/>
              <p228:anchr>
                <p228:comment id="{B5A2F45D-EB6C-423D-B5E7-9CEE03B8EE39}"/>
              </p228:anchr>
              <p228:add/>
            </p228:event>
            <p228:event time="2026-05-06T15:36:35.441" id="{3CBD1114-378D-4403-8C6F-EACE974627D5}">
              <p228:atrbtn authorId="{501AB7E2-9689-D00B-6C95-3A5D410786DE}"/>
              <p228:anchr>
                <p228:comment id="{B5A2F45D-EB6C-423D-B5E7-9CEE03B8EE39}"/>
              </p228:anchr>
              <p228:asgn authorId="{F71F5868-14A0-AE0D-85D4-64A03FE904D8}"/>
            </p228:event>
            <p228:event time="2026-05-06T15:36:35.441" id="{28FA7514-6070-4F53-817E-ABD76485CC0C}">
              <p228:atrbtn authorId="{501AB7E2-9689-D00B-6C95-3A5D410786DE}"/>
              <p228:anchr>
                <p228:comment id="{B5A2F45D-EB6C-423D-B5E7-9CEE03B8EE39}"/>
              </p228:anchr>
              <p228:title val="@Taylor Ilov need to add Security Roles and resequence"/>
            </p228:event>
            <p228:event time="2026-05-06T15:36:35.441" id="{8E0E0564-EFC1-4255-A4AC-010F1517F95E}">
              <p228:atrbtn authorId="{501AB7E2-9689-D00B-6C95-3A5D410786DE}"/>
              <p228:anchr>
                <p228:comment id="{B5A2F45D-EB6C-423D-B5E7-9CEE03B8EE39}"/>
              </p228:anchr>
              <p228:date stDt="2026-05-06T15:36:35.441" endDt="2026-05-06T15:36:35.441"/>
            </p228:event>
            <p228:event time="2026-05-06T16:54:31.534" id="{6350ABF6-92A8-44E1-B4A9-4CD7686E1AF9}">
              <p228:atrbtn authorId="{213F0180-4E89-B86B-F6E1-E03B7518BAE5}"/>
              <p228:anchr>
                <p228:comment id="{00000000-0000-0000-0000-000000000000}"/>
              </p228:anchr>
              <p228:pcntCmplt val="100000"/>
            </p228:event>
          </p228:history>
        </p228:taskDetails>
      </p:ext>
    </p188:extLst>
  </p188:cm>
</p188:cmLst>
</file>

<file path=ppt/comments/modernComment_7FFFFFFB_C04DA8F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1EF13B7-9864-443E-8E74-7144023BAC8D}" authorId="{E0F43C9C-6832-B916-1774-3259A96AF8AE}" created="2026-06-22T11:23:27.40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226315002" sldId="2147483643"/>
      <ac:spMk id="31" creationId="{33B665AF-D99E-0808-53AA-A6BEC74E0B50}"/>
    </ac:deMkLst>
    <p188:txBody>
      <a:bodyPr/>
      <a:lstStyle/>
      <a:p>
        <a:r>
          <a:rPr lang="en-US"/>
          <a:t>Did we confirm that this will integrate with Service Now?  This is where all knowledge articles are stored. 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013F7A-D799-47D8-B0C0-7C909CCFF8FB}" type="datetimeFigureOut">
              <a:t>6/23/2026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FFCE71-FD4B-43E3-A8CE-38A62705FA7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1120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2789fbb2d8_0_389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45" tIns="48309" rIns="96645" bIns="48309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403" name="Google Shape;403;g32789fbb2d8_0_3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0790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CCEC3-7244-3C46-9DB9-806F778100A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5558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ue_Consumers Energy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0CA405F-B3CD-76DC-CAA3-F740ED934F6D}"/>
              </a:ext>
            </a:extLst>
          </p:cNvPr>
          <p:cNvSpPr/>
          <p:nvPr userDrawn="1"/>
        </p:nvSpPr>
        <p:spPr>
          <a:xfrm>
            <a:off x="0" y="63260"/>
            <a:ext cx="12192000" cy="6435720"/>
          </a:xfrm>
          <a:prstGeom prst="rect">
            <a:avLst/>
          </a:prstGeom>
          <a:solidFill>
            <a:srgbClr val="0067A5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67" b="0" i="0">
              <a:latin typeface="Montserrat" pitchFamily="2" charset="77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C6FA4A-C1E9-5357-C9A5-5FFC82FC26F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00" t="918" r="-200" b="27132"/>
          <a:stretch/>
        </p:blipFill>
        <p:spPr>
          <a:xfrm>
            <a:off x="0" y="4448042"/>
            <a:ext cx="12228576" cy="2458393"/>
          </a:xfrm>
          <a:prstGeom prst="rect">
            <a:avLst/>
          </a:prstGeom>
        </p:spPr>
      </p:pic>
      <p:sp>
        <p:nvSpPr>
          <p:cNvPr id="3" name="Subtitle "/>
          <p:cNvSpPr>
            <a:spLocks noGrp="1"/>
          </p:cNvSpPr>
          <p:nvPr>
            <p:ph type="subTitle" idx="1" hasCustomPrompt="1"/>
          </p:nvPr>
        </p:nvSpPr>
        <p:spPr>
          <a:xfrm>
            <a:off x="2067149" y="3391505"/>
            <a:ext cx="9448800" cy="1752600"/>
          </a:xfrm>
        </p:spPr>
        <p:txBody>
          <a:bodyPr>
            <a:normAutofit/>
          </a:bodyPr>
          <a:lstStyle>
            <a:lvl1pPr marL="0" indent="0" algn="r">
              <a:buNone/>
              <a:defRPr sz="2400" b="0" i="0">
                <a:solidFill>
                  <a:schemeClr val="bg1"/>
                </a:solidFill>
                <a:latin typeface="Montserrat" pitchFamily="2" charset="77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enter presenter’s name/date</a:t>
            </a:r>
          </a:p>
        </p:txBody>
      </p:sp>
      <p:sp>
        <p:nvSpPr>
          <p:cNvPr id="2" name="Title "/>
          <p:cNvSpPr>
            <a:spLocks noGrp="1"/>
          </p:cNvSpPr>
          <p:nvPr>
            <p:ph type="ctrTitle" hasCustomPrompt="1"/>
          </p:nvPr>
        </p:nvSpPr>
        <p:spPr>
          <a:xfrm>
            <a:off x="1152749" y="1631952"/>
            <a:ext cx="10363200" cy="1470025"/>
          </a:xfrm>
        </p:spPr>
        <p:txBody>
          <a:bodyPr/>
          <a:lstStyle>
            <a:lvl1pPr algn="r">
              <a:defRPr sz="4267" b="0" i="0" baseline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r>
              <a:rPr lang="en-US"/>
              <a:t>Consumers Energy Title Page </a:t>
            </a:r>
            <a:br>
              <a:rPr lang="en-US"/>
            </a:br>
            <a:r>
              <a:rPr lang="en-US"/>
              <a:t>Click to enter presentation title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D8D15BC-A084-C6D9-EEE3-4A46CC2A531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0583" y="6070185"/>
            <a:ext cx="2084131" cy="656644"/>
          </a:xfrm>
          <a:prstGeom prst="rect">
            <a:avLst/>
          </a:prstGeom>
        </p:spPr>
      </p:pic>
      <p:sp>
        <p:nvSpPr>
          <p:cNvPr id="8" name="Green top line">
            <a:extLst>
              <a:ext uri="{FF2B5EF4-FFF2-40B4-BE49-F238E27FC236}">
                <a16:creationId xmlns:a16="http://schemas.microsoft.com/office/drawing/2014/main" id="{03CF2A64-7CD1-4C22-7B38-A723A28DFEF4}"/>
              </a:ext>
            </a:extLst>
          </p:cNvPr>
          <p:cNvSpPr/>
          <p:nvPr userDrawn="1"/>
        </p:nvSpPr>
        <p:spPr>
          <a:xfrm flipV="1">
            <a:off x="0" y="0"/>
            <a:ext cx="12192000" cy="36576"/>
          </a:xfrm>
          <a:prstGeom prst="rect">
            <a:avLst/>
          </a:prstGeom>
          <a:solidFill>
            <a:srgbClr val="8DC63F"/>
          </a:solidFill>
          <a:ln>
            <a:solidFill>
              <a:srgbClr val="8EBB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33" b="0" i="0" baseline="0">
              <a:solidFill>
                <a:schemeClr val="tx1"/>
              </a:solidFill>
              <a:latin typeface="Montserrat" pitchFamily="2" charset="77"/>
            </a:endParaRPr>
          </a:p>
        </p:txBody>
      </p:sp>
      <p:pic>
        <p:nvPicPr>
          <p:cNvPr id="9" name="Picture 8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90E030D4-1768-E3AD-266E-7222A4E8C0B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119636" y="5610087"/>
            <a:ext cx="2850587" cy="1097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6831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ue_CMS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29B655-E050-2CEF-2CE1-0A53AA4DC649}"/>
              </a:ext>
            </a:extLst>
          </p:cNvPr>
          <p:cNvSpPr/>
          <p:nvPr userDrawn="1"/>
        </p:nvSpPr>
        <p:spPr>
          <a:xfrm>
            <a:off x="0" y="36576"/>
            <a:ext cx="12192000" cy="6435720"/>
          </a:xfrm>
          <a:prstGeom prst="rect">
            <a:avLst/>
          </a:prstGeom>
          <a:solidFill>
            <a:srgbClr val="0067A5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67" b="0" i="0">
              <a:latin typeface="Montserrat" pitchFamily="2" charset="77"/>
            </a:endParaRPr>
          </a:p>
        </p:txBody>
      </p:sp>
      <p:sp>
        <p:nvSpPr>
          <p:cNvPr id="3" name="Subtitle "/>
          <p:cNvSpPr>
            <a:spLocks noGrp="1"/>
          </p:cNvSpPr>
          <p:nvPr>
            <p:ph type="subTitle" idx="1" hasCustomPrompt="1"/>
          </p:nvPr>
        </p:nvSpPr>
        <p:spPr>
          <a:xfrm>
            <a:off x="2067149" y="3391505"/>
            <a:ext cx="9448800" cy="1752600"/>
          </a:xfrm>
        </p:spPr>
        <p:txBody>
          <a:bodyPr>
            <a:normAutofit/>
          </a:bodyPr>
          <a:lstStyle>
            <a:lvl1pPr marL="0" indent="0" algn="r">
              <a:buNone/>
              <a:defRPr sz="2400" b="0" i="0">
                <a:solidFill>
                  <a:schemeClr val="bg1"/>
                </a:solidFill>
                <a:latin typeface="Montserrat" pitchFamily="2" charset="77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enter presenter’s name/date</a:t>
            </a:r>
          </a:p>
        </p:txBody>
      </p:sp>
      <p:sp>
        <p:nvSpPr>
          <p:cNvPr id="2" name="Title "/>
          <p:cNvSpPr>
            <a:spLocks noGrp="1"/>
          </p:cNvSpPr>
          <p:nvPr>
            <p:ph type="ctrTitle" hasCustomPrompt="1"/>
          </p:nvPr>
        </p:nvSpPr>
        <p:spPr>
          <a:xfrm>
            <a:off x="1152749" y="1631952"/>
            <a:ext cx="10363200" cy="1470025"/>
          </a:xfrm>
        </p:spPr>
        <p:txBody>
          <a:bodyPr/>
          <a:lstStyle>
            <a:lvl1pPr algn="r">
              <a:defRPr sz="4267" b="0" i="0" baseline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r>
              <a:rPr lang="en-US"/>
              <a:t>CMS Energy Title Page </a:t>
            </a:r>
            <a:br>
              <a:rPr lang="en-US"/>
            </a:br>
            <a:r>
              <a:rPr lang="en-US"/>
              <a:t>Click to enter presentation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09AEF07-3191-3F4A-3F7A-19EC791E9DA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4126" t="305" r="-34" b="-305"/>
          <a:stretch/>
        </p:blipFill>
        <p:spPr>
          <a:xfrm>
            <a:off x="0" y="4420754"/>
            <a:ext cx="12216384" cy="245595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D8D15BC-A084-C6D9-EEE3-4A46CC2A531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-1000" t="-13025" b="-13798"/>
          <a:stretch/>
        </p:blipFill>
        <p:spPr>
          <a:xfrm>
            <a:off x="154612" y="5982816"/>
            <a:ext cx="2280355" cy="691685"/>
          </a:xfrm>
          <a:prstGeom prst="rect">
            <a:avLst/>
          </a:prstGeom>
        </p:spPr>
      </p:pic>
      <p:sp>
        <p:nvSpPr>
          <p:cNvPr id="4" name="Green top line">
            <a:extLst>
              <a:ext uri="{FF2B5EF4-FFF2-40B4-BE49-F238E27FC236}">
                <a16:creationId xmlns:a16="http://schemas.microsoft.com/office/drawing/2014/main" id="{265938C9-7DBB-F010-0315-57D2F87C9106}"/>
              </a:ext>
            </a:extLst>
          </p:cNvPr>
          <p:cNvSpPr/>
          <p:nvPr userDrawn="1"/>
        </p:nvSpPr>
        <p:spPr>
          <a:xfrm flipV="1">
            <a:off x="0" y="0"/>
            <a:ext cx="12192000" cy="36576"/>
          </a:xfrm>
          <a:prstGeom prst="rect">
            <a:avLst/>
          </a:prstGeom>
          <a:solidFill>
            <a:srgbClr val="8DC63F"/>
          </a:solidFill>
          <a:ln>
            <a:solidFill>
              <a:srgbClr val="8EBB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33" b="0" i="0" baseline="0">
              <a:solidFill>
                <a:schemeClr val="tx1"/>
              </a:solidFill>
              <a:latin typeface="Montserrat" pitchFamily="2" charset="77"/>
            </a:endParaRPr>
          </a:p>
        </p:txBody>
      </p:sp>
      <p:pic>
        <p:nvPicPr>
          <p:cNvPr id="10" name="Picture 9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5E3F8541-C6A9-5757-9A4E-81D643DAAA2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119636" y="5610087"/>
            <a:ext cx="2850587" cy="1097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8894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sumers Energy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ckground"/>
          <p:cNvSpPr/>
          <p:nvPr userDrawn="1"/>
        </p:nvSpPr>
        <p:spPr>
          <a:xfrm>
            <a:off x="3048" y="88003"/>
            <a:ext cx="12192000" cy="6769997"/>
          </a:xfrm>
          <a:prstGeom prst="rect">
            <a:avLst/>
          </a:prstGeom>
          <a:pattFill prst="ltDnDiag">
            <a:fgClr>
              <a:srgbClr val="E1E4E5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0" i="0">
              <a:latin typeface="Montserrat" pitchFamily="2" charset="77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05E742-6DCA-666E-9947-B0EE936494F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-3895" b="35306"/>
          <a:stretch/>
        </p:blipFill>
        <p:spPr>
          <a:xfrm>
            <a:off x="3048" y="4549389"/>
            <a:ext cx="12188952" cy="2308611"/>
          </a:xfrm>
          <a:prstGeom prst="rect">
            <a:avLst/>
          </a:prstGeom>
        </p:spPr>
      </p:pic>
      <p:pic>
        <p:nvPicPr>
          <p:cNvPr id="12" name="CE Logo">
            <a:extLst>
              <a:ext uri="{FF2B5EF4-FFF2-40B4-BE49-F238E27FC236}">
                <a16:creationId xmlns:a16="http://schemas.microsoft.com/office/drawing/2014/main" id="{91ECB4FD-021B-A84F-9C74-397F7A9456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9122" t="10605" r="9079" b="11083"/>
          <a:stretch/>
        </p:blipFill>
        <p:spPr>
          <a:xfrm>
            <a:off x="189070" y="5913969"/>
            <a:ext cx="2205157" cy="791683"/>
          </a:xfrm>
          <a:prstGeom prst="rect">
            <a:avLst/>
          </a:prstGeom>
        </p:spPr>
      </p:pic>
      <p:sp>
        <p:nvSpPr>
          <p:cNvPr id="3" name="Subtitle "/>
          <p:cNvSpPr>
            <a:spLocks noGrp="1"/>
          </p:cNvSpPr>
          <p:nvPr>
            <p:ph type="subTitle" idx="1" hasCustomPrompt="1"/>
          </p:nvPr>
        </p:nvSpPr>
        <p:spPr>
          <a:xfrm>
            <a:off x="2067149" y="3391505"/>
            <a:ext cx="9448800" cy="1752600"/>
          </a:xfrm>
        </p:spPr>
        <p:txBody>
          <a:bodyPr>
            <a:normAutofit/>
          </a:bodyPr>
          <a:lstStyle>
            <a:lvl1pPr marL="0" indent="0" algn="r">
              <a:buNone/>
              <a:defRPr sz="2400" b="0" i="0">
                <a:solidFill>
                  <a:schemeClr val="tx1"/>
                </a:solidFill>
                <a:latin typeface="Montserrat" pitchFamily="2" charset="77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enter presenter’s name/date</a:t>
            </a:r>
          </a:p>
        </p:txBody>
      </p:sp>
      <p:sp>
        <p:nvSpPr>
          <p:cNvPr id="2" name="Title "/>
          <p:cNvSpPr>
            <a:spLocks noGrp="1"/>
          </p:cNvSpPr>
          <p:nvPr>
            <p:ph type="ctrTitle" hasCustomPrompt="1"/>
          </p:nvPr>
        </p:nvSpPr>
        <p:spPr>
          <a:xfrm>
            <a:off x="1152749" y="1631952"/>
            <a:ext cx="10363200" cy="1470025"/>
          </a:xfrm>
        </p:spPr>
        <p:txBody>
          <a:bodyPr/>
          <a:lstStyle>
            <a:lvl1pPr algn="r">
              <a:defRPr sz="4267" b="0" i="0" baseline="0">
                <a:solidFill>
                  <a:srgbClr val="0067A5"/>
                </a:solidFill>
                <a:latin typeface="Montserrat" pitchFamily="2" charset="77"/>
              </a:defRPr>
            </a:lvl1pPr>
          </a:lstStyle>
          <a:p>
            <a:r>
              <a:rPr lang="en-US"/>
              <a:t>Consumers Energy Title Page </a:t>
            </a:r>
            <a:br>
              <a:rPr lang="en-US"/>
            </a:br>
            <a:r>
              <a:rPr lang="en-US"/>
              <a:t>Click to enter presentation title</a:t>
            </a:r>
          </a:p>
        </p:txBody>
      </p:sp>
      <p:pic>
        <p:nvPicPr>
          <p:cNvPr id="9" name="Picture 8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1DC64331-E5B9-B4C2-135F-7D91D7FFA2B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212048" y="5584119"/>
            <a:ext cx="2790883" cy="1121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9605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MS Energy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ackground">
            <a:extLst>
              <a:ext uri="{FF2B5EF4-FFF2-40B4-BE49-F238E27FC236}">
                <a16:creationId xmlns:a16="http://schemas.microsoft.com/office/drawing/2014/main" id="{6E3FDA63-1642-2C7F-F7CA-C7BBCAEC20E0}"/>
              </a:ext>
            </a:extLst>
          </p:cNvPr>
          <p:cNvSpPr/>
          <p:nvPr userDrawn="1"/>
        </p:nvSpPr>
        <p:spPr>
          <a:xfrm>
            <a:off x="0" y="88003"/>
            <a:ext cx="12192000" cy="6769997"/>
          </a:xfrm>
          <a:prstGeom prst="rect">
            <a:avLst/>
          </a:prstGeom>
          <a:pattFill prst="ltDnDiag">
            <a:fgClr>
              <a:srgbClr val="E1E4E5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0" i="0">
              <a:latin typeface="Montserrat" pitchFamily="2" charset="77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B87A2A-DEBD-3AA2-CBF5-D11C589099D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-3895" b="35306"/>
          <a:stretch/>
        </p:blipFill>
        <p:spPr>
          <a:xfrm>
            <a:off x="3048" y="4549389"/>
            <a:ext cx="12188952" cy="2308611"/>
          </a:xfrm>
          <a:prstGeom prst="rect">
            <a:avLst/>
          </a:prstGeom>
        </p:spPr>
      </p:pic>
      <p:pic>
        <p:nvPicPr>
          <p:cNvPr id="11" name="CMS Energy Logo"/>
          <p:cNvPicPr>
            <a:picLocks noChangeAspect="1"/>
          </p:cNvPicPr>
          <p:nvPr userDrawn="1"/>
        </p:nvPicPr>
        <p:blipFill>
          <a:blip r:embed="rId3"/>
          <a:srcRect l="12" r="12"/>
          <a:stretch/>
        </p:blipFill>
        <p:spPr>
          <a:xfrm>
            <a:off x="100995" y="5981919"/>
            <a:ext cx="2279792" cy="609600"/>
          </a:xfrm>
          <a:prstGeom prst="rect">
            <a:avLst/>
          </a:prstGeom>
        </p:spPr>
      </p:pic>
      <p:sp>
        <p:nvSpPr>
          <p:cNvPr id="3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2067152" y="3391505"/>
            <a:ext cx="9448800" cy="1752600"/>
          </a:xfrm>
        </p:spPr>
        <p:txBody>
          <a:bodyPr>
            <a:normAutofit/>
          </a:bodyPr>
          <a:lstStyle>
            <a:lvl1pPr marL="0" indent="0" algn="r">
              <a:buNone/>
              <a:defRPr sz="2400" b="0" i="0">
                <a:solidFill>
                  <a:srgbClr val="000000"/>
                </a:solidFill>
                <a:latin typeface="Montserrat" pitchFamily="2" charset="77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enter presenter’s name/date</a:t>
            </a:r>
          </a:p>
        </p:txBody>
      </p:sp>
      <p:sp>
        <p:nvSpPr>
          <p:cNvPr id="2" name="Title "/>
          <p:cNvSpPr>
            <a:spLocks noGrp="1"/>
          </p:cNvSpPr>
          <p:nvPr>
            <p:ph type="ctrTitle" hasCustomPrompt="1"/>
          </p:nvPr>
        </p:nvSpPr>
        <p:spPr>
          <a:xfrm>
            <a:off x="1158720" y="1631952"/>
            <a:ext cx="10363200" cy="1470025"/>
          </a:xfrm>
        </p:spPr>
        <p:txBody>
          <a:bodyPr/>
          <a:lstStyle>
            <a:lvl1pPr algn="r">
              <a:defRPr sz="4267" b="0" i="0" baseline="0">
                <a:solidFill>
                  <a:srgbClr val="0067A5"/>
                </a:solidFill>
                <a:latin typeface="Montserrat" pitchFamily="2" charset="77"/>
              </a:defRPr>
            </a:lvl1pPr>
          </a:lstStyle>
          <a:p>
            <a:r>
              <a:rPr lang="en-US"/>
              <a:t>CMS Energy Title Page </a:t>
            </a:r>
            <a:br>
              <a:rPr lang="en-US"/>
            </a:br>
            <a:r>
              <a:rPr lang="en-US"/>
              <a:t>Click to enter presentation title</a:t>
            </a:r>
          </a:p>
        </p:txBody>
      </p:sp>
      <p:pic>
        <p:nvPicPr>
          <p:cNvPr id="8" name="Picture 7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BE3E4CB9-D420-3CAB-8B68-2F5CDB9EB78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212048" y="5584119"/>
            <a:ext cx="2790883" cy="1121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2863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"/>
          <p:cNvSpPr>
            <a:spLocks noGrp="1"/>
          </p:cNvSpPr>
          <p:nvPr>
            <p:ph idx="1"/>
          </p:nvPr>
        </p:nvSpPr>
        <p:spPr>
          <a:xfrm>
            <a:off x="414528" y="1219201"/>
            <a:ext cx="11375136" cy="4895447"/>
          </a:xfrm>
        </p:spPr>
        <p:txBody>
          <a:bodyPr>
            <a:normAutofit/>
          </a:bodyPr>
          <a:lstStyle>
            <a:lvl1pPr marL="0" indent="0">
              <a:buClr>
                <a:schemeClr val="tx2"/>
              </a:buClr>
              <a:buFont typeface="Wingdings" charset="2"/>
              <a:buNone/>
              <a:defRPr sz="2133" b="0" i="0">
                <a:solidFill>
                  <a:schemeClr val="tx1"/>
                </a:solidFill>
                <a:latin typeface="Montserrat" pitchFamily="2" charset="77"/>
              </a:defRPr>
            </a:lvl1pPr>
            <a:lvl2pPr marL="365751" indent="-243834">
              <a:buClr>
                <a:schemeClr val="tx2"/>
              </a:buClr>
              <a:buFont typeface="Arial" panose="020B0604020202020204" pitchFamily="34" charset="0"/>
              <a:buChar char="•"/>
              <a:defRPr sz="1867" b="0" i="0">
                <a:solidFill>
                  <a:schemeClr val="tx1"/>
                </a:solidFill>
                <a:latin typeface="Montserrat" pitchFamily="2" charset="77"/>
              </a:defRPr>
            </a:lvl2pPr>
            <a:lvl3pPr marL="731502" indent="-243834">
              <a:buClr>
                <a:schemeClr val="tx2"/>
              </a:buClr>
              <a:buFont typeface="Arial" panose="020B0604020202020204" pitchFamily="34" charset="0"/>
              <a:buChar char="•"/>
              <a:defRPr sz="1600" b="0" i="0">
                <a:solidFill>
                  <a:schemeClr val="tx1"/>
                </a:solidFill>
                <a:latin typeface="Montserrat" pitchFamily="2" charset="77"/>
              </a:defRPr>
            </a:lvl3pPr>
            <a:lvl4pPr marL="1097253" indent="-243834">
              <a:buClr>
                <a:schemeClr val="tx2"/>
              </a:buClr>
              <a:buFont typeface="Arial" panose="020B0604020202020204" pitchFamily="34" charset="0"/>
              <a:buChar char="•"/>
              <a:defRPr sz="1467" b="0" i="0">
                <a:solidFill>
                  <a:schemeClr val="tx1"/>
                </a:solidFill>
                <a:latin typeface="Montserrat" pitchFamily="2" charset="77"/>
              </a:defRPr>
            </a:lvl4pPr>
            <a:lvl5pPr marL="1463003" indent="-243834">
              <a:buClr>
                <a:schemeClr val="tx2"/>
              </a:buClr>
              <a:buFont typeface="Arial" panose="020B0604020202020204" pitchFamily="34" charset="0"/>
              <a:buChar char="•"/>
              <a:defRPr sz="1467" b="0" i="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14528" y="438912"/>
            <a:ext cx="11375136" cy="609600"/>
          </a:xfrm>
        </p:spPr>
        <p:txBody>
          <a:bodyPr lIns="0"/>
          <a:lstStyle>
            <a:lvl1pPr>
              <a:defRPr b="0" i="0">
                <a:solidFill>
                  <a:srgbClr val="1866AE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 descr="A blue rocket with yellow flames&#10;&#10;AI-generated content may be incorrect.">
            <a:extLst>
              <a:ext uri="{FF2B5EF4-FFF2-40B4-BE49-F238E27FC236}">
                <a16:creationId xmlns:a16="http://schemas.microsoft.com/office/drawing/2014/main" id="{3441B6A3-22F6-3738-6E9B-7AFE278268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22425" y="4961854"/>
            <a:ext cx="715337" cy="118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5722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"/>
          <p:cNvSpPr>
            <a:spLocks noGrp="1"/>
          </p:cNvSpPr>
          <p:nvPr>
            <p:ph idx="1"/>
          </p:nvPr>
        </p:nvSpPr>
        <p:spPr>
          <a:xfrm>
            <a:off x="414528" y="1219201"/>
            <a:ext cx="11375136" cy="4895447"/>
          </a:xfrm>
        </p:spPr>
        <p:txBody>
          <a:bodyPr>
            <a:normAutofit/>
          </a:bodyPr>
          <a:lstStyle>
            <a:lvl1pPr marL="0" indent="0">
              <a:buClr>
                <a:schemeClr val="tx2"/>
              </a:buClr>
              <a:buFont typeface="Wingdings" charset="2"/>
              <a:buNone/>
              <a:defRPr sz="2133" b="0" i="0">
                <a:solidFill>
                  <a:schemeClr val="tx1"/>
                </a:solidFill>
                <a:latin typeface="Montserrat" pitchFamily="2" charset="77"/>
              </a:defRPr>
            </a:lvl1pPr>
            <a:lvl2pPr marL="365751" indent="-243834">
              <a:buClr>
                <a:schemeClr val="tx2"/>
              </a:buClr>
              <a:buFont typeface="Arial" panose="020B0604020202020204" pitchFamily="34" charset="0"/>
              <a:buChar char="•"/>
              <a:defRPr sz="1867" b="0" i="0">
                <a:solidFill>
                  <a:schemeClr val="tx1"/>
                </a:solidFill>
                <a:latin typeface="Montserrat" pitchFamily="2" charset="77"/>
              </a:defRPr>
            </a:lvl2pPr>
            <a:lvl3pPr marL="731502" indent="-243834">
              <a:buClr>
                <a:schemeClr val="tx2"/>
              </a:buClr>
              <a:buFont typeface="Arial" panose="020B0604020202020204" pitchFamily="34" charset="0"/>
              <a:buChar char="•"/>
              <a:defRPr sz="1600" b="0" i="0">
                <a:solidFill>
                  <a:schemeClr val="tx1"/>
                </a:solidFill>
                <a:latin typeface="Montserrat" pitchFamily="2" charset="77"/>
              </a:defRPr>
            </a:lvl3pPr>
            <a:lvl4pPr marL="1097253" indent="-243834">
              <a:buClr>
                <a:schemeClr val="tx2"/>
              </a:buClr>
              <a:buFont typeface="Arial" panose="020B0604020202020204" pitchFamily="34" charset="0"/>
              <a:buChar char="•"/>
              <a:defRPr sz="1467" b="0" i="0">
                <a:solidFill>
                  <a:schemeClr val="tx1"/>
                </a:solidFill>
                <a:latin typeface="Montserrat" pitchFamily="2" charset="77"/>
              </a:defRPr>
            </a:lvl4pPr>
            <a:lvl5pPr marL="1463003" indent="-243834">
              <a:buClr>
                <a:schemeClr val="tx2"/>
              </a:buClr>
              <a:buFont typeface="Arial" panose="020B0604020202020204" pitchFamily="34" charset="0"/>
              <a:buChar char="•"/>
              <a:defRPr sz="1467" b="0" i="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14528" y="438912"/>
            <a:ext cx="11375136" cy="609600"/>
          </a:xfrm>
        </p:spPr>
        <p:txBody>
          <a:bodyPr lIns="0"/>
          <a:lstStyle>
            <a:lvl1pPr>
              <a:defRPr b="0" i="0">
                <a:solidFill>
                  <a:srgbClr val="1866AE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Picture 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AED62B44-7DFB-726F-5071-FA040D62A80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15782" y="5459865"/>
            <a:ext cx="1697999" cy="682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1000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"/>
          <p:cNvSpPr>
            <a:spLocks noGrp="1"/>
          </p:cNvSpPr>
          <p:nvPr>
            <p:ph idx="1"/>
          </p:nvPr>
        </p:nvSpPr>
        <p:spPr>
          <a:xfrm>
            <a:off x="414528" y="1219201"/>
            <a:ext cx="11375136" cy="4895447"/>
          </a:xfrm>
        </p:spPr>
        <p:txBody>
          <a:bodyPr>
            <a:normAutofit/>
          </a:bodyPr>
          <a:lstStyle>
            <a:lvl1pPr marL="0" indent="0">
              <a:buClr>
                <a:schemeClr val="tx2"/>
              </a:buClr>
              <a:buFont typeface="Wingdings" charset="2"/>
              <a:buNone/>
              <a:defRPr sz="2133" b="0" i="0">
                <a:solidFill>
                  <a:schemeClr val="tx1"/>
                </a:solidFill>
                <a:latin typeface="Montserrat" pitchFamily="2" charset="77"/>
              </a:defRPr>
            </a:lvl1pPr>
            <a:lvl2pPr marL="365751" indent="-243834">
              <a:buClr>
                <a:schemeClr val="tx2"/>
              </a:buClr>
              <a:buFont typeface="Arial" panose="020B0604020202020204" pitchFamily="34" charset="0"/>
              <a:buChar char="•"/>
              <a:defRPr sz="1867" b="0" i="0">
                <a:solidFill>
                  <a:schemeClr val="tx1"/>
                </a:solidFill>
                <a:latin typeface="Montserrat" pitchFamily="2" charset="77"/>
              </a:defRPr>
            </a:lvl2pPr>
            <a:lvl3pPr marL="731502" indent="-243834">
              <a:buClr>
                <a:schemeClr val="tx2"/>
              </a:buClr>
              <a:buFont typeface="Arial" panose="020B0604020202020204" pitchFamily="34" charset="0"/>
              <a:buChar char="•"/>
              <a:defRPr sz="1600" b="0" i="0">
                <a:solidFill>
                  <a:schemeClr val="tx1"/>
                </a:solidFill>
                <a:latin typeface="Montserrat" pitchFamily="2" charset="77"/>
              </a:defRPr>
            </a:lvl3pPr>
            <a:lvl4pPr marL="1097253" indent="-243834">
              <a:buClr>
                <a:schemeClr val="tx2"/>
              </a:buClr>
              <a:buFont typeface="Arial" panose="020B0604020202020204" pitchFamily="34" charset="0"/>
              <a:buChar char="•"/>
              <a:defRPr sz="1467" b="0" i="0">
                <a:solidFill>
                  <a:schemeClr val="tx1"/>
                </a:solidFill>
                <a:latin typeface="Montserrat" pitchFamily="2" charset="77"/>
              </a:defRPr>
            </a:lvl4pPr>
            <a:lvl5pPr marL="1463003" indent="-243834">
              <a:buClr>
                <a:schemeClr val="tx2"/>
              </a:buClr>
              <a:buFont typeface="Arial" panose="020B0604020202020204" pitchFamily="34" charset="0"/>
              <a:buChar char="•"/>
              <a:defRPr sz="1467" b="0" i="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14528" y="438912"/>
            <a:ext cx="11375136" cy="609600"/>
          </a:xfrm>
        </p:spPr>
        <p:txBody>
          <a:bodyPr lIns="0"/>
          <a:lstStyle>
            <a:lvl1pPr>
              <a:defRPr b="0" i="0">
                <a:solidFill>
                  <a:srgbClr val="1866AE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513196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"/>
          <p:cNvSpPr>
            <a:spLocks noGrp="1"/>
          </p:cNvSpPr>
          <p:nvPr>
            <p:ph type="title"/>
          </p:nvPr>
        </p:nvSpPr>
        <p:spPr>
          <a:xfrm>
            <a:off x="414528" y="4389120"/>
            <a:ext cx="11375136" cy="609600"/>
          </a:xfrm>
        </p:spPr>
        <p:txBody>
          <a:bodyPr anchor="b" anchorCtr="0"/>
          <a:lstStyle>
            <a:lvl1pPr algn="l">
              <a:defRPr sz="3200" b="0" i="0" cap="none" baseline="0">
                <a:solidFill>
                  <a:srgbClr val="1866AE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"/>
          <p:cNvSpPr>
            <a:spLocks noGrp="1"/>
          </p:cNvSpPr>
          <p:nvPr>
            <p:ph type="body" idx="1"/>
          </p:nvPr>
        </p:nvSpPr>
        <p:spPr>
          <a:xfrm>
            <a:off x="414528" y="3535680"/>
            <a:ext cx="11375136" cy="853440"/>
          </a:xfrm>
        </p:spPr>
        <p:txBody>
          <a:bodyPr anchor="b">
            <a:norm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Montserrat" pitchFamily="2" charset="77"/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AEE6D58A-F04B-D2E8-EFD8-3D2275F6284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373809" y="5075956"/>
            <a:ext cx="2680107" cy="1031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2424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half" idx="2"/>
          </p:nvPr>
        </p:nvSpPr>
        <p:spPr>
          <a:xfrm>
            <a:off x="6400800" y="1219201"/>
            <a:ext cx="5384800" cy="3986607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Montserrat" pitchFamily="2" charset="77"/>
              </a:defRPr>
            </a:lvl1pPr>
            <a:lvl2pPr marL="365751" indent="-243834">
              <a:buFont typeface="Arial" panose="020B0604020202020204" pitchFamily="34" charset="0"/>
              <a:buChar char="•"/>
              <a:defRPr lang="en-US" sz="2133" b="0" i="0" kern="1200" dirty="0" smtClean="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731502" indent="-243834">
              <a:buFont typeface="Arial" panose="020B0604020202020204" pitchFamily="34" charset="0"/>
              <a:buChar char="•"/>
              <a:defRPr sz="1867" b="0" i="0">
                <a:solidFill>
                  <a:schemeClr val="tx1"/>
                </a:solidFill>
                <a:latin typeface="Montserrat" pitchFamily="2" charset="77"/>
              </a:defRPr>
            </a:lvl3pPr>
            <a:lvl4pPr marL="1097253" indent="-243834">
              <a:buFont typeface="Arial" panose="020B0604020202020204" pitchFamily="34" charset="0"/>
              <a:buChar char="•"/>
              <a:defRPr sz="1600" b="0" i="0">
                <a:solidFill>
                  <a:schemeClr val="tx1"/>
                </a:solidFill>
                <a:latin typeface="Montserrat" pitchFamily="2" charset="77"/>
              </a:defRPr>
            </a:lvl4pPr>
            <a:lvl5pPr marL="1463003" indent="-243834">
              <a:buFont typeface="Arial" panose="020B0604020202020204" pitchFamily="34" charset="0"/>
              <a:buChar char="•"/>
              <a:defRPr sz="1600" b="0" i="0">
                <a:solidFill>
                  <a:schemeClr val="tx1"/>
                </a:solidFill>
                <a:latin typeface="Montserrat" pitchFamily="2" charset="77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/>
          </p:nvPr>
        </p:nvSpPr>
        <p:spPr>
          <a:xfrm>
            <a:off x="414528" y="1219201"/>
            <a:ext cx="5384800" cy="4352993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Montserrat" pitchFamily="2" charset="77"/>
              </a:defRPr>
            </a:lvl1pPr>
            <a:lvl2pPr marL="365751" indent="-243834">
              <a:buFont typeface="Arial" panose="020B0604020202020204" pitchFamily="34" charset="0"/>
              <a:buChar char="•"/>
              <a:defRPr sz="2133" b="0" i="0">
                <a:solidFill>
                  <a:schemeClr val="tx1"/>
                </a:solidFill>
                <a:latin typeface="Montserrat" pitchFamily="2" charset="77"/>
              </a:defRPr>
            </a:lvl2pPr>
            <a:lvl3pPr marL="731502" indent="-243834">
              <a:buFont typeface="Arial" panose="020B0604020202020204" pitchFamily="34" charset="0"/>
              <a:buChar char="•"/>
              <a:defRPr sz="1867" b="0" i="0">
                <a:solidFill>
                  <a:schemeClr val="tx1"/>
                </a:solidFill>
                <a:latin typeface="Montserrat" pitchFamily="2" charset="77"/>
              </a:defRPr>
            </a:lvl3pPr>
            <a:lvl4pPr marL="1097253" indent="-243834">
              <a:buFont typeface="Arial" panose="020B0604020202020204" pitchFamily="34" charset="0"/>
              <a:buChar char="•"/>
              <a:defRPr sz="1600" b="0" i="0">
                <a:solidFill>
                  <a:schemeClr val="tx1"/>
                </a:solidFill>
                <a:latin typeface="Montserrat" pitchFamily="2" charset="77"/>
              </a:defRPr>
            </a:lvl4pPr>
            <a:lvl5pPr marL="1463003" indent="-243834">
              <a:buFont typeface="Arial" panose="020B0604020202020204" pitchFamily="34" charset="0"/>
              <a:buChar char="•"/>
              <a:defRPr sz="1600" b="0" i="0">
                <a:solidFill>
                  <a:schemeClr val="tx1"/>
                </a:solidFill>
                <a:latin typeface="Montserrat" pitchFamily="2" charset="77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14528" y="438912"/>
            <a:ext cx="11375136" cy="609600"/>
          </a:xfrm>
        </p:spPr>
        <p:txBody>
          <a:bodyPr wrap="none" lIns="0" tIns="45720" rIns="91440" bIns="0"/>
          <a:lstStyle>
            <a:lvl1pPr>
              <a:defRPr b="0" i="0">
                <a:solidFill>
                  <a:srgbClr val="1866AE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Picture 4" descr="A blue rocket with yellow flames&#10;&#10;AI-generated content may be incorrect.">
            <a:extLst>
              <a:ext uri="{FF2B5EF4-FFF2-40B4-BE49-F238E27FC236}">
                <a16:creationId xmlns:a16="http://schemas.microsoft.com/office/drawing/2014/main" id="{A46DFA08-46CD-F086-6119-EF05D73433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22425" y="4961854"/>
            <a:ext cx="715337" cy="118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4614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AF98E-6AAF-3ACB-63F7-A2C28BFC4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Montserra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A0E233A6-DBBA-2515-B63A-9166DCE9B71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1732" y="1219199"/>
            <a:ext cx="3608832" cy="2926080"/>
          </a:xfrm>
        </p:spPr>
        <p:txBody>
          <a:bodyPr/>
          <a:lstStyle>
            <a:lvl1pPr>
              <a:defRPr b="0" i="0">
                <a:latin typeface="Montserrat" pitchFamily="2" charset="77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716CDDDB-E2E6-96CF-7794-2CB281875CF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02609" y="1219199"/>
            <a:ext cx="3608832" cy="2926080"/>
          </a:xfrm>
        </p:spPr>
        <p:txBody>
          <a:bodyPr/>
          <a:lstStyle>
            <a:lvl1pPr>
              <a:defRPr b="0" i="0">
                <a:latin typeface="Montserrat" pitchFamily="2" charset="77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EC2F74D7-F259-ED94-FAC1-892474DA4DC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85992" y="1219199"/>
            <a:ext cx="3608832" cy="2926080"/>
          </a:xfrm>
        </p:spPr>
        <p:txBody>
          <a:bodyPr/>
          <a:lstStyle>
            <a:lvl1pPr>
              <a:defRPr b="0" i="0">
                <a:latin typeface="Montserrat" pitchFamily="2" charset="77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8C7D399D-8CB9-19E1-9EC0-25CC0E8D1AD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1732" y="4231341"/>
            <a:ext cx="3608832" cy="951744"/>
          </a:xfrm>
        </p:spPr>
        <p:txBody>
          <a:bodyPr>
            <a:normAutofit/>
          </a:bodyPr>
          <a:lstStyle>
            <a:lvl1pPr algn="ctr">
              <a:defRPr sz="1600" b="0" i="0">
                <a:latin typeface="Montserrat" pitchFamily="2" charset="77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6D3E4421-7396-C90C-5119-84E1DA3263B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02609" y="4231341"/>
            <a:ext cx="3608832" cy="951744"/>
          </a:xfrm>
        </p:spPr>
        <p:txBody>
          <a:bodyPr>
            <a:normAutofit/>
          </a:bodyPr>
          <a:lstStyle>
            <a:lvl1pPr algn="ctr">
              <a:defRPr sz="1600" b="0" i="0">
                <a:latin typeface="Montserrat" pitchFamily="2" charset="77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BB0FC328-3EDB-117F-B241-774C52C45C0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85992" y="4231341"/>
            <a:ext cx="3608832" cy="951744"/>
          </a:xfrm>
        </p:spPr>
        <p:txBody>
          <a:bodyPr>
            <a:normAutofit/>
          </a:bodyPr>
          <a:lstStyle>
            <a:lvl1pPr algn="ctr">
              <a:defRPr sz="1600" b="0" i="0">
                <a:latin typeface="Montserrat" pitchFamily="2" charset="77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6" name="Picture 5" descr="A blue rocket with yellow flames&#10;&#10;AI-generated content may be incorrect.">
            <a:extLst>
              <a:ext uri="{FF2B5EF4-FFF2-40B4-BE49-F238E27FC236}">
                <a16:creationId xmlns:a16="http://schemas.microsoft.com/office/drawing/2014/main" id="{38FD594C-5CE2-2E39-47A0-730C3B55201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22425" y="4961854"/>
            <a:ext cx="715337" cy="118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3465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>
            <a:spLocks noGrp="1"/>
          </p:cNvSpPr>
          <p:nvPr>
            <p:ph sz="quarter" idx="4"/>
          </p:nvPr>
        </p:nvSpPr>
        <p:spPr>
          <a:xfrm>
            <a:off x="6400801" y="1999488"/>
            <a:ext cx="5389033" cy="3309112"/>
          </a:xfrm>
        </p:spPr>
        <p:txBody>
          <a:bodyPr>
            <a:normAutofit/>
          </a:bodyPr>
          <a:lstStyle>
            <a:lvl1pPr marL="0" indent="0">
              <a:buNone/>
              <a:defRPr sz="1867" b="0" i="0">
                <a:solidFill>
                  <a:schemeClr val="tx1"/>
                </a:solidFill>
                <a:latin typeface="Montserrat" pitchFamily="2" charset="77"/>
              </a:defRPr>
            </a:lvl1pPr>
            <a:lvl2pPr marL="365751" indent="-243834">
              <a:buFont typeface="Arial" panose="020B0604020202020204" pitchFamily="34" charset="0"/>
              <a:buChar char="•"/>
              <a:defRPr sz="1600" b="0" i="0">
                <a:solidFill>
                  <a:schemeClr val="tx1"/>
                </a:solidFill>
                <a:latin typeface="Montserrat" pitchFamily="2" charset="77"/>
              </a:defRPr>
            </a:lvl2pPr>
            <a:lvl3pPr marL="731502" indent="-243834">
              <a:buFont typeface="Arial" panose="020B0604020202020204" pitchFamily="34" charset="0"/>
              <a:buChar char="•"/>
              <a:defRPr sz="1467" b="0" i="0">
                <a:solidFill>
                  <a:schemeClr val="tx1"/>
                </a:solidFill>
                <a:latin typeface="Montserrat" pitchFamily="2" charset="77"/>
              </a:defRPr>
            </a:lvl3pPr>
            <a:lvl4pPr marL="1097253" indent="-243834">
              <a:buFont typeface="Arial" panose="020B0604020202020204" pitchFamily="34" charset="0"/>
              <a:buChar char="•"/>
              <a:defRPr sz="1400" b="0" i="0">
                <a:solidFill>
                  <a:schemeClr val="tx1"/>
                </a:solidFill>
                <a:latin typeface="Montserrat" pitchFamily="2" charset="77"/>
              </a:defRPr>
            </a:lvl4pPr>
            <a:lvl5pPr marL="1463003" indent="-243834">
              <a:buFont typeface="Arial" panose="020B0604020202020204" pitchFamily="34" charset="0"/>
              <a:buChar char="•"/>
              <a:defRPr sz="1400" b="0" i="0">
                <a:solidFill>
                  <a:schemeClr val="tx1"/>
                </a:solidFill>
                <a:latin typeface="Montserrat" pitchFamily="2" charset="77"/>
              </a:defRPr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ub-title 2"/>
          <p:cNvSpPr>
            <a:spLocks noGrp="1"/>
          </p:cNvSpPr>
          <p:nvPr>
            <p:ph type="body" sz="quarter" idx="3" hasCustomPrompt="1"/>
          </p:nvPr>
        </p:nvSpPr>
        <p:spPr>
          <a:xfrm>
            <a:off x="6400801" y="1219200"/>
            <a:ext cx="5389033" cy="609600"/>
          </a:xfrm>
        </p:spPr>
        <p:txBody>
          <a:bodyPr bIns="0" anchor="b">
            <a:normAutofit/>
          </a:bodyPr>
          <a:lstStyle>
            <a:lvl1pPr marL="0" indent="0">
              <a:buNone/>
              <a:defRPr sz="2133" b="0" i="0">
                <a:solidFill>
                  <a:schemeClr val="tx1"/>
                </a:solidFill>
                <a:latin typeface="Montserrat" pitchFamily="2" charset="77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4" name="Content Placeholder 1"/>
          <p:cNvSpPr>
            <a:spLocks noGrp="1"/>
          </p:cNvSpPr>
          <p:nvPr>
            <p:ph sz="half" idx="2"/>
          </p:nvPr>
        </p:nvSpPr>
        <p:spPr>
          <a:xfrm>
            <a:off x="414528" y="1982049"/>
            <a:ext cx="5386917" cy="3583521"/>
          </a:xfrm>
        </p:spPr>
        <p:txBody>
          <a:bodyPr>
            <a:normAutofit/>
          </a:bodyPr>
          <a:lstStyle>
            <a:lvl1pPr marL="0" indent="0">
              <a:buNone/>
              <a:defRPr sz="1867" b="0" i="0">
                <a:solidFill>
                  <a:schemeClr val="tx1"/>
                </a:solidFill>
                <a:latin typeface="Montserrat" pitchFamily="2" charset="77"/>
              </a:defRPr>
            </a:lvl1pPr>
            <a:lvl2pPr marL="365751" indent="-243834">
              <a:buFont typeface="Arial" panose="020B0604020202020204" pitchFamily="34" charset="0"/>
              <a:buChar char="•"/>
              <a:defRPr sz="1600" b="0" i="0">
                <a:solidFill>
                  <a:schemeClr val="tx1"/>
                </a:solidFill>
                <a:latin typeface="Montserrat" pitchFamily="2" charset="77"/>
              </a:defRPr>
            </a:lvl2pPr>
            <a:lvl3pPr marL="731502" indent="-243834">
              <a:buFont typeface="Arial" panose="020B0604020202020204" pitchFamily="34" charset="0"/>
              <a:buChar char="•"/>
              <a:defRPr sz="1467" b="0" i="0">
                <a:solidFill>
                  <a:schemeClr val="tx1"/>
                </a:solidFill>
                <a:latin typeface="Montserrat" pitchFamily="2" charset="77"/>
              </a:defRPr>
            </a:lvl3pPr>
            <a:lvl4pPr marL="1097253" indent="-243834">
              <a:buFont typeface="Arial" panose="020B0604020202020204" pitchFamily="34" charset="0"/>
              <a:buChar char="•"/>
              <a:defRPr sz="1400" b="0" i="0">
                <a:solidFill>
                  <a:schemeClr val="tx1"/>
                </a:solidFill>
                <a:latin typeface="Montserrat" pitchFamily="2" charset="77"/>
              </a:defRPr>
            </a:lvl4pPr>
            <a:lvl5pPr marL="1463003" indent="-243834">
              <a:buFont typeface="Arial" panose="020B0604020202020204" pitchFamily="34" charset="0"/>
              <a:buChar char="•"/>
              <a:defRPr sz="1400" b="0" i="0">
                <a:solidFill>
                  <a:schemeClr val="tx1"/>
                </a:solidFill>
                <a:latin typeface="Montserrat" pitchFamily="2" charset="77"/>
              </a:defRPr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Sub-title 1"/>
          <p:cNvSpPr>
            <a:spLocks noGrp="1"/>
          </p:cNvSpPr>
          <p:nvPr>
            <p:ph type="body" idx="1" hasCustomPrompt="1"/>
          </p:nvPr>
        </p:nvSpPr>
        <p:spPr>
          <a:xfrm>
            <a:off x="414528" y="1219200"/>
            <a:ext cx="5386917" cy="609600"/>
          </a:xfrm>
        </p:spPr>
        <p:txBody>
          <a:bodyPr bIns="0" anchor="b">
            <a:normAutofit/>
          </a:bodyPr>
          <a:lstStyle>
            <a:lvl1pPr marL="0" indent="0">
              <a:buNone/>
              <a:defRPr sz="2133" b="0" i="0">
                <a:solidFill>
                  <a:schemeClr val="tx1"/>
                </a:solidFill>
                <a:latin typeface="Montserrat" pitchFamily="2" charset="77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" name="Title "/>
          <p:cNvSpPr>
            <a:spLocks noGrp="1"/>
          </p:cNvSpPr>
          <p:nvPr>
            <p:ph type="title"/>
          </p:nvPr>
        </p:nvSpPr>
        <p:spPr>
          <a:xfrm>
            <a:off x="414528" y="438912"/>
            <a:ext cx="11375136" cy="609600"/>
          </a:xfrm>
        </p:spPr>
        <p:txBody>
          <a:bodyPr anchor="b"/>
          <a:lstStyle>
            <a:lvl1pPr>
              <a:defRPr b="0" i="0">
                <a:solidFill>
                  <a:srgbClr val="1465C1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Picture 8" descr="A blue rocket with yellow flames&#10;&#10;AI-generated content may be incorrect.">
            <a:extLst>
              <a:ext uri="{FF2B5EF4-FFF2-40B4-BE49-F238E27FC236}">
                <a16:creationId xmlns:a16="http://schemas.microsoft.com/office/drawing/2014/main" id="{E0979A95-488D-09C8-AE26-774FF0CB30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22425" y="4961854"/>
            <a:ext cx="715337" cy="118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315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"/>
          <p:cNvSpPr>
            <a:spLocks noGrp="1"/>
          </p:cNvSpPr>
          <p:nvPr>
            <p:ph type="pic" sz="quarter" idx="13"/>
          </p:nvPr>
        </p:nvSpPr>
        <p:spPr>
          <a:xfrm>
            <a:off x="8077200" y="1202568"/>
            <a:ext cx="4114800" cy="3220197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"/>
          <p:cNvSpPr>
            <a:spLocks noGrp="1"/>
          </p:cNvSpPr>
          <p:nvPr>
            <p:ph type="body" sz="half" idx="2"/>
          </p:nvPr>
        </p:nvSpPr>
        <p:spPr>
          <a:xfrm>
            <a:off x="414528" y="1202569"/>
            <a:ext cx="7489251" cy="4394668"/>
          </a:xfrm>
        </p:spPr>
        <p:txBody>
          <a:bodyPr>
            <a:normAutofit/>
          </a:bodyPr>
          <a:lstStyle>
            <a:lvl1pPr marL="0" indent="0">
              <a:buNone/>
              <a:defRPr sz="2133" b="0" i="0">
                <a:solidFill>
                  <a:schemeClr val="tx1"/>
                </a:solidFill>
                <a:latin typeface="Montserrat" pitchFamily="2" charset="77"/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414528" y="438912"/>
            <a:ext cx="7662672" cy="609600"/>
          </a:xfrm>
        </p:spPr>
        <p:txBody>
          <a:bodyPr anchor="b"/>
          <a:lstStyle>
            <a:lvl1pPr algn="l">
              <a:defRPr sz="3200" b="0" i="0" baseline="0">
                <a:solidFill>
                  <a:srgbClr val="1866AE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enter title</a:t>
            </a:r>
          </a:p>
        </p:txBody>
      </p:sp>
      <p:pic>
        <p:nvPicPr>
          <p:cNvPr id="5" name="Picture 4" descr="A blue rocket with yellow flames&#10;&#10;AI-generated content may be incorrect.">
            <a:extLst>
              <a:ext uri="{FF2B5EF4-FFF2-40B4-BE49-F238E27FC236}">
                <a16:creationId xmlns:a16="http://schemas.microsoft.com/office/drawing/2014/main" id="{C4F7D118-FEE1-1BB0-CD7C-74505B79765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22425" y="4961854"/>
            <a:ext cx="715337" cy="118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6285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Image-Full he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White Background">
            <a:extLst>
              <a:ext uri="{FF2B5EF4-FFF2-40B4-BE49-F238E27FC236}">
                <a16:creationId xmlns:a16="http://schemas.microsoft.com/office/drawing/2014/main" id="{902DAFEE-672B-5531-AF4D-6EDB10B89A39}"/>
              </a:ext>
            </a:extLst>
          </p:cNvPr>
          <p:cNvSpPr/>
          <p:nvPr userDrawn="1"/>
        </p:nvSpPr>
        <p:spPr>
          <a:xfrm>
            <a:off x="0" y="122863"/>
            <a:ext cx="4064000" cy="673513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0" i="0">
              <a:solidFill>
                <a:schemeClr val="tx1"/>
              </a:solidFill>
              <a:latin typeface="Montserrat" pitchFamily="2" charset="77"/>
            </a:endParaRPr>
          </a:p>
        </p:txBody>
      </p:sp>
      <p:sp>
        <p:nvSpPr>
          <p:cNvPr id="12" name="Picture Placeholder ">
            <a:extLst>
              <a:ext uri="{FF2B5EF4-FFF2-40B4-BE49-F238E27FC236}">
                <a16:creationId xmlns:a16="http://schemas.microsoft.com/office/drawing/2014/main" id="{FECA367A-4BF0-0C0F-3498-6E6DCA02C6C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517" y="122862"/>
            <a:ext cx="4053483" cy="6735137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">
            <a:extLst>
              <a:ext uri="{FF2B5EF4-FFF2-40B4-BE49-F238E27FC236}">
                <a16:creationId xmlns:a16="http://schemas.microsoft.com/office/drawing/2014/main" id="{46316DF1-26A9-2E6B-73C8-3D75A8FE63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330263" y="1202767"/>
            <a:ext cx="7463676" cy="4985627"/>
          </a:xfrm>
        </p:spPr>
        <p:txBody>
          <a:bodyPr>
            <a:normAutofit/>
          </a:bodyPr>
          <a:lstStyle>
            <a:lvl1pPr marL="0" indent="0">
              <a:buNone/>
              <a:defRPr sz="2133" b="0" i="0">
                <a:solidFill>
                  <a:schemeClr val="tx1"/>
                </a:solidFill>
                <a:latin typeface="Montserrat" pitchFamily="2" charset="77"/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4B4795F-48D0-3560-24E9-9EED8A3F95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8161" y="438912"/>
            <a:ext cx="7463676" cy="609600"/>
          </a:xfrm>
        </p:spPr>
        <p:txBody>
          <a:bodyPr anchor="b"/>
          <a:lstStyle>
            <a:lvl1pPr algn="l">
              <a:defRPr sz="3200" b="0" i="0" baseline="0">
                <a:solidFill>
                  <a:srgbClr val="1866AE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enter title</a:t>
            </a:r>
          </a:p>
        </p:txBody>
      </p:sp>
      <p:pic>
        <p:nvPicPr>
          <p:cNvPr id="2" name="Picture 1" descr="A blue rocket with yellow flames&#10;&#10;AI-generated content may be incorrect.">
            <a:extLst>
              <a:ext uri="{FF2B5EF4-FFF2-40B4-BE49-F238E27FC236}">
                <a16:creationId xmlns:a16="http://schemas.microsoft.com/office/drawing/2014/main" id="{1F91E5E3-C052-DFF7-0F22-4D1D49D5D0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22425" y="4961854"/>
            <a:ext cx="715337" cy="118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5521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18073" y="437960"/>
            <a:ext cx="11375136" cy="609600"/>
          </a:xfrm>
        </p:spPr>
        <p:txBody>
          <a:bodyPr/>
          <a:lstStyle>
            <a:lvl1pPr>
              <a:defRPr b="0" i="0">
                <a:solidFill>
                  <a:srgbClr val="1866AE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 descr="A blue rocket with yellow flames&#10;&#10;AI-generated content may be incorrect.">
            <a:extLst>
              <a:ext uri="{FF2B5EF4-FFF2-40B4-BE49-F238E27FC236}">
                <a16:creationId xmlns:a16="http://schemas.microsoft.com/office/drawing/2014/main" id="{7221C18D-5754-F22D-33AC-963EC05E997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22425" y="4961854"/>
            <a:ext cx="715337" cy="118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9604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lue top line">
            <a:extLst>
              <a:ext uri="{FF2B5EF4-FFF2-40B4-BE49-F238E27FC236}">
                <a16:creationId xmlns:a16="http://schemas.microsoft.com/office/drawing/2014/main" id="{E698F46C-0450-0A42-69F4-4CA2C83E49C9}"/>
              </a:ext>
            </a:extLst>
          </p:cNvPr>
          <p:cNvSpPr/>
          <p:nvPr userDrawn="1"/>
        </p:nvSpPr>
        <p:spPr>
          <a:xfrm flipV="1">
            <a:off x="0" y="-7257"/>
            <a:ext cx="12192000" cy="9753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33" b="0" i="0" baseline="0">
              <a:solidFill>
                <a:schemeClr val="tx1"/>
              </a:solidFill>
              <a:latin typeface="Montserrat" pitchFamily="2" charset="77"/>
            </a:endParaRPr>
          </a:p>
        </p:txBody>
      </p:sp>
      <p:sp>
        <p:nvSpPr>
          <p:cNvPr id="7" name="Green top line">
            <a:extLst>
              <a:ext uri="{FF2B5EF4-FFF2-40B4-BE49-F238E27FC236}">
                <a16:creationId xmlns:a16="http://schemas.microsoft.com/office/drawing/2014/main" id="{12C9F3AD-9532-11E6-E672-6F10181290C1}"/>
              </a:ext>
            </a:extLst>
          </p:cNvPr>
          <p:cNvSpPr/>
          <p:nvPr userDrawn="1"/>
        </p:nvSpPr>
        <p:spPr>
          <a:xfrm flipV="1">
            <a:off x="0" y="0"/>
            <a:ext cx="12192000" cy="36576"/>
          </a:xfrm>
          <a:prstGeom prst="rect">
            <a:avLst/>
          </a:prstGeom>
          <a:solidFill>
            <a:srgbClr val="8EBB37"/>
          </a:solidFill>
          <a:ln>
            <a:solidFill>
              <a:srgbClr val="8EBB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33" b="0" i="0" baseline="0">
              <a:solidFill>
                <a:schemeClr val="tx1"/>
              </a:solidFill>
              <a:latin typeface="Montserrat" pitchFamily="2" charset="77"/>
            </a:endParaRPr>
          </a:p>
        </p:txBody>
      </p:sp>
      <p:pic>
        <p:nvPicPr>
          <p:cNvPr id="2" name="Picture 1" descr="A blue rocket with yellow flames&#10;&#10;AI-generated content may be incorrect.">
            <a:extLst>
              <a:ext uri="{FF2B5EF4-FFF2-40B4-BE49-F238E27FC236}">
                <a16:creationId xmlns:a16="http://schemas.microsoft.com/office/drawing/2014/main" id="{64C7FB6B-3110-4907-76D3-A00724A380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22425" y="4961854"/>
            <a:ext cx="715337" cy="118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6493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rocket with yellow flames&#10;&#10;AI-generated content may be incorrect.">
            <a:extLst>
              <a:ext uri="{FF2B5EF4-FFF2-40B4-BE49-F238E27FC236}">
                <a16:creationId xmlns:a16="http://schemas.microsoft.com/office/drawing/2014/main" id="{7221C18D-5754-F22D-33AC-963EC05E997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10430932" y="3565994"/>
            <a:ext cx="1465792" cy="2418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7904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rocket with yellow flames&#10;&#10;AI-generated content may be incorrect.">
            <a:extLst>
              <a:ext uri="{FF2B5EF4-FFF2-40B4-BE49-F238E27FC236}">
                <a16:creationId xmlns:a16="http://schemas.microsoft.com/office/drawing/2014/main" id="{7221C18D-5754-F22D-33AC-963EC05E997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8331200" y="793048"/>
            <a:ext cx="2888192" cy="4765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782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57027" y="4424859"/>
            <a:ext cx="5213183" cy="576471"/>
          </a:xfrm>
        </p:spPr>
        <p:txBody>
          <a:bodyPr anchor="t" anchorCtr="0"/>
          <a:lstStyle>
            <a:lvl1pPr>
              <a:defRPr sz="4267" b="0" i="0">
                <a:solidFill>
                  <a:srgbClr val="1866AE"/>
                </a:solidFill>
                <a:latin typeface="Montserrat" pitchFamily="2" charset="77"/>
              </a:defRPr>
            </a:lvl1pPr>
          </a:lstStyle>
          <a:p>
            <a:r>
              <a:rPr lang="en-US"/>
              <a:t>Transition Slide</a:t>
            </a:r>
          </a:p>
        </p:txBody>
      </p:sp>
      <p:pic>
        <p:nvPicPr>
          <p:cNvPr id="3" name="Picture 2" descr="A blue rocket with yellow flames&#10;&#10;AI-generated content may be incorrect.">
            <a:extLst>
              <a:ext uri="{FF2B5EF4-FFF2-40B4-BE49-F238E27FC236}">
                <a16:creationId xmlns:a16="http://schemas.microsoft.com/office/drawing/2014/main" id="{7221C18D-5754-F22D-33AC-963EC05E997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8331200" y="793048"/>
            <a:ext cx="2888192" cy="4765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223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EA14F74-9AE4-FE3D-5B7E-FF0B9D75F2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33" b="0" i="0">
              <a:latin typeface="Montserrat" pitchFamily="2" charset="77"/>
            </a:endParaRPr>
          </a:p>
        </p:txBody>
      </p:sp>
      <p:pic>
        <p:nvPicPr>
          <p:cNvPr id="2" name="Picture 1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8F797F84-1016-68FE-191B-45D27B0C45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rcRect l="79031" t="-2797" b="-1"/>
          <a:stretch>
            <a:fillRect/>
          </a:stretch>
        </p:blipFill>
        <p:spPr>
          <a:xfrm>
            <a:off x="7905447" y="934345"/>
            <a:ext cx="2934692" cy="4845921"/>
          </a:xfrm>
          <a:prstGeom prst="rect">
            <a:avLst/>
          </a:prstGeom>
        </p:spPr>
      </p:pic>
      <p:sp>
        <p:nvSpPr>
          <p:cNvPr id="3" name="Title">
            <a:extLst>
              <a:ext uri="{FF2B5EF4-FFF2-40B4-BE49-F238E27FC236}">
                <a16:creationId xmlns:a16="http://schemas.microsoft.com/office/drawing/2014/main" id="{19FDF49E-F19D-7966-5841-E8FE9E5F2A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027" y="4424859"/>
            <a:ext cx="5213183" cy="576471"/>
          </a:xfrm>
        </p:spPr>
        <p:txBody>
          <a:bodyPr anchor="t" anchorCtr="0"/>
          <a:lstStyle>
            <a:lvl1pPr>
              <a:defRPr sz="4267" b="0" i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r>
              <a:rPr lang="en-US"/>
              <a:t>Transition Slide</a:t>
            </a:r>
          </a:p>
        </p:txBody>
      </p:sp>
    </p:spTree>
    <p:extLst>
      <p:ext uri="{BB962C8B-B14F-4D97-AF65-F5344CB8AC3E}">
        <p14:creationId xmlns:p14="http://schemas.microsoft.com/office/powerpoint/2010/main" val="5848439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EA14F74-9AE4-FE3D-5B7E-FF0B9D75F257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33" b="0" i="0">
              <a:latin typeface="Montserrat" pitchFamily="2" charset="77"/>
            </a:endParaRP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22473" y="5343937"/>
            <a:ext cx="7910000" cy="576471"/>
          </a:xfrm>
        </p:spPr>
        <p:txBody>
          <a:bodyPr anchor="t" anchorCtr="0"/>
          <a:lstStyle>
            <a:lvl1pPr>
              <a:defRPr sz="4267" b="0" i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r>
              <a:rPr lang="en-US"/>
              <a:t>Transition Slide</a:t>
            </a:r>
          </a:p>
        </p:txBody>
      </p:sp>
    </p:spTree>
    <p:extLst>
      <p:ext uri="{BB962C8B-B14F-4D97-AF65-F5344CB8AC3E}">
        <p14:creationId xmlns:p14="http://schemas.microsoft.com/office/powerpoint/2010/main" val="6605173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EA14F74-9AE4-FE3D-5B7E-FF0B9D75F2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33" b="0" i="0">
              <a:latin typeface="Montserrat" pitchFamily="2" charset="77"/>
            </a:endParaRPr>
          </a:p>
        </p:txBody>
      </p:sp>
      <p:pic>
        <p:nvPicPr>
          <p:cNvPr id="7" name="Picture 6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53AA51E4-54C5-C3EB-E63C-24DF6CD86D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640838" y="5542513"/>
            <a:ext cx="3331413" cy="1122135"/>
          </a:xfrm>
          <a:prstGeom prst="rect">
            <a:avLst/>
          </a:prstGeom>
        </p:spPr>
      </p:pic>
      <p:sp>
        <p:nvSpPr>
          <p:cNvPr id="8" name="Content Placeholder">
            <a:extLst>
              <a:ext uri="{FF2B5EF4-FFF2-40B4-BE49-F238E27FC236}">
                <a16:creationId xmlns:a16="http://schemas.microsoft.com/office/drawing/2014/main" id="{5F38107C-7728-4558-7E69-FAF1CE2A72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528" y="1219201"/>
            <a:ext cx="11375136" cy="4895447"/>
          </a:xfrm>
        </p:spPr>
        <p:txBody>
          <a:bodyPr>
            <a:normAutofit/>
          </a:bodyPr>
          <a:lstStyle>
            <a:lvl1pPr marL="0" indent="0">
              <a:buClr>
                <a:schemeClr val="tx2"/>
              </a:buClr>
              <a:buFont typeface="Wingdings" charset="2"/>
              <a:buNone/>
              <a:defRPr sz="2133" b="0" i="0">
                <a:solidFill>
                  <a:schemeClr val="bg1"/>
                </a:solidFill>
                <a:latin typeface="Montserrat" pitchFamily="2" charset="77"/>
              </a:defRPr>
            </a:lvl1pPr>
            <a:lvl2pPr marL="365751" indent="-243834">
              <a:buClr>
                <a:schemeClr val="tx2"/>
              </a:buClr>
              <a:buFont typeface="Arial" panose="020B0604020202020204" pitchFamily="34" charset="0"/>
              <a:buChar char="•"/>
              <a:defRPr sz="1867" b="0" i="0">
                <a:solidFill>
                  <a:schemeClr val="bg1"/>
                </a:solidFill>
                <a:latin typeface="Montserrat" pitchFamily="2" charset="77"/>
              </a:defRPr>
            </a:lvl2pPr>
            <a:lvl3pPr marL="731502" indent="-243834">
              <a:buClr>
                <a:schemeClr val="tx2"/>
              </a:buClr>
              <a:buFont typeface="Arial" panose="020B0604020202020204" pitchFamily="34" charset="0"/>
              <a:buChar char="•"/>
              <a:defRPr sz="1600" b="0" i="0">
                <a:solidFill>
                  <a:schemeClr val="bg1"/>
                </a:solidFill>
                <a:latin typeface="Montserrat" pitchFamily="2" charset="77"/>
              </a:defRPr>
            </a:lvl3pPr>
            <a:lvl4pPr marL="1097253" indent="-243834">
              <a:buClr>
                <a:schemeClr val="tx2"/>
              </a:buClr>
              <a:buFont typeface="Arial" panose="020B0604020202020204" pitchFamily="34" charset="0"/>
              <a:buChar char="•"/>
              <a:defRPr sz="1467" b="0" i="0">
                <a:solidFill>
                  <a:schemeClr val="bg1"/>
                </a:solidFill>
                <a:latin typeface="Montserrat" pitchFamily="2" charset="77"/>
              </a:defRPr>
            </a:lvl4pPr>
            <a:lvl5pPr marL="1463003" indent="-243834">
              <a:buClr>
                <a:schemeClr val="tx2"/>
              </a:buClr>
              <a:buFont typeface="Arial" panose="020B0604020202020204" pitchFamily="34" charset="0"/>
              <a:buChar char="•"/>
              <a:defRPr sz="1467" b="0" i="0">
                <a:solidFill>
                  <a:schemeClr val="bg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">
            <a:extLst>
              <a:ext uri="{FF2B5EF4-FFF2-40B4-BE49-F238E27FC236}">
                <a16:creationId xmlns:a16="http://schemas.microsoft.com/office/drawing/2014/main" id="{F8B98C3A-005E-FCC5-F2BE-C72514D32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528" y="438912"/>
            <a:ext cx="11375136" cy="609600"/>
          </a:xfrm>
        </p:spPr>
        <p:txBody>
          <a:bodyPr lIns="0"/>
          <a:lstStyle>
            <a:lvl1pPr>
              <a:defRPr b="0" i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103501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EA14F74-9AE4-FE3D-5B7E-FF0B9D75F2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33" b="0" i="0">
              <a:latin typeface="Montserrat" pitchFamily="2" charset="77"/>
            </a:endParaRPr>
          </a:p>
        </p:txBody>
      </p:sp>
      <p:pic>
        <p:nvPicPr>
          <p:cNvPr id="2" name="Picture 1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8F797F84-1016-68FE-191B-45D27B0C45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79031" t="-2797" b="-1"/>
          <a:stretch>
            <a:fillRect/>
          </a:stretch>
        </p:blipFill>
        <p:spPr>
          <a:xfrm>
            <a:off x="10876040" y="4876801"/>
            <a:ext cx="1076861" cy="1778172"/>
          </a:xfrm>
          <a:prstGeom prst="rect">
            <a:avLst/>
          </a:prstGeom>
        </p:spPr>
      </p:pic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56B42121-3791-88E3-3566-C1D5909E12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528" y="1219201"/>
            <a:ext cx="11375136" cy="4895447"/>
          </a:xfrm>
        </p:spPr>
        <p:txBody>
          <a:bodyPr>
            <a:normAutofit/>
          </a:bodyPr>
          <a:lstStyle>
            <a:lvl1pPr marL="0" indent="0">
              <a:buClr>
                <a:schemeClr val="tx2"/>
              </a:buClr>
              <a:buFont typeface="Wingdings" charset="2"/>
              <a:buNone/>
              <a:defRPr sz="2133" b="0" i="0">
                <a:solidFill>
                  <a:schemeClr val="bg1"/>
                </a:solidFill>
                <a:latin typeface="Montserrat" pitchFamily="2" charset="77"/>
              </a:defRPr>
            </a:lvl1pPr>
            <a:lvl2pPr marL="365751" indent="-243834">
              <a:buClr>
                <a:schemeClr val="tx2"/>
              </a:buClr>
              <a:buFont typeface="Arial" panose="020B0604020202020204" pitchFamily="34" charset="0"/>
              <a:buChar char="•"/>
              <a:defRPr sz="1867" b="0" i="0">
                <a:solidFill>
                  <a:schemeClr val="bg1"/>
                </a:solidFill>
                <a:latin typeface="Montserrat" pitchFamily="2" charset="77"/>
              </a:defRPr>
            </a:lvl2pPr>
            <a:lvl3pPr marL="731502" indent="-243834">
              <a:buClr>
                <a:schemeClr val="tx2"/>
              </a:buClr>
              <a:buFont typeface="Arial" panose="020B0604020202020204" pitchFamily="34" charset="0"/>
              <a:buChar char="•"/>
              <a:defRPr sz="1600" b="0" i="0">
                <a:solidFill>
                  <a:schemeClr val="bg1"/>
                </a:solidFill>
                <a:latin typeface="Montserrat" pitchFamily="2" charset="77"/>
              </a:defRPr>
            </a:lvl3pPr>
            <a:lvl4pPr marL="1097253" indent="-243834">
              <a:buClr>
                <a:schemeClr val="tx2"/>
              </a:buClr>
              <a:buFont typeface="Arial" panose="020B0604020202020204" pitchFamily="34" charset="0"/>
              <a:buChar char="•"/>
              <a:defRPr sz="1467" b="0" i="0">
                <a:solidFill>
                  <a:schemeClr val="bg1"/>
                </a:solidFill>
                <a:latin typeface="Montserrat" pitchFamily="2" charset="77"/>
              </a:defRPr>
            </a:lvl4pPr>
            <a:lvl5pPr marL="1463003" indent="-243834">
              <a:buClr>
                <a:schemeClr val="tx2"/>
              </a:buClr>
              <a:buFont typeface="Arial" panose="020B0604020202020204" pitchFamily="34" charset="0"/>
              <a:buChar char="•"/>
              <a:defRPr sz="1467" b="0" i="0">
                <a:solidFill>
                  <a:schemeClr val="bg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F2F9A820-95BB-FDF9-48A2-DDD11B6C8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528" y="438912"/>
            <a:ext cx="11375136" cy="609600"/>
          </a:xfrm>
        </p:spPr>
        <p:txBody>
          <a:bodyPr lIns="0"/>
          <a:lstStyle>
            <a:lvl1pPr>
              <a:defRPr b="0" i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738127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EA14F74-9AE4-FE3D-5B7E-FF0B9D75F2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33" b="0" i="0">
              <a:latin typeface="Montserrat" pitchFamily="2" charset="77"/>
            </a:endParaRPr>
          </a:p>
        </p:txBody>
      </p:sp>
      <p:pic>
        <p:nvPicPr>
          <p:cNvPr id="2" name="Picture 1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8F797F84-1016-68FE-191B-45D27B0C45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rcRect l="79031" t="-2797" b="-1"/>
          <a:stretch>
            <a:fillRect/>
          </a:stretch>
        </p:blipFill>
        <p:spPr>
          <a:xfrm>
            <a:off x="8098971" y="924669"/>
            <a:ext cx="2934692" cy="4845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7029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8D421C6B-9F5B-4DB8-A455-F9B42A1B546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89" y="6400801"/>
            <a:ext cx="5486313" cy="222249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IBM Consulting / © IBM Corporation</a:t>
            </a:r>
          </a:p>
        </p:txBody>
      </p:sp>
      <p:sp>
        <p:nvSpPr>
          <p:cNvPr id="4" name="Slide Number Placeholder">
            <a:extLst>
              <a:ext uri="{FF2B5EF4-FFF2-40B4-BE49-F238E27FC236}">
                <a16:creationId xmlns:a16="http://schemas.microsoft.com/office/drawing/2014/main" id="{57B4B170-B75A-4566-BD1C-C1A3AC97742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448802" y="6400801"/>
            <a:ext cx="2438309" cy="222249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4">
            <a:extLst>
              <a:ext uri="{FF2B5EF4-FFF2-40B4-BE49-F238E27FC236}">
                <a16:creationId xmlns:a16="http://schemas.microsoft.com/office/drawing/2014/main" id="{0E55ADD0-679D-766C-B0A5-B16098B26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416" y="256032"/>
            <a:ext cx="11606693" cy="860563"/>
          </a:xfr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F18601E-3127-8A99-E91E-5885361C43C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04800" y="1756834"/>
            <a:ext cx="11582400" cy="454448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3108212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3C3C3B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9621" y="1660526"/>
            <a:ext cx="5384800" cy="4296068"/>
          </a:xfrm>
        </p:spPr>
        <p:txBody>
          <a:bodyPr>
            <a:normAutofit/>
          </a:bodyPr>
          <a:lstStyle>
            <a:lvl1pPr marL="0" indent="0">
              <a:buNone/>
              <a:defRPr sz="2667">
                <a:solidFill>
                  <a:srgbClr val="3C3C3B"/>
                </a:solidFill>
              </a:defRPr>
            </a:lvl1pPr>
            <a:lvl2pPr marL="365742" indent="-365742">
              <a:buFont typeface="Arial" panose="020B0604020202020204" pitchFamily="34" charset="0"/>
              <a:buChar char="•"/>
              <a:defRPr sz="2400">
                <a:solidFill>
                  <a:srgbClr val="3C3C3B"/>
                </a:solidFill>
              </a:defRPr>
            </a:lvl2pPr>
            <a:lvl3pPr marL="731484" indent="-365742">
              <a:buFont typeface="Arial" panose="020B0604020202020204" pitchFamily="34" charset="0"/>
              <a:buChar char="•"/>
              <a:defRPr sz="2133">
                <a:solidFill>
                  <a:srgbClr val="3C3C3B"/>
                </a:solidFill>
              </a:defRPr>
            </a:lvl3pPr>
            <a:lvl4pPr marL="1097226" indent="-365742">
              <a:buFont typeface="Arial" panose="020B0604020202020204" pitchFamily="34" charset="0"/>
              <a:buChar char="•"/>
              <a:defRPr sz="1867">
                <a:solidFill>
                  <a:srgbClr val="3C3C3B"/>
                </a:solidFill>
              </a:defRPr>
            </a:lvl4pPr>
            <a:lvl5pPr marL="1462966" indent="-365742">
              <a:buFont typeface="Arial" panose="020B0604020202020204" pitchFamily="34" charset="0"/>
              <a:buChar char="•"/>
              <a:defRPr sz="1867">
                <a:solidFill>
                  <a:srgbClr val="3C3C3B"/>
                </a:solidFill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60526"/>
            <a:ext cx="5384800" cy="4296068"/>
          </a:xfrm>
        </p:spPr>
        <p:txBody>
          <a:bodyPr>
            <a:normAutofit/>
          </a:bodyPr>
          <a:lstStyle>
            <a:lvl1pPr marL="0" indent="0">
              <a:buNone/>
              <a:defRPr sz="2667">
                <a:solidFill>
                  <a:srgbClr val="3C3C3B"/>
                </a:solidFill>
              </a:defRPr>
            </a:lvl1pPr>
            <a:lvl2pPr marL="365742" indent="-365742">
              <a:buFont typeface="Arial" panose="020B0604020202020204" pitchFamily="34" charset="0"/>
              <a:buChar char="•"/>
              <a:defRPr lang="en-US" sz="2400" kern="1200" dirty="0" smtClean="0">
                <a:solidFill>
                  <a:srgbClr val="3C3C3B"/>
                </a:solidFill>
                <a:latin typeface="+mn-lt"/>
                <a:ea typeface="+mn-ea"/>
                <a:cs typeface="+mn-cs"/>
              </a:defRPr>
            </a:lvl2pPr>
            <a:lvl3pPr marL="731484" indent="-365742">
              <a:buFont typeface="Arial" panose="020B0604020202020204" pitchFamily="34" charset="0"/>
              <a:buChar char="•"/>
              <a:defRPr sz="2133">
                <a:solidFill>
                  <a:srgbClr val="3C3C3B"/>
                </a:solidFill>
              </a:defRPr>
            </a:lvl3pPr>
            <a:lvl4pPr marL="1097226" indent="-365742">
              <a:buFont typeface="Arial" panose="020B0604020202020204" pitchFamily="34" charset="0"/>
              <a:buChar char="•"/>
              <a:defRPr sz="1867">
                <a:solidFill>
                  <a:srgbClr val="3C3C3B"/>
                </a:solidFill>
              </a:defRPr>
            </a:lvl4pPr>
            <a:lvl5pPr marL="1462966" indent="-365742">
              <a:buFont typeface="Arial" panose="020B0604020202020204" pitchFamily="34" charset="0"/>
              <a:buChar char="•"/>
              <a:defRPr sz="1867">
                <a:solidFill>
                  <a:srgbClr val="3C3C3B"/>
                </a:solidFill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7355F-22F0-684D-B046-094980D10CE1}" type="datetime1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9B7C6-3FEA-7848-A062-37F8F6368D0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/>
          <p:cNvSpPr txBox="1"/>
          <p:nvPr userDrawn="1"/>
        </p:nvSpPr>
        <p:spPr>
          <a:xfrm>
            <a:off x="10450287" y="-532190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21469111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alf Frame 4">
            <a:extLst>
              <a:ext uri="{FF2B5EF4-FFF2-40B4-BE49-F238E27FC236}">
                <a16:creationId xmlns:a16="http://schemas.microsoft.com/office/drawing/2014/main" id="{6581409C-6125-F298-D37A-31D8253DA6C0}"/>
              </a:ext>
            </a:extLst>
          </p:cNvPr>
          <p:cNvSpPr/>
          <p:nvPr userDrawn="1"/>
        </p:nvSpPr>
        <p:spPr>
          <a:xfrm rot="5400000">
            <a:off x="10427853" y="-341746"/>
            <a:ext cx="1422401" cy="2105894"/>
          </a:xfrm>
          <a:prstGeom prst="halfFrame">
            <a:avLst>
              <a:gd name="adj1" fmla="val 26436"/>
              <a:gd name="adj2" fmla="val 2643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8" name="Half Frame 7">
            <a:extLst>
              <a:ext uri="{FF2B5EF4-FFF2-40B4-BE49-F238E27FC236}">
                <a16:creationId xmlns:a16="http://schemas.microsoft.com/office/drawing/2014/main" id="{1D445B04-5630-FADB-A52F-C02F082ED06B}"/>
              </a:ext>
            </a:extLst>
          </p:cNvPr>
          <p:cNvSpPr/>
          <p:nvPr userDrawn="1"/>
        </p:nvSpPr>
        <p:spPr>
          <a:xfrm rot="16200000">
            <a:off x="341748" y="5093852"/>
            <a:ext cx="1422401" cy="2105894"/>
          </a:xfrm>
          <a:prstGeom prst="halfFrame">
            <a:avLst>
              <a:gd name="adj1" fmla="val 26436"/>
              <a:gd name="adj2" fmla="val 2643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6575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2A91A35-079A-C9FF-D72C-0EDC5BC8C68A}"/>
              </a:ext>
            </a:extLst>
          </p:cNvPr>
          <p:cNvSpPr/>
          <p:nvPr userDrawn="1"/>
        </p:nvSpPr>
        <p:spPr>
          <a:xfrm>
            <a:off x="0" y="6214429"/>
            <a:ext cx="12192000" cy="643572"/>
          </a:xfrm>
          <a:prstGeom prst="rect">
            <a:avLst/>
          </a:prstGeom>
          <a:solidFill>
            <a:srgbClr val="0067A5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33" b="0" i="0">
              <a:latin typeface="Montserrat" pitchFamily="2" charset="77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4527" y="441960"/>
            <a:ext cx="11375136" cy="609600"/>
          </a:xfrm>
          <a:prstGeom prst="rect">
            <a:avLst/>
          </a:prstGeom>
        </p:spPr>
        <p:txBody>
          <a:bodyPr vert="horz" lIns="0" tIns="45720" rIns="91440" bIns="0" rtlCol="0"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528" y="1219201"/>
            <a:ext cx="11375136" cy="4220532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Blue top line"/>
          <p:cNvSpPr/>
          <p:nvPr userDrawn="1"/>
        </p:nvSpPr>
        <p:spPr>
          <a:xfrm flipV="1">
            <a:off x="0" y="-7257"/>
            <a:ext cx="12192000" cy="97535"/>
          </a:xfrm>
          <a:prstGeom prst="rect">
            <a:avLst/>
          </a:prstGeom>
          <a:solidFill>
            <a:srgbClr val="146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33" b="0" i="0" baseline="0">
              <a:solidFill>
                <a:schemeClr val="tx1"/>
              </a:solidFill>
              <a:latin typeface="Montserrat" pitchFamily="2" charset="77"/>
            </a:endParaRPr>
          </a:p>
        </p:txBody>
      </p:sp>
      <p:sp>
        <p:nvSpPr>
          <p:cNvPr id="17" name="Green top line"/>
          <p:cNvSpPr/>
          <p:nvPr userDrawn="1"/>
        </p:nvSpPr>
        <p:spPr>
          <a:xfrm flipV="1">
            <a:off x="0" y="0"/>
            <a:ext cx="12192000" cy="36576"/>
          </a:xfrm>
          <a:prstGeom prst="rect">
            <a:avLst/>
          </a:prstGeom>
          <a:solidFill>
            <a:srgbClr val="8DC63F"/>
          </a:solidFill>
          <a:ln>
            <a:solidFill>
              <a:srgbClr val="8EBB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33" b="0" i="0" baseline="0">
              <a:solidFill>
                <a:schemeClr val="tx1"/>
              </a:solidFill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90278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96" r:id="rId24"/>
    <p:sldLayoutId id="2147483697" r:id="rId25"/>
    <p:sldLayoutId id="2147483698" r:id="rId26"/>
  </p:sldLayoutIdLst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  <p:hf hdr="0" ftr="0" dt="0"/>
  <p:txStyles>
    <p:titleStyle>
      <a:lvl1pPr algn="l" defTabSz="609585" rtl="0" eaLnBrk="1" latinLnBrk="0" hangingPunct="1">
        <a:lnSpc>
          <a:spcPct val="90000"/>
        </a:lnSpc>
        <a:spcBef>
          <a:spcPct val="0"/>
        </a:spcBef>
        <a:buNone/>
        <a:defRPr sz="3200" b="0" i="0" kern="1200" baseline="0">
          <a:solidFill>
            <a:srgbClr val="1866AE"/>
          </a:solidFill>
          <a:latin typeface="Montserrat" pitchFamily="2" charset="77"/>
          <a:ea typeface="+mj-ea"/>
          <a:cs typeface="+mj-cs"/>
        </a:defRPr>
      </a:lvl1pPr>
    </p:titleStyle>
    <p:bodyStyle>
      <a:lvl1pPr marL="0" indent="0" algn="l" defTabSz="609585" rtl="0" eaLnBrk="1" latinLnBrk="0" hangingPunct="1">
        <a:spcBef>
          <a:spcPct val="20000"/>
        </a:spcBef>
        <a:buClr>
          <a:schemeClr val="tx2"/>
        </a:buClr>
        <a:buFont typeface="Wingdings" charset="2"/>
        <a:buNone/>
        <a:defRPr sz="2133" b="0" i="0" kern="1200" baseline="0">
          <a:solidFill>
            <a:srgbClr val="000000"/>
          </a:solidFill>
          <a:latin typeface="Montserrat" pitchFamily="2" charset="77"/>
          <a:ea typeface="+mn-ea"/>
          <a:cs typeface="+mn-cs"/>
        </a:defRPr>
      </a:lvl1pPr>
      <a:lvl2pPr marL="365751" indent="-243834" algn="l" defTabSz="609585" rtl="0" eaLnBrk="1" latinLnBrk="0" hangingPunct="1">
        <a:spcBef>
          <a:spcPts val="448"/>
        </a:spcBef>
        <a:buClr>
          <a:schemeClr val="tx2"/>
        </a:buClr>
        <a:buFont typeface="Arial" panose="020B0604020202020204" pitchFamily="34" charset="0"/>
        <a:buChar char="•"/>
        <a:defRPr sz="1867" b="0" i="0" kern="1200" baseline="0">
          <a:solidFill>
            <a:srgbClr val="000000"/>
          </a:solidFill>
          <a:latin typeface="Montserrat" pitchFamily="2" charset="77"/>
          <a:ea typeface="+mn-ea"/>
          <a:cs typeface="+mn-cs"/>
        </a:defRPr>
      </a:lvl2pPr>
      <a:lvl3pPr marL="731502" indent="-243834" algn="l" defTabSz="609585" rtl="0" eaLnBrk="1" latinLnBrk="0" hangingPunct="1">
        <a:spcBef>
          <a:spcPts val="448"/>
        </a:spcBef>
        <a:buClr>
          <a:schemeClr val="tx2"/>
        </a:buClr>
        <a:buFont typeface="Arial" panose="020B0604020202020204" pitchFamily="34" charset="0"/>
        <a:buChar char="•"/>
        <a:defRPr sz="1600" b="0" i="0" kern="1200" baseline="0">
          <a:solidFill>
            <a:srgbClr val="000000"/>
          </a:solidFill>
          <a:latin typeface="Montserrat" pitchFamily="2" charset="77"/>
          <a:ea typeface="+mn-ea"/>
          <a:cs typeface="+mn-cs"/>
        </a:defRPr>
      </a:lvl3pPr>
      <a:lvl4pPr marL="1097253" indent="-243834" algn="l" defTabSz="609585" rtl="0" eaLnBrk="1" latinLnBrk="0" hangingPunct="1">
        <a:spcBef>
          <a:spcPts val="448"/>
        </a:spcBef>
        <a:buClr>
          <a:schemeClr val="tx2"/>
        </a:buClr>
        <a:buFont typeface="Arial" panose="020B0604020202020204" pitchFamily="34" charset="0"/>
        <a:buChar char="•"/>
        <a:defRPr sz="1467" b="0" i="0" kern="1200" baseline="0">
          <a:solidFill>
            <a:srgbClr val="000000"/>
          </a:solidFill>
          <a:latin typeface="Montserrat" pitchFamily="2" charset="77"/>
          <a:ea typeface="+mn-ea"/>
          <a:cs typeface="+mn-cs"/>
        </a:defRPr>
      </a:lvl4pPr>
      <a:lvl5pPr marL="1463003" indent="-243834" algn="l" defTabSz="609585" rtl="0" eaLnBrk="1" latinLnBrk="0" hangingPunct="1">
        <a:spcBef>
          <a:spcPts val="448"/>
        </a:spcBef>
        <a:buClr>
          <a:schemeClr val="tx2"/>
        </a:buClr>
        <a:buFont typeface="Arial" panose="020B0604020202020204" pitchFamily="34" charset="0"/>
        <a:buChar char="•"/>
        <a:defRPr sz="1467" b="0" i="0" kern="1200" baseline="0">
          <a:solidFill>
            <a:srgbClr val="000000"/>
          </a:solidFill>
          <a:latin typeface="Montserrat" pitchFamily="2" charset="77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val="F26B43"/>
          </p15:clr>
        </p15:guide>
        <p15:guide id="2" pos="5760">
          <p15:clr>
            <a:srgbClr val="F26B43"/>
          </p15:clr>
        </p15:guide>
        <p15:guide id="3" pos="190">
          <p15:clr>
            <a:srgbClr val="F26B43"/>
          </p15:clr>
        </p15:guide>
        <p15:guide id="4" pos="1983">
          <p15:clr>
            <a:srgbClr val="F26B43"/>
          </p15:clr>
        </p15:guide>
        <p15:guide id="5" pos="3776">
          <p15:clr>
            <a:srgbClr val="F26B43"/>
          </p15:clr>
        </p15:guide>
        <p15:guide id="6" pos="5569">
          <p15:clr>
            <a:srgbClr val="F26B43"/>
          </p15:clr>
        </p15:guide>
        <p15:guide id="7" orient="horz">
          <p15:clr>
            <a:srgbClr val="F26B43"/>
          </p15:clr>
        </p15:guide>
        <p15:guide id="8" orient="horz" pos="3240">
          <p15:clr>
            <a:srgbClr val="F26B43"/>
          </p15:clr>
        </p15:guide>
        <p15:guide id="9" orient="horz" pos="190">
          <p15:clr>
            <a:srgbClr val="F26B43"/>
          </p15:clr>
        </p15:guide>
        <p15:guide id="10" orient="horz" pos="1158">
          <p15:clr>
            <a:srgbClr val="F26B43"/>
          </p15:clr>
        </p15:guide>
        <p15:guide id="11" orient="horz" pos="2127">
          <p15:clr>
            <a:srgbClr val="F26B43"/>
          </p15:clr>
        </p15:guide>
        <p15:guide id="12" orient="horz" pos="3095">
          <p15:clr>
            <a:srgbClr val="F26B43"/>
          </p15:clr>
        </p15:guide>
        <p15:guide id="13" pos="5376">
          <p15:clr>
            <a:srgbClr val="F26B43"/>
          </p15:clr>
        </p15:guide>
        <p15:guide id="14" orient="horz" pos="5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7FFFFFF0_1996B2E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microsoft.com/office/2018/10/relationships/comments" Target="../comments/modernComment_7FFFFFFB_C04DA8FA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F2460-6DBE-619C-CA11-2645AAEBF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1A08FD6-7E06-AEC4-FC0F-CD07B69918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4008" y="1270659"/>
            <a:ext cx="11705493" cy="3272557"/>
          </a:xfrm>
        </p:spPr>
        <p:txBody>
          <a:bodyPr/>
          <a:lstStyle/>
          <a:p>
            <a:r>
              <a:rPr lang="en-US" sz="4250">
                <a:latin typeface="Montserrat"/>
              </a:rPr>
              <a:t>Manage Contact History </a:t>
            </a:r>
            <a:br>
              <a:rPr lang="en-US" sz="4250">
                <a:latin typeface="Montserrat"/>
              </a:rPr>
            </a:br>
            <a:r>
              <a:rPr lang="en-US" sz="4250">
                <a:latin typeface="Montserrat"/>
              </a:rPr>
              <a:t>Workshop A-1</a:t>
            </a:r>
            <a:br>
              <a:rPr lang="en-US" sz="4250">
                <a:latin typeface="Montserrat"/>
              </a:rPr>
            </a:br>
            <a:br>
              <a:rPr lang="en-US" sz="4250">
                <a:latin typeface="Montserrat"/>
              </a:rPr>
            </a:br>
            <a:r>
              <a:rPr lang="en-US" sz="2800" b="1">
                <a:latin typeface="Montserrat"/>
              </a:rPr>
              <a:t>Jose Diaz and Mohanta Das</a:t>
            </a:r>
            <a:br>
              <a:rPr lang="en-US" sz="2800">
                <a:latin typeface="Montserrat"/>
              </a:rPr>
            </a:br>
            <a:r>
              <a:rPr lang="en-US" sz="2800">
                <a:latin typeface="Montserrat"/>
              </a:rPr>
              <a:t>6/23/26</a:t>
            </a:r>
            <a:endParaRPr lang="en-US" sz="2800" b="1"/>
          </a:p>
        </p:txBody>
      </p:sp>
    </p:spTree>
    <p:extLst>
      <p:ext uri="{BB962C8B-B14F-4D97-AF65-F5344CB8AC3E}">
        <p14:creationId xmlns:p14="http://schemas.microsoft.com/office/powerpoint/2010/main" val="38522944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2789fbb2d8_0_389"/>
          <p:cNvSpPr txBox="1">
            <a:spLocks noGrp="1"/>
          </p:cNvSpPr>
          <p:nvPr>
            <p:ph type="title"/>
          </p:nvPr>
        </p:nvSpPr>
        <p:spPr>
          <a:xfrm>
            <a:off x="268516" y="412769"/>
            <a:ext cx="11375136" cy="609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60933" rIns="121900" bIns="0" rtlCol="0" anchor="b" anchorCtr="0">
            <a:noAutofit/>
          </a:bodyPr>
          <a:lstStyle/>
          <a:p>
            <a:pPr>
              <a:spcBef>
                <a:spcPts val="0"/>
              </a:spcBef>
              <a:buClr>
                <a:srgbClr val="1866AE"/>
              </a:buClr>
              <a:buSzPts val="3200"/>
            </a:pPr>
            <a:r>
              <a:rPr lang="en-US" sz="2800" b="1">
                <a:latin typeface="Montserrat"/>
              </a:rPr>
              <a:t>Overarching Design Principles</a:t>
            </a:r>
          </a:p>
        </p:txBody>
      </p:sp>
      <p:sp>
        <p:nvSpPr>
          <p:cNvPr id="410" name="Google Shape;410;g32789fbb2d8_0_389"/>
          <p:cNvSpPr txBox="1">
            <a:spLocks noGrp="1"/>
          </p:cNvSpPr>
          <p:nvPr>
            <p:ph type="sldNum" idx="4294967295"/>
          </p:nvPr>
        </p:nvSpPr>
        <p:spPr>
          <a:xfrm>
            <a:off x="11582400" y="6316133"/>
            <a:ext cx="609600" cy="366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b" anchorCtr="0">
            <a:noAutofit/>
          </a:bodyPr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fld id="{00000000-1234-1234-1234-123412341234}" type="slidenum">
              <a:rPr kumimoji="0" lang="en-US" sz="1067" b="0" i="0" u="none" strike="noStrike" kern="0" cap="none" spc="0" normalizeH="0" baseline="0" noProof="0">
                <a:ln>
                  <a:noFill/>
                </a:ln>
                <a:solidFill>
                  <a:srgbClr val="FFFEFE"/>
                </a:solidFill>
                <a:effectLst/>
                <a:uLnTx/>
                <a:uFillTx/>
                <a:latin typeface="Montserrat"/>
                <a:ea typeface="+mn-ea"/>
                <a:cs typeface="Arial"/>
                <a:sym typeface="Montserrat"/>
              </a:rPr>
              <a:pPr marL="0" marR="0" lvl="0" indent="0" algn="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t>2</a:t>
            </a:fld>
            <a:endParaRPr kumimoji="0" sz="1067" b="0" i="0" u="none" strike="noStrike" kern="0" cap="none" spc="0" normalizeH="0" baseline="0" noProof="0">
              <a:ln>
                <a:noFill/>
              </a:ln>
              <a:solidFill>
                <a:srgbClr val="FFFEFE"/>
              </a:solidFill>
              <a:effectLst/>
              <a:uLnTx/>
              <a:uFillTx/>
              <a:latin typeface="Montserrat"/>
              <a:ea typeface="+mn-ea"/>
              <a:cs typeface="Arial"/>
              <a:sym typeface="Montserrat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ABB7B8B-CC49-D365-0378-CE28117D9C6F}"/>
              </a:ext>
            </a:extLst>
          </p:cNvPr>
          <p:cNvGrpSpPr/>
          <p:nvPr/>
        </p:nvGrpSpPr>
        <p:grpSpPr>
          <a:xfrm>
            <a:off x="257027" y="4480549"/>
            <a:ext cx="5765213" cy="1492901"/>
            <a:chOff x="142638" y="2224199"/>
            <a:chExt cx="4323909" cy="1119676"/>
          </a:xfrm>
        </p:grpSpPr>
        <p:sp>
          <p:nvSpPr>
            <p:cNvPr id="407" name="Google Shape;407;g32789fbb2d8_0_389"/>
            <p:cNvSpPr txBox="1"/>
            <p:nvPr/>
          </p:nvSpPr>
          <p:spPr>
            <a:xfrm>
              <a:off x="1166753" y="2719097"/>
              <a:ext cx="3267641" cy="5539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45700" rIns="91433" bIns="45700" anchor="t" anchorCtr="0">
              <a:sp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Tx/>
                <a:buNone/>
                <a:tabLst/>
                <a:defRPr sz="1200">
                  <a:latin typeface="Montserrat"/>
                </a:defRPr>
              </a:pPr>
              <a:r>
                <a:rPr kumimoji="0" lang="en-US" sz="1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 panose="00000500000000000000" pitchFamily="2" charset="0"/>
                  <a:ea typeface="Nunito"/>
                  <a:cs typeface="Nunito"/>
                  <a:sym typeface="Nunito"/>
                </a:rPr>
                <a:t>We will </a:t>
              </a: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 panose="00000500000000000000" pitchFamily="2" charset="0"/>
                  <a:ea typeface="Nunito"/>
                  <a:cs typeface="Nunito"/>
                  <a:sym typeface="Nunito"/>
                </a:rPr>
                <a:t>minimize customizations and keep the core clean</a:t>
              </a:r>
              <a:r>
                <a:rPr kumimoji="0" lang="en-US" sz="1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 panose="00000500000000000000" pitchFamily="2" charset="0"/>
                  <a:ea typeface="Nunito"/>
                  <a:cs typeface="Nunito"/>
                  <a:sym typeface="Nunito"/>
                </a:rPr>
                <a:t> to ease future upgrades, improving agility and scalability.</a:t>
              </a:r>
              <a:endPara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ea typeface="Nunito"/>
                <a:cs typeface="Nunito"/>
                <a:sym typeface="Arial"/>
              </a:endParaRPr>
            </a:p>
          </p:txBody>
        </p:sp>
        <p:sp>
          <p:nvSpPr>
            <p:cNvPr id="408" name="Google Shape;408;g32789fbb2d8_0_389"/>
            <p:cNvSpPr/>
            <p:nvPr/>
          </p:nvSpPr>
          <p:spPr>
            <a:xfrm>
              <a:off x="1198906" y="2224199"/>
              <a:ext cx="3267641" cy="1119623"/>
            </a:xfrm>
            <a:prstGeom prst="rect">
              <a:avLst/>
            </a:prstGeom>
            <a:noFill/>
            <a:ln w="19050" cap="flat" cmpd="sng">
              <a:solidFill>
                <a:srgbClr val="0067A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91433" rIns="91433" bIns="91433" anchor="t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Tx/>
                <a:buNone/>
                <a:tabLst/>
                <a:defRPr/>
              </a:pPr>
              <a:endParaRPr kumimoji="0" sz="2000" b="0" i="0" u="none" strike="noStrike" kern="0" cap="none" spc="0" normalizeH="0" baseline="0" noProof="0">
                <a:ln>
                  <a:noFill/>
                </a:ln>
                <a:solidFill>
                  <a:srgbClr val="454947"/>
                </a:solidFill>
                <a:effectLst/>
                <a:uLnTx/>
                <a:uFillTx/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409" name="Google Shape;409;g32789fbb2d8_0_389"/>
            <p:cNvSpPr/>
            <p:nvPr/>
          </p:nvSpPr>
          <p:spPr>
            <a:xfrm>
              <a:off x="142638" y="2224199"/>
              <a:ext cx="1045800" cy="1119676"/>
            </a:xfrm>
            <a:prstGeom prst="rect">
              <a:avLst/>
            </a:prstGeom>
            <a:solidFill>
              <a:srgbClr val="0067A4"/>
            </a:solidFill>
            <a:ln w="19050" cap="flat" cmpd="sng">
              <a:solidFill>
                <a:srgbClr val="0067A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" name="Google Shape;417;g32789fbb2d8_0_389">
              <a:extLst>
                <a:ext uri="{FF2B5EF4-FFF2-40B4-BE49-F238E27FC236}">
                  <a16:creationId xmlns:a16="http://schemas.microsoft.com/office/drawing/2014/main" id="{41D41366-DF01-1768-218C-4C7589718121}"/>
                </a:ext>
              </a:extLst>
            </p:cNvPr>
            <p:cNvSpPr/>
            <p:nvPr/>
          </p:nvSpPr>
          <p:spPr>
            <a:xfrm>
              <a:off x="1188438" y="2233595"/>
              <a:ext cx="3267751" cy="361721"/>
            </a:xfrm>
            <a:prstGeom prst="rect">
              <a:avLst/>
            </a:prstGeom>
            <a:solidFill>
              <a:srgbClr val="0067A4"/>
            </a:solidFill>
            <a:ln w="19050" cap="flat" cmpd="sng">
              <a:solidFill>
                <a:srgbClr val="0067A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91433" rIns="91433" bIns="91433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Tx/>
                <a:buNone/>
                <a:tabLst/>
                <a:defRPr sz="1200">
                  <a:latin typeface="Montserrat"/>
                </a:defRPr>
              </a:pPr>
              <a:r>
                <a:rPr kumimoji="0" lang="en-GB" sz="1600" b="1" i="0" u="none" strike="noStrike" kern="0" cap="none" spc="0" normalizeH="0" baseline="0" noProof="0">
                  <a:ln>
                    <a:noFill/>
                  </a:ln>
                  <a:solidFill>
                    <a:srgbClr val="FFFEFE"/>
                  </a:solidFill>
                  <a:effectLst/>
                  <a:uLnTx/>
                  <a:uFillTx/>
                  <a:latin typeface="Montserrat"/>
                  <a:ea typeface="Nunito"/>
                  <a:cs typeface="Nunito"/>
                  <a:sym typeface="Nunito"/>
                </a:rPr>
                <a:t>Minimize customizations</a:t>
              </a:r>
              <a:endParaRPr lang="en-US" sz="1600" b="1" i="0" u="none" strike="noStrike" kern="0" cap="none" spc="0" normalizeH="0" baseline="0" noProof="0">
                <a:ln>
                  <a:noFill/>
                </a:ln>
                <a:solidFill>
                  <a:srgbClr val="FFFEFE"/>
                </a:solidFill>
                <a:effectLst/>
                <a:uLnTx/>
                <a:uFillTx/>
                <a:latin typeface="Montserrat"/>
                <a:ea typeface="Nunito"/>
                <a:cs typeface="Nunito"/>
              </a:endParaRPr>
            </a:p>
          </p:txBody>
        </p:sp>
        <p:pic>
          <p:nvPicPr>
            <p:cNvPr id="430" name="Google Shape;430;g32789fbb2d8_0_389" descr="Gears outline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07931" y="2376197"/>
              <a:ext cx="685800" cy="6858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3B18C77-C996-6AF4-3C3E-7E4E1642FBB4}"/>
              </a:ext>
            </a:extLst>
          </p:cNvPr>
          <p:cNvGrpSpPr/>
          <p:nvPr/>
        </p:nvGrpSpPr>
        <p:grpSpPr>
          <a:xfrm>
            <a:off x="6258375" y="4495995"/>
            <a:ext cx="5766069" cy="1457100"/>
            <a:chOff x="4684200" y="2235351"/>
            <a:chExt cx="4324552" cy="1092826"/>
          </a:xfrm>
        </p:grpSpPr>
        <p:sp>
          <p:nvSpPr>
            <p:cNvPr id="9" name="Google Shape;407;g32789fbb2d8_0_389">
              <a:extLst>
                <a:ext uri="{FF2B5EF4-FFF2-40B4-BE49-F238E27FC236}">
                  <a16:creationId xmlns:a16="http://schemas.microsoft.com/office/drawing/2014/main" id="{9DC1BFDA-BBBE-D3AA-D906-721A4B227937}"/>
                </a:ext>
              </a:extLst>
            </p:cNvPr>
            <p:cNvSpPr txBox="1"/>
            <p:nvPr/>
          </p:nvSpPr>
          <p:spPr>
            <a:xfrm>
              <a:off x="5716044" y="2582308"/>
              <a:ext cx="3292708" cy="71555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33" tIns="45700" rIns="91433" bIns="45700" anchor="t" anchorCtr="0">
              <a:sp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Tx/>
                <a:buNone/>
                <a:tabLst/>
                <a:defRPr sz="1200">
                  <a:latin typeface="Montserrat"/>
                </a:defRPr>
              </a:pPr>
              <a:r>
                <a:rPr kumimoji="0" lang="en-US" sz="1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/>
                  <a:ea typeface="Nunito"/>
                  <a:cs typeface="Nunito"/>
                  <a:sym typeface="Nunito"/>
                </a:rPr>
                <a:t>Non-SAP applications </a:t>
              </a: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/>
                  <a:ea typeface="Nunito"/>
                  <a:cs typeface="Nunito"/>
                  <a:sym typeface="Nunito"/>
                </a:rPr>
                <a:t>will only be considered </a:t>
              </a:r>
              <a:r>
                <a:rPr kumimoji="0" lang="en-US" sz="1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/>
                  <a:ea typeface="Nunito"/>
                  <a:cs typeface="Nunito"/>
                  <a:sym typeface="Nunito"/>
                </a:rPr>
                <a:t>if they are considered ‘best of breed’ and are necessary to </a:t>
              </a: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/>
                  <a:ea typeface="Nunito"/>
                  <a:cs typeface="Nunito"/>
                  <a:sym typeface="Nunito"/>
                </a:rPr>
                <a:t>enable competitive advantage or meet complex regulatory requirements.</a:t>
              </a:r>
              <a:endParaRPr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Nunito"/>
                <a:cs typeface="Nunito"/>
              </a:endParaRPr>
            </a:p>
          </p:txBody>
        </p:sp>
        <p:sp>
          <p:nvSpPr>
            <p:cNvPr id="10" name="Google Shape;408;g32789fbb2d8_0_389">
              <a:extLst>
                <a:ext uri="{FF2B5EF4-FFF2-40B4-BE49-F238E27FC236}">
                  <a16:creationId xmlns:a16="http://schemas.microsoft.com/office/drawing/2014/main" id="{8F90BB64-A06C-6838-C906-C7141DC97498}"/>
                </a:ext>
              </a:extLst>
            </p:cNvPr>
            <p:cNvSpPr/>
            <p:nvPr/>
          </p:nvSpPr>
          <p:spPr>
            <a:xfrm>
              <a:off x="5740151" y="2242927"/>
              <a:ext cx="3267640" cy="1085250"/>
            </a:xfrm>
            <a:prstGeom prst="rect">
              <a:avLst/>
            </a:prstGeom>
            <a:noFill/>
            <a:ln w="19050" cap="flat" cmpd="sng">
              <a:solidFill>
                <a:srgbClr val="0067A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91433" rIns="91433" bIns="91433" anchor="t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Tx/>
                <a:buNone/>
                <a:tabLst/>
                <a:defRPr/>
              </a:pPr>
              <a:endParaRPr kumimoji="0" b="0" i="0" u="none" strike="noStrike" kern="0" cap="none" spc="0" normalizeH="0" baseline="0" noProof="0">
                <a:ln>
                  <a:noFill/>
                </a:ln>
                <a:solidFill>
                  <a:srgbClr val="454947"/>
                </a:solidFill>
                <a:effectLst/>
                <a:uLnTx/>
                <a:uFillTx/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414" name="Google Shape;414;g32789fbb2d8_0_389"/>
            <p:cNvSpPr/>
            <p:nvPr/>
          </p:nvSpPr>
          <p:spPr>
            <a:xfrm>
              <a:off x="4684200" y="2235351"/>
              <a:ext cx="1045800" cy="1092825"/>
            </a:xfrm>
            <a:prstGeom prst="rect">
              <a:avLst/>
            </a:prstGeom>
            <a:solidFill>
              <a:srgbClr val="0067A4"/>
            </a:solidFill>
            <a:ln w="19050" cap="flat" cmpd="sng">
              <a:solidFill>
                <a:srgbClr val="0067A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Tx/>
                <a:buNone/>
                <a:tabLst/>
                <a:defRPr/>
              </a:pPr>
              <a:endParaRPr kumimoji="0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417;g32789fbb2d8_0_389">
              <a:extLst>
                <a:ext uri="{FF2B5EF4-FFF2-40B4-BE49-F238E27FC236}">
                  <a16:creationId xmlns:a16="http://schemas.microsoft.com/office/drawing/2014/main" id="{4589EB17-6120-C3B2-A307-D429542D1035}"/>
                </a:ext>
              </a:extLst>
            </p:cNvPr>
            <p:cNvSpPr/>
            <p:nvPr/>
          </p:nvSpPr>
          <p:spPr>
            <a:xfrm>
              <a:off x="5740040" y="2235351"/>
              <a:ext cx="3267751" cy="361721"/>
            </a:xfrm>
            <a:prstGeom prst="rect">
              <a:avLst/>
            </a:prstGeom>
            <a:solidFill>
              <a:srgbClr val="0067A4"/>
            </a:solidFill>
            <a:ln w="19050" cap="flat" cmpd="sng">
              <a:solidFill>
                <a:srgbClr val="0067A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91433" rIns="91433" bIns="91433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Tx/>
                <a:buNone/>
                <a:tabLst/>
                <a:defRPr sz="1200">
                  <a:latin typeface="Montserrat"/>
                </a:defRPr>
              </a:pPr>
              <a:r>
                <a:rPr kumimoji="0" lang="en-GB" sz="1600" b="1" i="0" u="none" strike="noStrike" kern="0" cap="none" spc="0" normalizeH="0" baseline="0" noProof="0">
                  <a:ln>
                    <a:noFill/>
                  </a:ln>
                  <a:solidFill>
                    <a:srgbClr val="FFFEFE"/>
                  </a:solidFill>
                  <a:effectLst/>
                  <a:uLnTx/>
                  <a:uFillTx/>
                  <a:latin typeface="Montserrat"/>
                  <a:ea typeface="Nunito"/>
                  <a:cs typeface="Nunito"/>
                  <a:sym typeface="Nunito"/>
                </a:rPr>
                <a:t>‘Best of Breed’ by exception</a:t>
              </a:r>
              <a:endParaRPr lang="en-US" sz="1600" b="1" i="0" u="none" strike="noStrike" kern="0" cap="none" spc="0" normalizeH="0" baseline="0" noProof="0">
                <a:ln>
                  <a:noFill/>
                </a:ln>
                <a:solidFill>
                  <a:srgbClr val="FFFEFE"/>
                </a:solidFill>
                <a:effectLst/>
                <a:uLnTx/>
                <a:uFillTx/>
                <a:latin typeface="Montserrat"/>
                <a:ea typeface="Nunito"/>
                <a:cs typeface="Nunito"/>
              </a:endParaRPr>
            </a:p>
          </p:txBody>
        </p:sp>
        <p:pic>
          <p:nvPicPr>
            <p:cNvPr id="431" name="Google Shape;431;g32789fbb2d8_0_389" descr="Clipboard Badge with solid fill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857222" y="2376150"/>
              <a:ext cx="685800" cy="6858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B17FF38-FB3B-AE05-2E09-63D1AD5DCA28}"/>
              </a:ext>
            </a:extLst>
          </p:cNvPr>
          <p:cNvGrpSpPr/>
          <p:nvPr/>
        </p:nvGrpSpPr>
        <p:grpSpPr>
          <a:xfrm>
            <a:off x="265344" y="2853848"/>
            <a:ext cx="5760893" cy="1494064"/>
            <a:chOff x="148875" y="977333"/>
            <a:chExt cx="4320670" cy="1120548"/>
          </a:xfrm>
        </p:grpSpPr>
        <p:sp>
          <p:nvSpPr>
            <p:cNvPr id="417" name="Google Shape;417;g32789fbb2d8_0_389"/>
            <p:cNvSpPr/>
            <p:nvPr/>
          </p:nvSpPr>
          <p:spPr>
            <a:xfrm>
              <a:off x="1198235" y="1253012"/>
              <a:ext cx="3267750" cy="844638"/>
            </a:xfrm>
            <a:prstGeom prst="rect">
              <a:avLst/>
            </a:prstGeom>
            <a:noFill/>
            <a:ln w="19050" cap="flat" cmpd="sng">
              <a:solidFill>
                <a:srgbClr val="0067A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91433" rIns="91433" bIns="91433" anchor="t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Tx/>
                <a:buNone/>
                <a:tabLst/>
                <a:defRPr/>
              </a:pPr>
              <a:endParaRPr kumimoji="0" sz="2000" b="0" i="0" u="none" strike="noStrike" kern="0" cap="none" spc="0" normalizeH="0" baseline="0" noProof="0">
                <a:ln>
                  <a:noFill/>
                </a:ln>
                <a:solidFill>
                  <a:srgbClr val="454947"/>
                </a:solidFill>
                <a:effectLst/>
                <a:uLnTx/>
                <a:uFillTx/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418" name="Google Shape;418;g32789fbb2d8_0_389"/>
            <p:cNvSpPr txBox="1"/>
            <p:nvPr/>
          </p:nvSpPr>
          <p:spPr>
            <a:xfrm>
              <a:off x="1177486" y="1452484"/>
              <a:ext cx="3267579" cy="5539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45700" rIns="91433" bIns="45700" anchor="t" anchorCtr="0">
              <a:sp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Tx/>
                <a:buNone/>
                <a:tabLst/>
                <a:defRPr sz="1200">
                  <a:latin typeface="Montserrat"/>
                </a:defRPr>
              </a:pPr>
              <a:r>
                <a:rPr kumimoji="0" lang="en-US" sz="1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 panose="00000500000000000000" pitchFamily="2" charset="0"/>
                  <a:ea typeface="Nunito"/>
                  <a:cs typeface="Nunito"/>
                  <a:sym typeface="Nunito"/>
                </a:rPr>
                <a:t>We will </a:t>
              </a: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 panose="00000500000000000000" pitchFamily="2" charset="0"/>
                  <a:ea typeface="Nunito"/>
                  <a:cs typeface="Nunito"/>
                  <a:sym typeface="Nunito"/>
                </a:rPr>
                <a:t>change and adapt our existing business processes to fit to standard</a:t>
              </a:r>
              <a:r>
                <a:rPr kumimoji="0" lang="en-US" sz="1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 panose="00000500000000000000" pitchFamily="2" charset="0"/>
                  <a:ea typeface="Nunito"/>
                  <a:cs typeface="Nunito"/>
                  <a:sym typeface="Nunito"/>
                </a:rPr>
                <a:t> ‘out of the box’ functionality.</a:t>
              </a:r>
              <a:endPara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ea typeface="Nunito"/>
                <a:cs typeface="Nunito"/>
                <a:sym typeface="Arial"/>
              </a:endParaRPr>
            </a:p>
          </p:txBody>
        </p:sp>
        <p:sp>
          <p:nvSpPr>
            <p:cNvPr id="4" name="Google Shape;417;g32789fbb2d8_0_389">
              <a:extLst>
                <a:ext uri="{FF2B5EF4-FFF2-40B4-BE49-F238E27FC236}">
                  <a16:creationId xmlns:a16="http://schemas.microsoft.com/office/drawing/2014/main" id="{8D41AEF2-1070-0073-A19C-3DEBFCB3F678}"/>
                </a:ext>
              </a:extLst>
            </p:cNvPr>
            <p:cNvSpPr/>
            <p:nvPr/>
          </p:nvSpPr>
          <p:spPr>
            <a:xfrm>
              <a:off x="1204774" y="977333"/>
              <a:ext cx="3264771" cy="361721"/>
            </a:xfrm>
            <a:prstGeom prst="rect">
              <a:avLst/>
            </a:prstGeom>
            <a:solidFill>
              <a:srgbClr val="0067A4"/>
            </a:solidFill>
            <a:ln w="19050" cap="flat" cmpd="sng">
              <a:solidFill>
                <a:srgbClr val="0067A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91433" rIns="91433" bIns="91433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Tx/>
                <a:buNone/>
                <a:tabLst/>
                <a:defRPr sz="1200">
                  <a:latin typeface="Montserrat"/>
                </a:defRPr>
              </a:pPr>
              <a:r>
                <a:rPr kumimoji="0" lang="en-GB" sz="1600" b="1" i="0" u="none" strike="noStrike" kern="0" cap="none" spc="0" normalizeH="0" baseline="0" noProof="0">
                  <a:ln>
                    <a:noFill/>
                  </a:ln>
                  <a:solidFill>
                    <a:srgbClr val="FFFEFE"/>
                  </a:solidFill>
                  <a:effectLst/>
                  <a:uLnTx/>
                  <a:uFillTx/>
                  <a:latin typeface="Montserrat"/>
                  <a:ea typeface="Nunito"/>
                  <a:cs typeface="Nunito"/>
                  <a:sym typeface="Nunito"/>
                </a:rPr>
                <a:t>Fit to Standard</a:t>
              </a:r>
              <a:endParaRPr lang="en-US" sz="1600" b="1" i="0" u="none" strike="noStrike" kern="0" cap="none" spc="0" normalizeH="0" baseline="0" noProof="0">
                <a:ln>
                  <a:noFill/>
                </a:ln>
                <a:solidFill>
                  <a:srgbClr val="FFFEFE"/>
                </a:solidFill>
                <a:effectLst/>
                <a:uLnTx/>
                <a:uFillTx/>
                <a:latin typeface="Montserrat"/>
                <a:ea typeface="Nunito"/>
                <a:cs typeface="Nunito"/>
              </a:endParaRPr>
            </a:p>
          </p:txBody>
        </p:sp>
        <p:sp>
          <p:nvSpPr>
            <p:cNvPr id="419" name="Google Shape;419;g32789fbb2d8_0_389"/>
            <p:cNvSpPr/>
            <p:nvPr/>
          </p:nvSpPr>
          <p:spPr>
            <a:xfrm>
              <a:off x="148875" y="978056"/>
              <a:ext cx="1045800" cy="1119825"/>
            </a:xfrm>
            <a:prstGeom prst="rect">
              <a:avLst/>
            </a:prstGeom>
            <a:solidFill>
              <a:srgbClr val="0067A4"/>
            </a:solidFill>
            <a:ln w="19050" cap="flat" cmpd="sng">
              <a:solidFill>
                <a:srgbClr val="0067A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32" name="Google Shape;432;g32789fbb2d8_0_389" descr="Continuous Improvement with solid fill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28404" y="1115429"/>
              <a:ext cx="844856" cy="84485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" name="Google Shape;417;g32789fbb2d8_0_389">
            <a:extLst>
              <a:ext uri="{FF2B5EF4-FFF2-40B4-BE49-F238E27FC236}">
                <a16:creationId xmlns:a16="http://schemas.microsoft.com/office/drawing/2014/main" id="{E908B7A6-2C7E-0E4F-24F6-146F9D47ABBB}"/>
              </a:ext>
            </a:extLst>
          </p:cNvPr>
          <p:cNvSpPr/>
          <p:nvPr/>
        </p:nvSpPr>
        <p:spPr>
          <a:xfrm>
            <a:off x="7666911" y="2844429"/>
            <a:ext cx="4329190" cy="482294"/>
          </a:xfrm>
          <a:prstGeom prst="rect">
            <a:avLst/>
          </a:prstGeom>
          <a:solidFill>
            <a:srgbClr val="0067A4"/>
          </a:solidFill>
          <a:ln w="19050" cap="flat" cmpd="sng">
            <a:solidFill>
              <a:srgbClr val="0067A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33" tIns="91433" rIns="91433" bIns="914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Tx/>
              <a:buNone/>
              <a:tabLst/>
              <a:defRPr sz="1200">
                <a:latin typeface="Montserrat"/>
              </a:defRPr>
            </a:pPr>
            <a:r>
              <a:rPr kumimoji="0" lang="en-GB" sz="1600" b="1" i="0" u="none" strike="noStrike" kern="0" cap="none" spc="0" normalizeH="0" baseline="0" noProof="0">
                <a:ln>
                  <a:noFill/>
                </a:ln>
                <a:solidFill>
                  <a:srgbClr val="FFFEFE"/>
                </a:solidFill>
                <a:effectLst/>
                <a:uLnTx/>
                <a:uFillTx/>
                <a:latin typeface="Montserrat"/>
                <a:ea typeface="Nunito"/>
                <a:cs typeface="Nunito"/>
                <a:sym typeface="Nunito"/>
              </a:rPr>
              <a:t>Rationalize Applications</a:t>
            </a:r>
            <a:endParaRPr lang="en-US" sz="1600" b="1" i="0" u="none" strike="noStrike" kern="0" cap="none" spc="0" normalizeH="0" baseline="0" noProof="0">
              <a:ln>
                <a:noFill/>
              </a:ln>
              <a:solidFill>
                <a:srgbClr val="FFFEFE"/>
              </a:solidFill>
              <a:effectLst/>
              <a:uLnTx/>
              <a:uFillTx/>
              <a:latin typeface="Montserrat"/>
              <a:ea typeface="Nunito"/>
              <a:cs typeface="Nunito"/>
            </a:endParaRPr>
          </a:p>
        </p:txBody>
      </p:sp>
      <p:grpSp>
        <p:nvGrpSpPr>
          <p:cNvPr id="421" name="Google Shape;421;g32789fbb2d8_0_389"/>
          <p:cNvGrpSpPr/>
          <p:nvPr/>
        </p:nvGrpSpPr>
        <p:grpSpPr>
          <a:xfrm>
            <a:off x="7653078" y="2830813"/>
            <a:ext cx="4363265" cy="1525551"/>
            <a:chOff x="347967" y="4648260"/>
            <a:chExt cx="5145358" cy="1773900"/>
          </a:xfrm>
        </p:grpSpPr>
        <p:sp>
          <p:nvSpPr>
            <p:cNvPr id="422" name="Google Shape;422;g32789fbb2d8_0_389"/>
            <p:cNvSpPr txBox="1"/>
            <p:nvPr/>
          </p:nvSpPr>
          <p:spPr>
            <a:xfrm>
              <a:off x="347967" y="5411928"/>
              <a:ext cx="5137800" cy="8588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45700" rIns="91433" bIns="45700" anchor="t" anchorCtr="0">
              <a:sp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Tx/>
                <a:buNone/>
                <a:tabLst/>
                <a:defRPr sz="1200">
                  <a:latin typeface="Montserrat"/>
                </a:defRPr>
              </a:pPr>
              <a:r>
                <a:rPr kumimoji="0" lang="en-US" sz="1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/>
                  <a:ea typeface="Nunito"/>
                  <a:cs typeface="Nunito"/>
                  <a:sym typeface="Nunito"/>
                </a:rPr>
                <a:t>We will </a:t>
              </a: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/>
                  <a:ea typeface="Nunito"/>
                  <a:cs typeface="Nunito"/>
                  <a:sym typeface="Nunito"/>
                </a:rPr>
                <a:t>standardize and rationalize our applications</a:t>
              </a:r>
              <a:r>
                <a:rPr kumimoji="0" lang="en-US" sz="1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/>
                  <a:ea typeface="Nunito"/>
                  <a:cs typeface="Nunito"/>
                  <a:sym typeface="Nunito"/>
                </a:rPr>
                <a:t> to control costs and reduce the complexity of our IT estate.</a:t>
              </a:r>
              <a:endParaRPr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Nunito"/>
                <a:cs typeface="Nunito"/>
              </a:endParaRPr>
            </a:p>
          </p:txBody>
        </p:sp>
        <p:sp>
          <p:nvSpPr>
            <p:cNvPr id="423" name="Google Shape;423;g32789fbb2d8_0_389"/>
            <p:cNvSpPr/>
            <p:nvPr/>
          </p:nvSpPr>
          <p:spPr>
            <a:xfrm>
              <a:off x="355525" y="4648260"/>
              <a:ext cx="5137800" cy="1773900"/>
            </a:xfrm>
            <a:prstGeom prst="rect">
              <a:avLst/>
            </a:prstGeom>
            <a:noFill/>
            <a:ln w="19050" cap="flat" cmpd="sng">
              <a:solidFill>
                <a:srgbClr val="0067A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91433" rIns="91433" bIns="91433" anchor="t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Tx/>
                <a:buNone/>
                <a:tabLst/>
                <a:defRPr/>
              </a:pPr>
              <a:endParaRPr kumimoji="0" b="0" i="0" u="none" strike="noStrike" kern="0" cap="none" spc="0" normalizeH="0" baseline="0" noProof="0">
                <a:ln>
                  <a:noFill/>
                </a:ln>
                <a:solidFill>
                  <a:srgbClr val="454947"/>
                </a:solidFill>
                <a:effectLst/>
                <a:uLnTx/>
                <a:uFillTx/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sp>
        <p:nvSpPr>
          <p:cNvPr id="424" name="Google Shape;424;g32789fbb2d8_0_389"/>
          <p:cNvSpPr/>
          <p:nvPr/>
        </p:nvSpPr>
        <p:spPr>
          <a:xfrm>
            <a:off x="6267763" y="2830872"/>
            <a:ext cx="1394400" cy="1525497"/>
          </a:xfrm>
          <a:prstGeom prst="rect">
            <a:avLst/>
          </a:prstGeom>
          <a:solidFill>
            <a:srgbClr val="0067A4"/>
          </a:solidFill>
          <a:ln w="19050" cap="flat" cmpd="sng">
            <a:solidFill>
              <a:srgbClr val="0067A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Tx/>
              <a:buNone/>
              <a:tabLst/>
              <a:defRPr/>
            </a:pPr>
            <a:endParaRPr kumimoji="0" sz="2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3" name="Google Shape;433;g32789fbb2d8_0_389" descr="Money outline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79848" y="3136391"/>
            <a:ext cx="914400" cy="914398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g32789fbb2d8_0_389"/>
          <p:cNvSpPr/>
          <p:nvPr/>
        </p:nvSpPr>
        <p:spPr>
          <a:xfrm>
            <a:off x="7639921" y="1222976"/>
            <a:ext cx="4370466" cy="1493384"/>
          </a:xfrm>
          <a:prstGeom prst="rect">
            <a:avLst/>
          </a:prstGeom>
          <a:noFill/>
          <a:ln w="19050" cap="flat" cmpd="sng">
            <a:solidFill>
              <a:srgbClr val="007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33" tIns="91433" rIns="91433" bIns="91433" anchor="t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Tx/>
              <a:buNone/>
              <a:tabLst/>
              <a:defRPr/>
            </a:pPr>
            <a:endParaRPr kumimoji="0" b="0" i="0" u="none" strike="noStrike" kern="0" cap="none" spc="0" normalizeH="0" baseline="0" noProof="0">
              <a:ln>
                <a:noFill/>
              </a:ln>
              <a:solidFill>
                <a:srgbClr val="454947"/>
              </a:solidFill>
              <a:effectLst/>
              <a:uLnTx/>
              <a:uFillTx/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28" name="Google Shape;428;g32789fbb2d8_0_389"/>
          <p:cNvSpPr txBox="1"/>
          <p:nvPr/>
        </p:nvSpPr>
        <p:spPr>
          <a:xfrm>
            <a:off x="7655878" y="1885987"/>
            <a:ext cx="4356854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Tx/>
              <a:buNone/>
              <a:tabLst/>
              <a:defRPr sz="1200">
                <a:latin typeface="Montserrat"/>
              </a:defRPr>
            </a:pPr>
            <a:r>
              <a:rPr kumimoji="0" lang="en-US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Nunito"/>
                <a:cs typeface="Nunito"/>
                <a:sym typeface="Nunito"/>
              </a:rPr>
              <a:t>We will adopt an “</a:t>
            </a: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Nunito"/>
                <a:cs typeface="Nunito"/>
                <a:sym typeface="Nunito"/>
              </a:rPr>
              <a:t>SAP first” strategy </a:t>
            </a:r>
            <a:r>
              <a:rPr kumimoji="0" lang="en-US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Nunito"/>
                <a:cs typeface="Nunito"/>
                <a:sym typeface="Nunito"/>
              </a:rPr>
              <a:t>with all financial and operational data housed within SAP. </a:t>
            </a:r>
            <a:endParaRPr lang="en-US" sz="1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ea typeface="Nunito"/>
              <a:cs typeface="Nunito"/>
            </a:endParaRPr>
          </a:p>
        </p:txBody>
      </p:sp>
      <p:sp>
        <p:nvSpPr>
          <p:cNvPr id="429" name="Google Shape;429;g32789fbb2d8_0_389"/>
          <p:cNvSpPr/>
          <p:nvPr/>
        </p:nvSpPr>
        <p:spPr>
          <a:xfrm>
            <a:off x="6245604" y="1222900"/>
            <a:ext cx="1394400" cy="1493363"/>
          </a:xfrm>
          <a:prstGeom prst="rect">
            <a:avLst/>
          </a:prstGeom>
          <a:solidFill>
            <a:srgbClr val="0067A4"/>
          </a:solidFill>
          <a:ln w="19050" cap="flat" cmpd="sng">
            <a:solidFill>
              <a:srgbClr val="0067A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Tx/>
              <a:buNone/>
              <a:tabLst/>
              <a:defRPr/>
            </a:pPr>
            <a:endParaRPr kumimoji="0" sz="2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g32789fbb2d8_0_389"/>
          <p:cNvSpPr/>
          <p:nvPr/>
        </p:nvSpPr>
        <p:spPr>
          <a:xfrm>
            <a:off x="6333200" y="1314913"/>
            <a:ext cx="1200800" cy="130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33" tIns="91433" rIns="91433" bIns="914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Tx/>
              <a:buNone/>
              <a:tabLst/>
              <a:defRPr/>
            </a:pPr>
            <a:endParaRPr kumimoji="0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unito Sans Light"/>
              <a:ea typeface="Nunito Sans Light"/>
              <a:cs typeface="Nunito Sans Light"/>
              <a:sym typeface="Nunito Sans Light"/>
            </a:endParaRPr>
          </a:p>
        </p:txBody>
      </p:sp>
      <p:pic>
        <p:nvPicPr>
          <p:cNvPr id="435" name="Google Shape;435;g32789fbb2d8_0_38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55079" y="1732852"/>
            <a:ext cx="956853" cy="47328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417;g32789fbb2d8_0_389">
            <a:extLst>
              <a:ext uri="{FF2B5EF4-FFF2-40B4-BE49-F238E27FC236}">
                <a16:creationId xmlns:a16="http://schemas.microsoft.com/office/drawing/2014/main" id="{7C3A552F-1141-4B0A-0498-135B5978438F}"/>
              </a:ext>
            </a:extLst>
          </p:cNvPr>
          <p:cNvSpPr/>
          <p:nvPr/>
        </p:nvSpPr>
        <p:spPr>
          <a:xfrm>
            <a:off x="7653386" y="1236567"/>
            <a:ext cx="4357000" cy="482295"/>
          </a:xfrm>
          <a:prstGeom prst="rect">
            <a:avLst/>
          </a:prstGeom>
          <a:solidFill>
            <a:srgbClr val="0067A4"/>
          </a:solidFill>
          <a:ln w="19050" cap="flat" cmpd="sng">
            <a:solidFill>
              <a:srgbClr val="0067A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33" tIns="91433" rIns="91433" bIns="914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Tx/>
              <a:buNone/>
              <a:tabLst/>
              <a:defRPr sz="1200">
                <a:latin typeface="Montserrat"/>
              </a:defRPr>
            </a:pPr>
            <a:r>
              <a:rPr kumimoji="0" lang="en-GB" sz="1600" b="1" i="0" u="none" strike="noStrike" kern="0" cap="none" spc="0" normalizeH="0" baseline="0" noProof="0">
                <a:ln>
                  <a:noFill/>
                </a:ln>
                <a:solidFill>
                  <a:srgbClr val="FFFEFE"/>
                </a:solidFill>
                <a:effectLst/>
                <a:uLnTx/>
                <a:uFillTx/>
                <a:latin typeface="Montserrat"/>
                <a:ea typeface="Nunito"/>
                <a:cs typeface="Nunito"/>
                <a:sym typeface="Nunito"/>
              </a:rPr>
              <a:t>SAP First</a:t>
            </a:r>
            <a:endParaRPr lang="en-US" sz="1600" b="1" i="0" u="none" strike="noStrike" kern="0" cap="none" spc="0" normalizeH="0" baseline="0" noProof="0">
              <a:ln>
                <a:noFill/>
              </a:ln>
              <a:solidFill>
                <a:srgbClr val="FFFEFE"/>
              </a:solidFill>
              <a:effectLst/>
              <a:uLnTx/>
              <a:uFillTx/>
              <a:latin typeface="Montserrat"/>
              <a:ea typeface="Nunito"/>
              <a:cs typeface="Nunito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AC717F-3571-D9A9-D060-149F7AABBC00}"/>
              </a:ext>
            </a:extLst>
          </p:cNvPr>
          <p:cNvSpPr txBox="1"/>
          <p:nvPr/>
        </p:nvSpPr>
        <p:spPr>
          <a:xfrm>
            <a:off x="254000" y="1236577"/>
            <a:ext cx="5724357" cy="1323439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 i="1">
                <a:ea typeface="+mn-lt"/>
                <a:cs typeface="+mn-lt"/>
              </a:rPr>
              <a:t>The goal of this project is to utilize standard Service Cloud V2 capabilities with minimal customizations.  We will strive to modify our processes to Fit-to-Standard SAP technology as much as possible. </a:t>
            </a:r>
            <a:endParaRPr lang="en-US" sz="1600" b="1" i="1"/>
          </a:p>
        </p:txBody>
      </p:sp>
    </p:spTree>
    <p:extLst>
      <p:ext uri="{BB962C8B-B14F-4D97-AF65-F5344CB8AC3E}">
        <p14:creationId xmlns:p14="http://schemas.microsoft.com/office/powerpoint/2010/main" val="11101917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0E6A8-5C35-7351-DB79-97BFAAA22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CC7DFAC-34D3-91D3-2C54-3811D96D4D08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425217" y="332997"/>
            <a:ext cx="7615238" cy="457200"/>
          </a:xfrm>
        </p:spPr>
        <p:txBody>
          <a:bodyPr vert="horz" lIns="0" tIns="45720" rIns="91440" bIns="0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3200" b="1">
                <a:solidFill>
                  <a:srgbClr val="94806E"/>
                </a:solidFill>
                <a:latin typeface="Montserrat"/>
                <a:ea typeface="+mj-ea"/>
                <a:cs typeface="+mj-cs"/>
              </a:rPr>
              <a:t>Workshop Agenda</a:t>
            </a:r>
            <a:endParaRPr lang="en-US" sz="3200" b="1">
              <a:solidFill>
                <a:srgbClr val="94806E"/>
              </a:solidFill>
              <a:ea typeface="+mj-ea"/>
              <a:cs typeface="+mj-cs"/>
            </a:endParaRPr>
          </a:p>
        </p:txBody>
      </p:sp>
      <p:sp>
        <p:nvSpPr>
          <p:cNvPr id="125" name="Text Placeholder 5">
            <a:extLst>
              <a:ext uri="{FF2B5EF4-FFF2-40B4-BE49-F238E27FC236}">
                <a16:creationId xmlns:a16="http://schemas.microsoft.com/office/drawing/2014/main" id="{84DDF3AB-9E71-B162-93B6-96C48461F019}"/>
              </a:ext>
            </a:extLst>
          </p:cNvPr>
          <p:cNvSpPr txBox="1">
            <a:spLocks/>
          </p:cNvSpPr>
          <p:nvPr/>
        </p:nvSpPr>
        <p:spPr>
          <a:xfrm>
            <a:off x="878971" y="952073"/>
            <a:ext cx="1105573" cy="194444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l" defTabSz="77724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IBM Plex Sans" panose="020B0503050000000000" pitchFamily="34" charset="77"/>
                <a:ea typeface="+mn-ea"/>
                <a:cs typeface="+mn-cs"/>
              </a:defRPr>
            </a:lvl1pPr>
            <a:lvl2pPr marL="388620" indent="0" algn="l" defTabSz="77724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IBM Plex Sans" panose="020B0503050000000000" pitchFamily="34" charset="77"/>
                <a:ea typeface="+mn-ea"/>
                <a:cs typeface="+mn-cs"/>
              </a:defRPr>
            </a:lvl2pPr>
            <a:lvl3pPr marL="777240" indent="0" algn="l" defTabSz="77724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IBM Plex Sans" panose="020B0503050000000000" pitchFamily="34" charset="77"/>
                <a:ea typeface="+mn-ea"/>
                <a:cs typeface="+mn-cs"/>
              </a:defRPr>
            </a:lvl3pPr>
            <a:lvl4pPr marL="1165860" indent="0" algn="l" defTabSz="77724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IBM Plex Sans" panose="020B0503050000000000" pitchFamily="34" charset="77"/>
                <a:ea typeface="+mn-ea"/>
                <a:cs typeface="+mn-cs"/>
              </a:defRPr>
            </a:lvl4pPr>
            <a:lvl5pPr marL="1554480" indent="0" algn="l" defTabSz="77724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IBM Plex Sans" panose="020B0503050000000000" pitchFamily="34" charset="77"/>
                <a:ea typeface="+mn-ea"/>
                <a:cs typeface="+mn-cs"/>
              </a:defRPr>
            </a:lvl5pPr>
            <a:lvl6pPr marL="213741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2603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465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327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47674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25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TOPIC</a:t>
            </a:r>
          </a:p>
        </p:txBody>
      </p: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CAF3347E-7396-B26D-772C-4D59FBA7AC07}"/>
              </a:ext>
            </a:extLst>
          </p:cNvPr>
          <p:cNvCxnSpPr>
            <a:cxnSpLocks/>
          </p:cNvCxnSpPr>
          <p:nvPr/>
        </p:nvCxnSpPr>
        <p:spPr>
          <a:xfrm>
            <a:off x="796190" y="1221248"/>
            <a:ext cx="10479474" cy="0"/>
          </a:xfrm>
          <a:prstGeom prst="line">
            <a:avLst/>
          </a:prstGeom>
          <a:noFill/>
          <a:ln w="38100" cap="flat" cmpd="sng" algn="ctr">
            <a:solidFill>
              <a:schemeClr val="tx2"/>
            </a:solidFill>
            <a:prstDash val="solid"/>
            <a:miter lim="800000"/>
          </a:ln>
          <a:effectLst/>
        </p:spPr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B3A62A1C-E4DA-E643-660B-BB82D7B9774C}"/>
              </a:ext>
            </a:extLst>
          </p:cNvPr>
          <p:cNvCxnSpPr>
            <a:cxnSpLocks/>
          </p:cNvCxnSpPr>
          <p:nvPr/>
        </p:nvCxnSpPr>
        <p:spPr>
          <a:xfrm>
            <a:off x="744629" y="1656931"/>
            <a:ext cx="10489921" cy="0"/>
          </a:xfrm>
          <a:prstGeom prst="line">
            <a:avLst/>
          </a:prstGeom>
          <a:noFill/>
          <a:ln w="12700" cap="flat" cmpd="sng" algn="ctr">
            <a:solidFill>
              <a:schemeClr val="tx2"/>
            </a:solidFill>
            <a:prstDash val="solid"/>
            <a:miter lim="800000"/>
          </a:ln>
          <a:effectLst/>
        </p:spPr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3F14BB83-26F6-F81B-257F-AB1BDE8BC505}"/>
              </a:ext>
            </a:extLst>
          </p:cNvPr>
          <p:cNvCxnSpPr>
            <a:cxnSpLocks/>
          </p:cNvCxnSpPr>
          <p:nvPr/>
        </p:nvCxnSpPr>
        <p:spPr>
          <a:xfrm>
            <a:off x="744629" y="4091489"/>
            <a:ext cx="10479474" cy="0"/>
          </a:xfrm>
          <a:prstGeom prst="line">
            <a:avLst/>
          </a:prstGeom>
          <a:noFill/>
          <a:ln w="12700" cap="flat" cmpd="sng" algn="ctr">
            <a:solidFill>
              <a:schemeClr val="tx2"/>
            </a:solidFill>
            <a:prstDash val="solid"/>
            <a:miter lim="800000"/>
          </a:ln>
          <a:effectLst/>
        </p:spPr>
      </p:cxn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0754A7B2-5729-37BA-4CC5-BFF820B38880}"/>
              </a:ext>
            </a:extLst>
          </p:cNvPr>
          <p:cNvSpPr txBox="1">
            <a:spLocks/>
          </p:cNvSpPr>
          <p:nvPr/>
        </p:nvSpPr>
        <p:spPr>
          <a:xfrm>
            <a:off x="744629" y="1649212"/>
            <a:ext cx="799704" cy="4790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3200" b="0" i="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600" b="0" i="0" kern="1200">
                <a:solidFill>
                  <a:srgbClr val="00174C"/>
                </a:solidFill>
                <a:latin typeface="IBM Plex Sans Light" panose="020B0403050203000203" pitchFamily="34" charset="0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b="0" i="0" kern="1200">
                <a:solidFill>
                  <a:srgbClr val="00174C"/>
                </a:solidFill>
                <a:latin typeface="IBM Plex Sans Light" panose="020B0403050203000203" pitchFamily="34" charset="0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400" b="0" i="0" kern="1200">
                <a:solidFill>
                  <a:srgbClr val="00174C"/>
                </a:solidFill>
                <a:latin typeface="IBM Plex Sans Light" panose="020B0403050203000203" pitchFamily="34" charset="0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b="0" i="0" kern="1200">
                <a:solidFill>
                  <a:srgbClr val="00174C"/>
                </a:solidFill>
                <a:latin typeface="IBM Plex Sans Light" panose="020B0403050203000203" pitchFamily="34" charset="0"/>
                <a:ea typeface="+mn-ea"/>
                <a:cs typeface="+mn-cs"/>
              </a:defRPr>
            </a:lvl5pPr>
            <a:lvl6pPr marL="10795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6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4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2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0" dist="25400" sx="102000" sy="102000" algn="ctr" rotWithShape="0">
                    <a:srgbClr val="006EE5">
                      <a:alpha val="15000"/>
                    </a:srgbClr>
                  </a:outerShdw>
                </a:effectLst>
                <a:uLnTx/>
                <a:uFillTx/>
                <a:latin typeface="Montserrat" pitchFamily="2" charset="77"/>
                <a:ea typeface="+mn-ea"/>
                <a:cs typeface="+mn-cs"/>
              </a:rPr>
              <a:t>02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31E00338-5619-11A3-BAFF-7FB71EE17928}"/>
              </a:ext>
            </a:extLst>
          </p:cNvPr>
          <p:cNvSpPr txBox="1">
            <a:spLocks/>
          </p:cNvSpPr>
          <p:nvPr/>
        </p:nvSpPr>
        <p:spPr>
          <a:xfrm>
            <a:off x="744629" y="2870678"/>
            <a:ext cx="799704" cy="4790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3200" b="0" i="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795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6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4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2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0" dist="25400" sx="102000" sy="102000" algn="ctr" rotWithShape="0">
                    <a:srgbClr val="006EE5">
                      <a:alpha val="15000"/>
                    </a:srgbClr>
                  </a:outerShdw>
                </a:effectLst>
                <a:uLnTx/>
                <a:uFillTx/>
                <a:latin typeface="Montserrat" pitchFamily="2" charset="77"/>
                <a:ea typeface="+mn-ea"/>
                <a:cs typeface="+mn-cs"/>
              </a:rPr>
              <a:t>04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D7CD0002-0816-D81E-8E98-17B201F8556D}"/>
              </a:ext>
            </a:extLst>
          </p:cNvPr>
          <p:cNvSpPr txBox="1">
            <a:spLocks/>
          </p:cNvSpPr>
          <p:nvPr/>
        </p:nvSpPr>
        <p:spPr>
          <a:xfrm>
            <a:off x="744629" y="3261008"/>
            <a:ext cx="799704" cy="4790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3200" b="0" i="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795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6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4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2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0" dist="25400" sx="102000" sy="102000" algn="ctr" rotWithShape="0">
                    <a:srgbClr val="006EE5">
                      <a:alpha val="15000"/>
                    </a:srgbClr>
                  </a:outerShdw>
                </a:effectLst>
                <a:uLnTx/>
                <a:uFillTx/>
                <a:latin typeface="Montserrat" pitchFamily="2" charset="77"/>
                <a:ea typeface="+mn-ea"/>
                <a:cs typeface="+mn-cs"/>
              </a:rPr>
              <a:t>05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04ABBC89-EEC8-89D8-4B2B-F5F774610ECB}"/>
              </a:ext>
            </a:extLst>
          </p:cNvPr>
          <p:cNvSpPr txBox="1">
            <a:spLocks/>
          </p:cNvSpPr>
          <p:nvPr/>
        </p:nvSpPr>
        <p:spPr>
          <a:xfrm>
            <a:off x="744629" y="2462806"/>
            <a:ext cx="799704" cy="4790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3200" b="0" i="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795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6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4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2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0" dist="25400" sx="102000" sy="102000" algn="ctr" rotWithShape="0">
                    <a:srgbClr val="006EE5">
                      <a:alpha val="15000"/>
                    </a:srgbClr>
                  </a:outerShdw>
                </a:effectLst>
                <a:uLnTx/>
                <a:uFillTx/>
                <a:latin typeface="Montserrat" pitchFamily="2" charset="77"/>
                <a:ea typeface="+mn-ea"/>
                <a:cs typeface="+mn-cs"/>
              </a:rPr>
              <a:t>03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E5E7236-32C8-A033-8F10-76C1A5930AEA}"/>
              </a:ext>
            </a:extLst>
          </p:cNvPr>
          <p:cNvSpPr txBox="1">
            <a:spLocks/>
          </p:cNvSpPr>
          <p:nvPr/>
        </p:nvSpPr>
        <p:spPr>
          <a:xfrm>
            <a:off x="744629" y="3666194"/>
            <a:ext cx="799704" cy="4790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3200" b="0" i="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795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6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4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2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0" dist="25400" sx="102000" sy="102000" algn="ctr" rotWithShape="0">
                    <a:srgbClr val="006EE5">
                      <a:alpha val="15000"/>
                    </a:srgbClr>
                  </a:outerShdw>
                </a:effectLst>
                <a:uLnTx/>
                <a:uFillTx/>
                <a:latin typeface="Montserrat" pitchFamily="2" charset="77"/>
                <a:ea typeface="+mn-ea"/>
                <a:cs typeface="+mn-cs"/>
              </a:rPr>
              <a:t>06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69207E7A-871B-C1C3-99AF-A6AB696537D6}"/>
              </a:ext>
            </a:extLst>
          </p:cNvPr>
          <p:cNvSpPr txBox="1">
            <a:spLocks/>
          </p:cNvSpPr>
          <p:nvPr/>
        </p:nvSpPr>
        <p:spPr>
          <a:xfrm>
            <a:off x="744629" y="1244026"/>
            <a:ext cx="720783" cy="4790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3200" b="0" i="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600" b="0" i="0" kern="1200">
                <a:solidFill>
                  <a:srgbClr val="00174C"/>
                </a:solidFill>
                <a:latin typeface="IBM Plex Sans Light" panose="020B0403050203000203" pitchFamily="34" charset="0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b="0" i="0" kern="1200">
                <a:solidFill>
                  <a:srgbClr val="00174C"/>
                </a:solidFill>
                <a:latin typeface="IBM Plex Sans Light" panose="020B0403050203000203" pitchFamily="34" charset="0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400" b="0" i="0" kern="1200">
                <a:solidFill>
                  <a:srgbClr val="00174C"/>
                </a:solidFill>
                <a:latin typeface="IBM Plex Sans Light" panose="020B0403050203000203" pitchFamily="34" charset="0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b="0" i="0" kern="1200">
                <a:solidFill>
                  <a:srgbClr val="00174C"/>
                </a:solidFill>
                <a:latin typeface="IBM Plex Sans Light" panose="020B0403050203000203" pitchFamily="34" charset="0"/>
                <a:ea typeface="+mn-ea"/>
                <a:cs typeface="+mn-cs"/>
              </a:defRPr>
            </a:lvl5pPr>
            <a:lvl6pPr marL="10795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6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4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2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0" dist="25400" sx="102000" sy="102000" algn="ctr" rotWithShape="0">
                    <a:srgbClr val="006EE5">
                      <a:alpha val="15000"/>
                    </a:srgbClr>
                  </a:outerShdw>
                </a:effectLst>
                <a:uLnTx/>
                <a:uFillTx/>
                <a:latin typeface="Montserrat" pitchFamily="2" charset="77"/>
                <a:ea typeface="+mn-ea"/>
                <a:cs typeface="+mn-cs"/>
              </a:rPr>
              <a:t>01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799B157-D785-0E02-B067-81348AF53B7D}"/>
              </a:ext>
            </a:extLst>
          </p:cNvPr>
          <p:cNvCxnSpPr>
            <a:cxnSpLocks/>
          </p:cNvCxnSpPr>
          <p:nvPr/>
        </p:nvCxnSpPr>
        <p:spPr>
          <a:xfrm flipV="1">
            <a:off x="744647" y="2452260"/>
            <a:ext cx="10479474" cy="5855"/>
          </a:xfrm>
          <a:prstGeom prst="line">
            <a:avLst/>
          </a:prstGeom>
          <a:noFill/>
          <a:ln w="12700" cap="flat" cmpd="sng" algn="ctr">
            <a:solidFill>
              <a:schemeClr val="tx2"/>
            </a:solidFill>
            <a:prstDash val="solid"/>
            <a:miter lim="800000"/>
          </a:ln>
          <a:effectLst/>
        </p:spPr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C43B979-0628-FFA5-3D81-2A6A3E21E52F}"/>
              </a:ext>
            </a:extLst>
          </p:cNvPr>
          <p:cNvCxnSpPr>
            <a:cxnSpLocks/>
          </p:cNvCxnSpPr>
          <p:nvPr/>
        </p:nvCxnSpPr>
        <p:spPr>
          <a:xfrm>
            <a:off x="744629" y="3293508"/>
            <a:ext cx="10479474" cy="0"/>
          </a:xfrm>
          <a:prstGeom prst="line">
            <a:avLst/>
          </a:prstGeom>
          <a:noFill/>
          <a:ln w="12700" cap="flat" cmpd="sng" algn="ctr">
            <a:solidFill>
              <a:schemeClr val="tx2"/>
            </a:solidFill>
            <a:prstDash val="solid"/>
            <a:miter lim="800000"/>
          </a:ln>
          <a:effectLst/>
        </p:spPr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5DD4D7D-C580-3745-9E64-E7C176966FB6}"/>
              </a:ext>
            </a:extLst>
          </p:cNvPr>
          <p:cNvCxnSpPr>
            <a:cxnSpLocks/>
          </p:cNvCxnSpPr>
          <p:nvPr/>
        </p:nvCxnSpPr>
        <p:spPr>
          <a:xfrm>
            <a:off x="719849" y="3686303"/>
            <a:ext cx="10479474" cy="0"/>
          </a:xfrm>
          <a:prstGeom prst="line">
            <a:avLst/>
          </a:prstGeom>
          <a:noFill/>
          <a:ln w="12700" cap="flat" cmpd="sng" algn="ctr">
            <a:solidFill>
              <a:schemeClr val="tx2"/>
            </a:solidFill>
            <a:prstDash val="solid"/>
            <a:miter lim="800000"/>
          </a:ln>
          <a:effectLst/>
        </p:spPr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29CAA55-934B-FEA2-EA64-6A32CCB94014}"/>
              </a:ext>
            </a:extLst>
          </p:cNvPr>
          <p:cNvCxnSpPr>
            <a:cxnSpLocks/>
          </p:cNvCxnSpPr>
          <p:nvPr/>
        </p:nvCxnSpPr>
        <p:spPr>
          <a:xfrm flipV="1">
            <a:off x="744647" y="2863542"/>
            <a:ext cx="10479474" cy="5855"/>
          </a:xfrm>
          <a:prstGeom prst="line">
            <a:avLst/>
          </a:prstGeom>
          <a:noFill/>
          <a:ln w="12700" cap="flat" cmpd="sng" algn="ctr">
            <a:solidFill>
              <a:schemeClr val="tx2"/>
            </a:solidFill>
            <a:prstDash val="solid"/>
            <a:miter lim="800000"/>
          </a:ln>
          <a:effectLst/>
        </p:spPr>
      </p:cxnSp>
      <p:sp>
        <p:nvSpPr>
          <p:cNvPr id="14" name="TextBox 2">
            <a:extLst>
              <a:ext uri="{FF2B5EF4-FFF2-40B4-BE49-F238E27FC236}">
                <a16:creationId xmlns:a16="http://schemas.microsoft.com/office/drawing/2014/main" id="{1A3158E1-7695-0C81-4A14-28927869505A}"/>
              </a:ext>
            </a:extLst>
          </p:cNvPr>
          <p:cNvSpPr txBox="1"/>
          <p:nvPr/>
        </p:nvSpPr>
        <p:spPr>
          <a:xfrm>
            <a:off x="1146100" y="1194089"/>
            <a:ext cx="10739400" cy="378501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/>
              <a:t>Scope, Purpose, Objective</a:t>
            </a:r>
          </a:p>
          <a:p>
            <a:pPr>
              <a:lnSpc>
                <a:spcPct val="150000"/>
              </a:lnSpc>
            </a:pPr>
            <a:r>
              <a:rPr lang="en-US">
                <a:ea typeface="+mn-lt"/>
                <a:cs typeface="+mn-lt"/>
              </a:rPr>
              <a:t>Live Agent Desktop</a:t>
            </a:r>
          </a:p>
          <a:p>
            <a:pPr>
              <a:lnSpc>
                <a:spcPct val="150000"/>
              </a:lnSpc>
            </a:pPr>
            <a:r>
              <a:rPr lang="en-US" b="1">
                <a:solidFill>
                  <a:schemeClr val="accent2"/>
                </a:solidFill>
                <a:ea typeface="+mn-lt"/>
                <a:cs typeface="+mn-lt"/>
              </a:rPr>
              <a:t>BREAK – 10 Mins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r>
              <a:rPr lang="en-US">
                <a:solidFill>
                  <a:srgbClr val="000000"/>
                </a:solidFill>
              </a:rPr>
              <a:t>Handle Call Process </a:t>
            </a:r>
            <a:endParaRPr lang="en-US"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r>
              <a:rPr lang="en-US">
                <a:ea typeface="+mn-lt"/>
                <a:cs typeface="+mn-lt"/>
              </a:rPr>
              <a:t>Alerts/Highlights</a:t>
            </a:r>
            <a:endParaRPr lang="en-US"/>
          </a:p>
          <a:p>
            <a:pPr>
              <a:lnSpc>
                <a:spcPct val="150000"/>
              </a:lnSpc>
            </a:pPr>
            <a:r>
              <a:rPr lang="en-US"/>
              <a:t>Future State Assumptions</a:t>
            </a:r>
          </a:p>
          <a:p>
            <a:pPr>
              <a:lnSpc>
                <a:spcPct val="150000"/>
              </a:lnSpc>
            </a:pPr>
            <a:r>
              <a:rPr lang="en-US"/>
              <a:t>FRICE-W</a:t>
            </a:r>
          </a:p>
          <a:p>
            <a:pPr>
              <a:lnSpc>
                <a:spcPct val="150000"/>
              </a:lnSpc>
            </a:pPr>
            <a:r>
              <a:rPr lang="en-US"/>
              <a:t>Drafted User Stories</a:t>
            </a:r>
          </a:p>
          <a:p>
            <a:pPr>
              <a:lnSpc>
                <a:spcPct val="150000"/>
              </a:lnSpc>
            </a:pPr>
            <a:r>
              <a:rPr lang="en-US"/>
              <a:t>Decisions, Action Items, Change Impacts, Wrap-Up, and Next Steps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3CE3659-5291-DEDD-2F76-4488BBA28AFA}"/>
              </a:ext>
            </a:extLst>
          </p:cNvPr>
          <p:cNvCxnSpPr>
            <a:cxnSpLocks/>
          </p:cNvCxnSpPr>
          <p:nvPr/>
        </p:nvCxnSpPr>
        <p:spPr>
          <a:xfrm>
            <a:off x="744629" y="4533845"/>
            <a:ext cx="10479474" cy="0"/>
          </a:xfrm>
          <a:prstGeom prst="line">
            <a:avLst/>
          </a:prstGeom>
          <a:noFill/>
          <a:ln w="12700" cap="flat" cmpd="sng" algn="ctr">
            <a:solidFill>
              <a:schemeClr val="tx2"/>
            </a:solidFill>
            <a:prstDash val="solid"/>
            <a:miter lim="800000"/>
          </a:ln>
          <a:effectLst/>
        </p:spPr>
      </p:cxn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E37498B5-50A6-1993-F4E6-D125CEC4558D}"/>
              </a:ext>
            </a:extLst>
          </p:cNvPr>
          <p:cNvSpPr txBox="1">
            <a:spLocks/>
          </p:cNvSpPr>
          <p:nvPr/>
        </p:nvSpPr>
        <p:spPr>
          <a:xfrm>
            <a:off x="744629" y="4071380"/>
            <a:ext cx="799704" cy="47901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3200" b="0" i="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795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6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4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2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2400">
                <a:solidFill>
                  <a:schemeClr val="accent1"/>
                </a:solidFill>
                <a:effectLst>
                  <a:outerShdw blurRad="381000" dist="25400" sx="102000" sy="102000" algn="ctr" rotWithShape="0">
                    <a:srgbClr val="006EE5">
                      <a:alpha val="15000"/>
                    </a:srgbClr>
                  </a:outerShdw>
                </a:effectLst>
                <a:latin typeface="Montserrat"/>
              </a:rPr>
              <a:t>07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>
                <a:outerShdw blurRad="381000" dist="25400" sx="102000" sy="102000" algn="ctr" rotWithShape="0">
                  <a:srgbClr val="006EE5">
                    <a:alpha val="15000"/>
                  </a:srgbClr>
                </a:outerShdw>
              </a:effectLst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440C7EC6-DBBB-DA51-BFFF-8CA5BC63AD30}"/>
              </a:ext>
            </a:extLst>
          </p:cNvPr>
          <p:cNvSpPr txBox="1">
            <a:spLocks/>
          </p:cNvSpPr>
          <p:nvPr/>
        </p:nvSpPr>
        <p:spPr>
          <a:xfrm>
            <a:off x="744629" y="4575687"/>
            <a:ext cx="799704" cy="47901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3200" b="0" i="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795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6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4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2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2400">
                <a:solidFill>
                  <a:schemeClr val="accent1"/>
                </a:solidFill>
                <a:effectLst>
                  <a:outerShdw blurRad="381000" dist="25400" sx="102000" sy="102000" algn="ctr" rotWithShape="0">
                    <a:srgbClr val="006EE5">
                      <a:alpha val="15000"/>
                    </a:srgbClr>
                  </a:outerShdw>
                </a:effectLst>
                <a:latin typeface="Montserrat"/>
              </a:rPr>
              <a:t>08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>
                <a:outerShdw blurRad="381000" dist="25400" sx="102000" sy="102000" algn="ctr" rotWithShape="0">
                  <a:srgbClr val="006EE5">
                    <a:alpha val="15000"/>
                  </a:srgbClr>
                </a:outerShdw>
              </a:effectLst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8733F61-66C7-18F4-6938-676D88C48CC5}"/>
              </a:ext>
            </a:extLst>
          </p:cNvPr>
          <p:cNvCxnSpPr>
            <a:cxnSpLocks/>
          </p:cNvCxnSpPr>
          <p:nvPr/>
        </p:nvCxnSpPr>
        <p:spPr>
          <a:xfrm>
            <a:off x="744629" y="4957715"/>
            <a:ext cx="10479474" cy="0"/>
          </a:xfrm>
          <a:prstGeom prst="line">
            <a:avLst/>
          </a:prstGeom>
          <a:noFill/>
          <a:ln w="12700" cap="flat" cmpd="sng" algn="ctr">
            <a:solidFill>
              <a:schemeClr val="tx2"/>
            </a:solidFill>
            <a:prstDash val="solid"/>
            <a:miter lim="800000"/>
          </a:ln>
          <a:effectLst/>
        </p:spPr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F47A323-8294-0E08-D343-EAD02302621C}"/>
              </a:ext>
            </a:extLst>
          </p:cNvPr>
          <p:cNvCxnSpPr>
            <a:cxnSpLocks/>
          </p:cNvCxnSpPr>
          <p:nvPr/>
        </p:nvCxnSpPr>
        <p:spPr>
          <a:xfrm>
            <a:off x="721009" y="2050718"/>
            <a:ext cx="10479474" cy="0"/>
          </a:xfrm>
          <a:prstGeom prst="line">
            <a:avLst/>
          </a:prstGeom>
          <a:noFill/>
          <a:ln w="12700" cap="flat" cmpd="sng" algn="ctr">
            <a:solidFill>
              <a:schemeClr val="tx2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4293065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81D28-E381-D82D-4CE8-2AD86600F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363667B-981C-A7C5-B405-AF1006A4B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904" y="4970926"/>
            <a:ext cx="10831690" cy="1887074"/>
          </a:xfrm>
        </p:spPr>
        <p:txBody>
          <a:bodyPr/>
          <a:lstStyle/>
          <a:p>
            <a:r>
              <a:rPr lang="en-US" sz="4250" b="1">
                <a:latin typeface="Montserrat"/>
              </a:rPr>
              <a:t>01</a:t>
            </a:r>
            <a:r>
              <a:rPr lang="en-US" sz="4250">
                <a:latin typeface="Montserrat"/>
              </a:rPr>
              <a:t> Scope, Purpose, Objective</a:t>
            </a:r>
            <a:br>
              <a:rPr lang="en-GB" sz="4400"/>
            </a:br>
            <a:br>
              <a:rPr lang="en-CA" sz="4400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8175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626BE-82DC-C3E0-175A-3A300D93E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840" y="272224"/>
            <a:ext cx="11375136" cy="609600"/>
          </a:xfrm>
        </p:spPr>
        <p:txBody>
          <a:bodyPr>
            <a:normAutofit/>
          </a:bodyPr>
          <a:lstStyle/>
          <a:p>
            <a:r>
              <a:rPr lang="en-US">
                <a:latin typeface="Montserrat"/>
              </a:rPr>
              <a:t>Scope, Purpose, Objectives</a:t>
            </a:r>
            <a:endParaRPr lang="en-US"/>
          </a:p>
        </p:txBody>
      </p:sp>
      <p:sp>
        <p:nvSpPr>
          <p:cNvPr id="1055" name="Rectangle 1054">
            <a:extLst>
              <a:ext uri="{FF2B5EF4-FFF2-40B4-BE49-F238E27FC236}">
                <a16:creationId xmlns:a16="http://schemas.microsoft.com/office/drawing/2014/main" id="{741648DD-4218-4BE8-7835-E2FEC3AD90A5}"/>
              </a:ext>
            </a:extLst>
          </p:cNvPr>
          <p:cNvSpPr/>
          <p:nvPr/>
        </p:nvSpPr>
        <p:spPr>
          <a:xfrm>
            <a:off x="668741" y="1709382"/>
            <a:ext cx="3324971" cy="4226647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Montserrat" pitchFamily="2" charset="77"/>
            </a:endParaRPr>
          </a:p>
        </p:txBody>
      </p:sp>
      <p:sp>
        <p:nvSpPr>
          <p:cNvPr id="1064" name="Rectangle 1063">
            <a:extLst>
              <a:ext uri="{FF2B5EF4-FFF2-40B4-BE49-F238E27FC236}">
                <a16:creationId xmlns:a16="http://schemas.microsoft.com/office/drawing/2014/main" id="{8B61822E-C6DD-3567-E7D0-EB09E981B1A4}"/>
              </a:ext>
            </a:extLst>
          </p:cNvPr>
          <p:cNvSpPr/>
          <p:nvPr/>
        </p:nvSpPr>
        <p:spPr>
          <a:xfrm>
            <a:off x="4433248" y="1720754"/>
            <a:ext cx="3313065" cy="4226647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Montserrat" pitchFamily="2" charset="77"/>
            </a:endParaRPr>
          </a:p>
        </p:txBody>
      </p:sp>
      <p:sp>
        <p:nvSpPr>
          <p:cNvPr id="1065" name="Rectangle 1064">
            <a:extLst>
              <a:ext uri="{FF2B5EF4-FFF2-40B4-BE49-F238E27FC236}">
                <a16:creationId xmlns:a16="http://schemas.microsoft.com/office/drawing/2014/main" id="{62FBCF2D-842F-77C1-E421-560EFB911469}"/>
              </a:ext>
            </a:extLst>
          </p:cNvPr>
          <p:cNvSpPr/>
          <p:nvPr/>
        </p:nvSpPr>
        <p:spPr>
          <a:xfrm>
            <a:off x="8288740" y="1720753"/>
            <a:ext cx="3336877" cy="4214740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Montserrat" pitchFamily="2" charset="77"/>
            </a:endParaRPr>
          </a:p>
        </p:txBody>
      </p:sp>
      <p:sp>
        <p:nvSpPr>
          <p:cNvPr id="1066" name="Rectangle 1065">
            <a:extLst>
              <a:ext uri="{FF2B5EF4-FFF2-40B4-BE49-F238E27FC236}">
                <a16:creationId xmlns:a16="http://schemas.microsoft.com/office/drawing/2014/main" id="{F7AC8526-0BC0-5086-C656-0FB2FF4449F2}"/>
              </a:ext>
            </a:extLst>
          </p:cNvPr>
          <p:cNvSpPr/>
          <p:nvPr/>
        </p:nvSpPr>
        <p:spPr>
          <a:xfrm>
            <a:off x="663765" y="1101629"/>
            <a:ext cx="3325504" cy="6186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Montserrat" pitchFamily="2" charset="77"/>
            </a:endParaRPr>
          </a:p>
        </p:txBody>
      </p:sp>
      <p:sp>
        <p:nvSpPr>
          <p:cNvPr id="1068" name="Rectangle 1067">
            <a:extLst>
              <a:ext uri="{FF2B5EF4-FFF2-40B4-BE49-F238E27FC236}">
                <a16:creationId xmlns:a16="http://schemas.microsoft.com/office/drawing/2014/main" id="{A89469BA-CFF6-D096-4A3C-61901337270E}"/>
              </a:ext>
            </a:extLst>
          </p:cNvPr>
          <p:cNvSpPr/>
          <p:nvPr/>
        </p:nvSpPr>
        <p:spPr>
          <a:xfrm>
            <a:off x="4428272" y="1101628"/>
            <a:ext cx="3325504" cy="6186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Montserrat" pitchFamily="2" charset="77"/>
            </a:endParaRPr>
          </a:p>
        </p:txBody>
      </p:sp>
      <p:sp>
        <p:nvSpPr>
          <p:cNvPr id="1069" name="Rectangle 1068">
            <a:extLst>
              <a:ext uri="{FF2B5EF4-FFF2-40B4-BE49-F238E27FC236}">
                <a16:creationId xmlns:a16="http://schemas.microsoft.com/office/drawing/2014/main" id="{7D1D11F0-635C-A5D2-ABC6-26B771A1B782}"/>
              </a:ext>
            </a:extLst>
          </p:cNvPr>
          <p:cNvSpPr/>
          <p:nvPr/>
        </p:nvSpPr>
        <p:spPr>
          <a:xfrm>
            <a:off x="8343295" y="1101627"/>
            <a:ext cx="3277880" cy="6186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Montserrat" pitchFamily="2" charset="77"/>
            </a:endParaRPr>
          </a:p>
        </p:txBody>
      </p:sp>
      <p:sp>
        <p:nvSpPr>
          <p:cNvPr id="1070" name="TextBox 1069">
            <a:extLst>
              <a:ext uri="{FF2B5EF4-FFF2-40B4-BE49-F238E27FC236}">
                <a16:creationId xmlns:a16="http://schemas.microsoft.com/office/drawing/2014/main" id="{3488D4D5-5CD8-4795-9990-CE0CF387E5E3}"/>
              </a:ext>
            </a:extLst>
          </p:cNvPr>
          <p:cNvSpPr txBox="1"/>
          <p:nvPr/>
        </p:nvSpPr>
        <p:spPr>
          <a:xfrm>
            <a:off x="1132048" y="1105142"/>
            <a:ext cx="2402006" cy="892552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>
                <a:solidFill>
                  <a:srgbClr val="1866AE"/>
                </a:solidFill>
                <a:latin typeface="Montserrat"/>
                <a:ea typeface="+mj-ea"/>
                <a:cs typeface="+mj-cs"/>
              </a:rPr>
              <a:t>Scope</a:t>
            </a:r>
          </a:p>
          <a:p>
            <a:endParaRPr lang="en-US" sz="1000">
              <a:latin typeface="Montserrat" pitchFamily="2" charset="77"/>
            </a:endParaRPr>
          </a:p>
          <a:p>
            <a:endParaRPr lang="en-US" sz="1000">
              <a:latin typeface="Montserrat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1735DA-84BE-BABC-7597-E1E0AC846AEA}"/>
              </a:ext>
            </a:extLst>
          </p:cNvPr>
          <p:cNvSpPr txBox="1"/>
          <p:nvPr/>
        </p:nvSpPr>
        <p:spPr>
          <a:xfrm>
            <a:off x="4906329" y="1105142"/>
            <a:ext cx="2402006" cy="892552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>
                <a:solidFill>
                  <a:srgbClr val="1866AE"/>
                </a:solidFill>
                <a:latin typeface="Montserrat"/>
                <a:ea typeface="+mj-ea"/>
                <a:cs typeface="+mj-cs"/>
              </a:rPr>
              <a:t>Purpose</a:t>
            </a:r>
          </a:p>
          <a:p>
            <a:endParaRPr lang="en-US" sz="1000">
              <a:latin typeface="Montserrat" pitchFamily="2" charset="77"/>
            </a:endParaRPr>
          </a:p>
          <a:p>
            <a:endParaRPr lang="en-US" sz="1000">
              <a:latin typeface="Montserrat" pitchFamily="2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274CF1-E679-4FA2-4961-699915B99E26}"/>
              </a:ext>
            </a:extLst>
          </p:cNvPr>
          <p:cNvSpPr txBox="1"/>
          <p:nvPr/>
        </p:nvSpPr>
        <p:spPr>
          <a:xfrm>
            <a:off x="8752048" y="1105142"/>
            <a:ext cx="2402006" cy="892552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>
                <a:solidFill>
                  <a:srgbClr val="1866AE"/>
                </a:solidFill>
                <a:latin typeface="Montserrat"/>
                <a:ea typeface="+mj-ea"/>
                <a:cs typeface="+mj-cs"/>
              </a:rPr>
              <a:t>Objective</a:t>
            </a:r>
          </a:p>
          <a:p>
            <a:endParaRPr lang="en-US" sz="1000">
              <a:latin typeface="Montserrat" pitchFamily="2" charset="77"/>
            </a:endParaRPr>
          </a:p>
          <a:p>
            <a:endParaRPr lang="en-US" sz="1000">
              <a:latin typeface="Montserrat" pitchFamily="2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0B2ECB-81D5-58D2-6118-D4651F04DC2A}"/>
              </a:ext>
            </a:extLst>
          </p:cNvPr>
          <p:cNvSpPr txBox="1"/>
          <p:nvPr/>
        </p:nvSpPr>
        <p:spPr>
          <a:xfrm>
            <a:off x="804175" y="1806066"/>
            <a:ext cx="3040854" cy="1815882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solidFill>
                  <a:schemeClr val="bg1"/>
                </a:solidFill>
                <a:latin typeface="Montserrat"/>
                <a:ea typeface="+mj-ea"/>
                <a:cs typeface="+mj-cs"/>
              </a:rPr>
              <a:t>Scope of this document covers the to-be state for Managing Contact History Management processes between SAP Service Cloud v2 and SAP S4HANA</a:t>
            </a:r>
            <a:r>
              <a:rPr lang="en-US" sz="1600">
                <a:solidFill>
                  <a:srgbClr val="1866AE"/>
                </a:solidFill>
                <a:latin typeface="Montserrat"/>
                <a:ea typeface="+mj-ea"/>
                <a:cs typeface="+mj-cs"/>
              </a:rPr>
              <a:t>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0222EA-B48B-A73B-8B97-C9D2C354B0CD}"/>
              </a:ext>
            </a:extLst>
          </p:cNvPr>
          <p:cNvSpPr txBox="1"/>
          <p:nvPr/>
        </p:nvSpPr>
        <p:spPr>
          <a:xfrm>
            <a:off x="4561049" y="1801867"/>
            <a:ext cx="3044942" cy="892552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solidFill>
                  <a:schemeClr val="bg1"/>
                </a:solidFill>
                <a:latin typeface="Montserrat"/>
                <a:ea typeface="+mj-ea"/>
                <a:cs typeface="+mj-cs"/>
              </a:rPr>
              <a:t>Describe the process of Manage Contact History</a:t>
            </a:r>
            <a:endParaRPr lang="en-US" sz="1600">
              <a:solidFill>
                <a:schemeClr val="bg1"/>
              </a:solidFill>
              <a:ea typeface="+mj-ea"/>
              <a:cs typeface="+mj-cs"/>
            </a:endParaRPr>
          </a:p>
          <a:p>
            <a:endParaRPr lang="en-US" sz="1000">
              <a:latin typeface="Montserrat" pitchFamily="2" charset="77"/>
            </a:endParaRPr>
          </a:p>
          <a:p>
            <a:endParaRPr lang="en-US" sz="1000">
              <a:latin typeface="Montserrat" pitchFamily="2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7A8F84-D62C-19BE-A519-41A2E08899EA}"/>
              </a:ext>
            </a:extLst>
          </p:cNvPr>
          <p:cNvSpPr txBox="1"/>
          <p:nvPr/>
        </p:nvSpPr>
        <p:spPr>
          <a:xfrm>
            <a:off x="8418673" y="1801867"/>
            <a:ext cx="3128285" cy="446276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chemeClr val="bg1"/>
                </a:solidFill>
                <a:latin typeface="Montserrat"/>
                <a:ea typeface="+mj-ea"/>
                <a:cs typeface="+mj-cs"/>
              </a:rPr>
              <a:t>Offer a holistic view of all the key elements of the to-be process including organization/roles, configuration or customization if needed, data, reporting, security, and controls requirements. </a:t>
            </a:r>
            <a:endParaRPr lang="en-US">
              <a:solidFill>
                <a:schemeClr val="bg1"/>
              </a:solidFill>
              <a:latin typeface="Montserrat"/>
              <a:ea typeface="+mj-ea"/>
              <a:cs typeface="+mj-cs"/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chemeClr val="bg1"/>
                </a:solidFill>
                <a:latin typeface="Montserrat"/>
                <a:ea typeface="+mj-ea"/>
                <a:cs typeface="+mj-cs"/>
              </a:rPr>
              <a:t>Define the target-state ownership and L3 processes. </a:t>
            </a:r>
            <a:endParaRPr lang="en-US">
              <a:solidFill>
                <a:schemeClr val="bg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chemeClr val="bg1"/>
                </a:solidFill>
                <a:latin typeface="Montserrat"/>
                <a:ea typeface="+mj-ea"/>
                <a:cs typeface="+mj-cs"/>
              </a:rPr>
              <a:t>Document key assumptions/decisions and outline any FRICE-W's and reports. </a:t>
            </a:r>
            <a:endParaRPr lang="en-US">
              <a:solidFill>
                <a:schemeClr val="bg1"/>
              </a:solidFill>
              <a:ea typeface="+mj-ea"/>
              <a:cs typeface="+mj-cs"/>
            </a:endParaRPr>
          </a:p>
          <a:p>
            <a:endParaRPr lang="en-US">
              <a:solidFill>
                <a:schemeClr val="bg1"/>
              </a:solidFill>
              <a:latin typeface="Montserrat"/>
              <a:ea typeface="+mj-ea"/>
              <a:cs typeface="+mj-cs"/>
            </a:endParaRPr>
          </a:p>
          <a:p>
            <a:endParaRPr lang="en-US" sz="1000"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8085445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A06D9-97D5-976B-6B7D-37ADA9651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F46CD-1144-6554-DF58-B2D391AF6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1593"/>
            <a:ext cx="11375136" cy="609600"/>
          </a:xfrm>
        </p:spPr>
        <p:txBody>
          <a:bodyPr/>
          <a:lstStyle/>
          <a:p>
            <a:r>
              <a:rPr lang="en-US" sz="2800" b="1">
                <a:latin typeface="Montserrat"/>
              </a:rPr>
              <a:t>Ownership</a:t>
            </a:r>
            <a:endParaRPr lang="en-US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F068F04F-6DFB-171B-FC7A-BD61AE783CD5}"/>
              </a:ext>
            </a:extLst>
          </p:cNvPr>
          <p:cNvSpPr txBox="1">
            <a:spLocks/>
          </p:cNvSpPr>
          <p:nvPr/>
        </p:nvSpPr>
        <p:spPr>
          <a:xfrm>
            <a:off x="535657" y="4756766"/>
            <a:ext cx="3749040" cy="1585049"/>
          </a:xfrm>
          <a:prstGeom prst="rect">
            <a:avLst/>
          </a:prstGeom>
          <a:noFill/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91440" tIns="45720" rIns="91440" bIns="45720" anchor="t">
            <a:spAutoFit/>
          </a:bodyPr>
          <a:lstStyle>
            <a:defPPr marL="0" marR="0" indent="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Montserrat"/>
              </a:defRPr>
            </a:defPPr>
            <a:lvl1pPr>
              <a:spcAft>
                <a:spcPts val="1200"/>
              </a:spcAft>
              <a:defRPr sz="1200">
                <a:solidFill>
                  <a:schemeClr val="accent1"/>
                </a:solidFill>
                <a:latin typeface="Montserrat"/>
              </a:defRPr>
            </a:lvl1pPr>
            <a:lvl2pPr marL="233363" indent="-233363" defTabSz="580412" eaLnBrk="1" hangingPunct="1">
              <a:lnSpc>
                <a:spcPct val="110000"/>
              </a:lnSpc>
              <a:spcAft>
                <a:spcPts val="200"/>
              </a:spcAft>
              <a:buSzPct val="100000"/>
              <a:buChar char="–"/>
              <a:defRPr sz="1200">
                <a:solidFill>
                  <a:schemeClr val="tx1"/>
                </a:solidFill>
                <a:latin typeface="Montserrat"/>
                <a:ea typeface="+mj-ea"/>
                <a:cs typeface="+mj-cs"/>
              </a:defRPr>
            </a:lvl2pPr>
            <a:lvl3pPr marL="457200" indent="-223838" defTabSz="580412" eaLnBrk="1" hangingPunct="1">
              <a:lnSpc>
                <a:spcPct val="110000"/>
              </a:lnSpc>
              <a:spcAft>
                <a:spcPts val="200"/>
              </a:spcAft>
              <a:buSzPct val="100000"/>
              <a:buChar char="•"/>
              <a:defRPr sz="1200">
                <a:solidFill>
                  <a:schemeClr val="tx1"/>
                </a:solidFill>
                <a:latin typeface="Montserrat"/>
                <a:ea typeface="+mj-ea"/>
                <a:cs typeface="+mj-cs"/>
              </a:defRPr>
            </a:lvl3pPr>
            <a:lvl4pPr marL="690563" indent="-233363" defTabSz="580412" eaLnBrk="1" hangingPunct="1">
              <a:lnSpc>
                <a:spcPct val="110000"/>
              </a:lnSpc>
              <a:spcAft>
                <a:spcPts val="200"/>
              </a:spcAft>
              <a:buSzPct val="100000"/>
              <a:buChar char="–"/>
              <a:defRPr sz="1200">
                <a:solidFill>
                  <a:schemeClr val="tx1"/>
                </a:solidFill>
                <a:latin typeface="Montserrat"/>
                <a:ea typeface="+mj-ea"/>
                <a:cs typeface="+mj-cs"/>
              </a:defRPr>
            </a:lvl4pPr>
            <a:lvl5pPr marL="914400" indent="-223838" defTabSz="580412" eaLnBrk="1" hangingPunct="1">
              <a:lnSpc>
                <a:spcPct val="110000"/>
              </a:lnSpc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Montserrat"/>
                <a:ea typeface="+mj-ea"/>
                <a:cs typeface="+mj-cs"/>
              </a:defRPr>
            </a:lvl5pPr>
            <a:lvl6pPr marL="921162" indent="-194427" defTabSz="1218712" eaLnBrk="1" hangingPunct="1">
              <a:spcBef>
                <a:spcPts val="1450"/>
              </a:spcBef>
              <a:buSzPct val="100000"/>
              <a:buChar char="»"/>
              <a:defRPr sz="1200">
                <a:latin typeface="Montserrat"/>
                <a:ea typeface="+mj-ea"/>
                <a:cs typeface="+mj-cs"/>
              </a:defRPr>
            </a:lvl6pPr>
            <a:lvl7pPr marL="1102374" indent="-194427" defTabSz="1218712" eaLnBrk="1" hangingPunct="1">
              <a:spcBef>
                <a:spcPts val="1450"/>
              </a:spcBef>
              <a:buSzPct val="100000"/>
              <a:buChar char="»"/>
              <a:defRPr sz="1200">
                <a:latin typeface="Montserrat"/>
                <a:ea typeface="+mj-ea"/>
                <a:cs typeface="+mj-cs"/>
              </a:defRPr>
            </a:lvl7pPr>
            <a:lvl8pPr marL="1283586" indent="-194427" defTabSz="1218712" eaLnBrk="1" hangingPunct="1">
              <a:spcBef>
                <a:spcPts val="1450"/>
              </a:spcBef>
              <a:buSzPct val="100000"/>
              <a:buChar char="»"/>
              <a:defRPr sz="1200">
                <a:latin typeface="Montserrat"/>
                <a:ea typeface="+mj-ea"/>
                <a:cs typeface="+mj-cs"/>
              </a:defRPr>
            </a:lvl8pPr>
            <a:lvl9pPr marL="1464798" indent="-194427" defTabSz="1218712" eaLnBrk="1" hangingPunct="1">
              <a:spcBef>
                <a:spcPts val="1450"/>
              </a:spcBef>
              <a:buSzPct val="100000"/>
              <a:buChar char="»"/>
              <a:defRPr sz="1200">
                <a:latin typeface="Montserrat"/>
                <a:ea typeface="+mj-ea"/>
                <a:cs typeface="+mj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1200">
                <a:latin typeface="Montserrat"/>
              </a:defRPr>
            </a:pPr>
            <a:r>
              <a:rPr kumimoji="0" lang="en-US" sz="1200" i="0" u="none" strike="noStrike" kern="1200" cap="none" spc="0" normalizeH="0" baseline="0" noProof="0">
                <a:ln>
                  <a:noFill/>
                </a:ln>
                <a:solidFill>
                  <a:srgbClr val="0067A4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WORKSHOP FACILITATION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latin typeface="Montserrat"/>
              </a:defRPr>
            </a:pPr>
            <a:r>
              <a:rPr kumimoji="0" lang="en-US" sz="12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Facilitator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: </a:t>
            </a:r>
            <a:r>
              <a:rPr lang="en-US" b="1">
                <a:solidFill>
                  <a:srgbClr val="000000"/>
                </a:solidFill>
              </a:rPr>
              <a:t>Jose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Diaz</a:t>
            </a:r>
            <a:r>
              <a:rPr lang="en-US" b="1">
                <a:solidFill>
                  <a:srgbClr val="000000"/>
                </a:solidFill>
              </a:rPr>
              <a:t>, Mohanta Das</a:t>
            </a:r>
            <a:endParaRPr lang="en-US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>
                <a:latin typeface="Montserrat"/>
              </a:defRPr>
            </a:pPr>
            <a:r>
              <a:rPr kumimoji="0" lang="en-US" sz="12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IBM Scribe: </a:t>
            </a:r>
            <a:r>
              <a:rPr lang="en-US" sz="1200" b="1">
                <a:solidFill>
                  <a:srgbClr val="000000"/>
                </a:solidFill>
              </a:rPr>
              <a:t>Taylor </a:t>
            </a:r>
            <a:r>
              <a:rPr lang="en-US" sz="1200" b="1" err="1">
                <a:solidFill>
                  <a:srgbClr val="000000"/>
                </a:solidFill>
              </a:rPr>
              <a:t>Ilov</a:t>
            </a:r>
            <a:endParaRPr lang="en-US" sz="1200" b="1">
              <a:solidFill>
                <a:srgbClr val="000000"/>
              </a:solidFill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latin typeface="Montserrat"/>
              </a:defRPr>
            </a:pPr>
            <a:r>
              <a:rPr kumimoji="0" lang="en-US" sz="12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Change Impacts: </a:t>
            </a:r>
            <a:r>
              <a:rPr lang="en-US" b="1">
                <a:solidFill>
                  <a:srgbClr val="000000"/>
                </a:solidFill>
              </a:rPr>
              <a:t>Julie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1200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Vandblarcum</a:t>
            </a:r>
            <a:r>
              <a:rPr lang="en-US" b="1">
                <a:solidFill>
                  <a:srgbClr val="000000"/>
                </a:solidFill>
              </a:rPr>
              <a:t>,</a:t>
            </a:r>
            <a:r>
              <a:rPr lang="en-US">
                <a:solidFill>
                  <a:srgbClr val="000000"/>
                </a:solidFill>
              </a:rPr>
              <a:t> </a:t>
            </a:r>
            <a:r>
              <a:rPr lang="en-US" b="1">
                <a:solidFill>
                  <a:srgbClr val="000000"/>
                </a:solidFill>
              </a:rPr>
              <a:t>Olivia Shen</a:t>
            </a:r>
            <a:endParaRPr lang="en-US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>
                <a:latin typeface="Montserrat"/>
              </a:defRPr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573676-BFE1-83AA-90C9-0699928A0949}"/>
              </a:ext>
            </a:extLst>
          </p:cNvPr>
          <p:cNvSpPr txBox="1"/>
          <p:nvPr/>
        </p:nvSpPr>
        <p:spPr>
          <a:xfrm>
            <a:off x="4298472" y="4756766"/>
            <a:ext cx="2482339" cy="143116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1200">
                <a:latin typeface="Montserrat"/>
              </a:defRPr>
            </a:pPr>
            <a:r>
              <a:rPr kumimoji="0" lang="en-US" sz="1200" i="0" u="none" strike="noStrike" kern="1200" cap="none" spc="0" normalizeH="0" baseline="0" noProof="0">
                <a:ln>
                  <a:noFill/>
                </a:ln>
                <a:solidFill>
                  <a:srgbClr val="0067A4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CE PARTICIPANTS</a:t>
            </a:r>
          </a:p>
          <a:p>
            <a:pPr marL="285750" indent="-285750">
              <a:buFont typeface="Arial"/>
              <a:buChar char="•"/>
              <a:defRPr sz="1200">
                <a:latin typeface="Montserrat"/>
              </a:defRPr>
            </a:pPr>
            <a:r>
              <a:rPr kumimoji="0" lang="en-US" sz="12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</a:rPr>
              <a:t>Global Process Owner: </a:t>
            </a:r>
            <a:br>
              <a:rPr lang="en-US"/>
            </a:br>
            <a:r>
              <a:rPr lang="en-US" sz="1200" b="1">
                <a:solidFill>
                  <a:srgbClr val="000000"/>
                </a:solidFill>
                <a:latin typeface="Montserrat"/>
              </a:rPr>
              <a:t>Mary </a:t>
            </a:r>
            <a:r>
              <a:rPr lang="en-US" sz="1200" b="1" err="1">
                <a:solidFill>
                  <a:srgbClr val="000000"/>
                </a:solidFill>
                <a:latin typeface="Montserrat"/>
              </a:rPr>
              <a:t>Kerschke</a:t>
            </a:r>
            <a:r>
              <a:rPr lang="en-US" sz="1200" b="1">
                <a:solidFill>
                  <a:srgbClr val="000000"/>
                </a:solidFill>
                <a:latin typeface="Montserrat"/>
              </a:rPr>
              <a:t>​</a:t>
            </a:r>
            <a:endParaRPr lang="en-US" sz="1200" b="1"/>
          </a:p>
          <a:p>
            <a:pPr>
              <a:defRPr sz="1200">
                <a:latin typeface="Montserrat"/>
              </a:defRPr>
            </a:pPr>
            <a:endParaRPr lang="en-US" sz="1200" b="1">
              <a:solidFill>
                <a:srgbClr val="000000"/>
              </a:solidFill>
              <a:latin typeface="Montserrat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,Sans-Serif"/>
              <a:buChar char="•"/>
              <a:tabLst/>
              <a:defRPr sz="1200">
                <a:latin typeface="Montserrat"/>
              </a:defRPr>
            </a:pPr>
            <a:r>
              <a:rPr kumimoji="0" lang="en-US" sz="12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</a:rPr>
              <a:t>SMEs </a:t>
            </a:r>
            <a:r>
              <a:rPr kumimoji="0" lang="en-US" sz="1200" i="0" u="none" strike="noStrike" kern="1200" cap="none" spc="0" normalizeH="0" baseline="0" noProof="0">
                <a:ln>
                  <a:noFill/>
                </a:ln>
                <a:solidFill>
                  <a:srgbClr val="0067A4"/>
                </a:solidFill>
                <a:effectLst/>
                <a:uLnTx/>
                <a:uFillTx/>
                <a:latin typeface="Montserrat"/>
              </a:rPr>
              <a:t> </a:t>
            </a:r>
            <a:endParaRPr lang="en-US" sz="1200" i="0" u="none" strike="noStrike" kern="1200" cap="none" spc="0" normalizeH="0" baseline="0" noProof="0">
              <a:ln>
                <a:noFill/>
              </a:ln>
              <a:solidFill>
                <a:srgbClr val="0067A4"/>
              </a:solidFill>
              <a:effectLst/>
              <a:uLnTx/>
              <a:uFillTx/>
              <a:latin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1200">
                <a:latin typeface="Montserrat"/>
              </a:defRPr>
            </a:pPr>
            <a:r>
              <a:rPr kumimoji="0" lang="en-US" sz="1200" i="0" u="none" strike="noStrike" kern="1200" cap="none" spc="0" normalizeH="0" baseline="0" noProof="0">
                <a:ln>
                  <a:noFill/>
                </a:ln>
                <a:solidFill>
                  <a:srgbClr val="0067A4"/>
                </a:solidFill>
                <a:effectLst/>
                <a:uLnTx/>
                <a:uFillTx/>
                <a:latin typeface="Montserrat"/>
              </a:rPr>
              <a:t> </a:t>
            </a:r>
            <a:endParaRPr lang="en-US" sz="1200" i="0" u="none" strike="noStrike" kern="1200" cap="none" spc="0" normalizeH="0" baseline="0" noProof="0">
              <a:ln>
                <a:noFill/>
              </a:ln>
              <a:solidFill>
                <a:srgbClr val="0067A4"/>
              </a:solidFill>
              <a:effectLst/>
              <a:uLnTx/>
              <a:uFillTx/>
              <a:latin typeface="Montserrat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7F055A7-BB2E-3BF1-B0E5-02D3240DD0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7300540"/>
              </p:ext>
            </p:extLst>
          </p:nvPr>
        </p:nvGraphicFramePr>
        <p:xfrm>
          <a:off x="420567" y="1240385"/>
          <a:ext cx="11599853" cy="26723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0032">
                  <a:extLst>
                    <a:ext uri="{9D8B030D-6E8A-4147-A177-3AD203B41FA5}">
                      <a16:colId xmlns:a16="http://schemas.microsoft.com/office/drawing/2014/main" val="1046793142"/>
                    </a:ext>
                  </a:extLst>
                </a:gridCol>
                <a:gridCol w="1072893">
                  <a:extLst>
                    <a:ext uri="{9D8B030D-6E8A-4147-A177-3AD203B41FA5}">
                      <a16:colId xmlns:a16="http://schemas.microsoft.com/office/drawing/2014/main" val="1451434593"/>
                    </a:ext>
                  </a:extLst>
                </a:gridCol>
                <a:gridCol w="1743454">
                  <a:extLst>
                    <a:ext uri="{9D8B030D-6E8A-4147-A177-3AD203B41FA5}">
                      <a16:colId xmlns:a16="http://schemas.microsoft.com/office/drawing/2014/main" val="4290049925"/>
                    </a:ext>
                  </a:extLst>
                </a:gridCol>
                <a:gridCol w="2426208">
                  <a:extLst>
                    <a:ext uri="{9D8B030D-6E8A-4147-A177-3AD203B41FA5}">
                      <a16:colId xmlns:a16="http://schemas.microsoft.com/office/drawing/2014/main" val="3896140478"/>
                    </a:ext>
                  </a:extLst>
                </a:gridCol>
                <a:gridCol w="1353312">
                  <a:extLst>
                    <a:ext uri="{9D8B030D-6E8A-4147-A177-3AD203B41FA5}">
                      <a16:colId xmlns:a16="http://schemas.microsoft.com/office/drawing/2014/main" val="578382920"/>
                    </a:ext>
                  </a:extLst>
                </a:gridCol>
                <a:gridCol w="1950720">
                  <a:extLst>
                    <a:ext uri="{9D8B030D-6E8A-4147-A177-3AD203B41FA5}">
                      <a16:colId xmlns:a16="http://schemas.microsoft.com/office/drawing/2014/main" val="2744401575"/>
                    </a:ext>
                  </a:extLst>
                </a:gridCol>
                <a:gridCol w="1273234">
                  <a:extLst>
                    <a:ext uri="{9D8B030D-6E8A-4147-A177-3AD203B41FA5}">
                      <a16:colId xmlns:a16="http://schemas.microsoft.com/office/drawing/2014/main" val="2844718432"/>
                    </a:ext>
                  </a:extLst>
                </a:gridCol>
              </a:tblGrid>
              <a:tr h="398063"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Montserrat"/>
                        </a:rPr>
                        <a:t>Workshop/PDD </a:t>
                      </a:r>
                      <a:endParaRPr lang="en-US" sz="1400" b="1">
                        <a:solidFill>
                          <a:srgbClr val="231F20"/>
                        </a:solidFill>
                        <a:effectLst/>
                        <a:latin typeface="Montserra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Montserrat"/>
                        </a:rPr>
                        <a:t>Level 1</a:t>
                      </a:r>
                      <a:endParaRPr lang="en-US" sz="1400" b="1">
                        <a:solidFill>
                          <a:srgbClr val="231F20"/>
                        </a:solidFill>
                        <a:effectLst/>
                        <a:latin typeface="Montserra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Montserrat"/>
                        </a:rPr>
                        <a:t>Level 2</a:t>
                      </a:r>
                      <a:endParaRPr lang="en-US" sz="1400" b="1">
                        <a:solidFill>
                          <a:srgbClr val="231F20"/>
                        </a:solidFill>
                        <a:effectLst/>
                        <a:latin typeface="Montserra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Montserrat"/>
                        </a:rPr>
                        <a:t>Level 3</a:t>
                      </a:r>
                      <a:endParaRPr lang="en-US" sz="1400" b="1">
                        <a:solidFill>
                          <a:srgbClr val="231F20"/>
                        </a:solidFill>
                        <a:effectLst/>
                        <a:latin typeface="Montserra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400"/>
                        <a:t>Teams Impacted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400"/>
                        <a:t>Business Process Owner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400"/>
                        <a:t>Reviewer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3717236"/>
                  </a:ext>
                </a:extLst>
              </a:tr>
              <a:tr h="772713">
                <a:tc rowSpan="3">
                  <a:txBody>
                    <a:bodyPr/>
                    <a:lstStyle/>
                    <a:p>
                      <a:pPr marL="0" marR="0" lvl="0" indent="0" algn="l" rtl="0">
                        <a:lnSpc>
                          <a:spcPts val="16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Montserrat"/>
                        </a:rPr>
                        <a:t>21.0 A-1 Manage Contact History</a:t>
                      </a:r>
                      <a:endParaRPr lang="en-US"/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marL="0" marR="0" lvl="0" indent="0" algn="l">
                        <a:lnSpc>
                          <a:spcPts val="16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0">
                          <a:solidFill>
                            <a:srgbClr val="000000"/>
                          </a:solidFill>
                          <a:effectLst/>
                          <a:latin typeface="Montserrat"/>
                        </a:rPr>
                        <a:t>Manage Customer Service</a:t>
                      </a:r>
                      <a:endParaRPr lang="en-US"/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marL="0" marR="0" lvl="0" indent="0" algn="l">
                        <a:lnSpc>
                          <a:spcPts val="16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>
                          <a:solidFill>
                            <a:srgbClr val="000000"/>
                          </a:solidFill>
                          <a:effectLst/>
                          <a:latin typeface="Montserrat"/>
                        </a:rPr>
                        <a:t>Manage Contact History</a:t>
                      </a: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lvl="0">
                        <a:lnSpc>
                          <a:spcPts val="1650"/>
                        </a:lnSpc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</a:rPr>
                        <a:t>21.1 Manage Customer Inquiry</a:t>
                      </a:r>
                      <a:endParaRPr lang="en-US"/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/>
                        <a:t>Customer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/>
                        <a:t>Mary Kerschke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Montserrat"/>
                        </a:rPr>
                        <a:t>Customer Core Team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6243378"/>
                  </a:ext>
                </a:extLst>
              </a:tr>
              <a:tr h="690758">
                <a:tc vMerge="1">
                  <a:txBody>
                    <a:bodyPr/>
                    <a:lstStyle/>
                    <a:p>
                      <a:pPr defTabSz="609585">
                        <a:tabLst/>
                        <a:defRPr sz="1200">
                          <a:latin typeface="Montserrat"/>
                        </a:defRPr>
                      </a:pPr>
                      <a:endParaRPr lang="en-US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defTabSz="609585">
                        <a:tabLst/>
                        <a:defRPr sz="1200">
                          <a:latin typeface="Montserrat"/>
                        </a:defRPr>
                      </a:pPr>
                      <a:endParaRPr lang="en-US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defTabSz="609585">
                        <a:tabLst/>
                        <a:defRPr sz="1200">
                          <a:latin typeface="Montserrat"/>
                        </a:defRPr>
                      </a:pPr>
                      <a:endParaRPr lang="en-US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/>
                        <a:t>Customer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latin typeface="Montserrat"/>
                        </a:rPr>
                        <a:t>Mary Kerschke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Montserra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Montserrat"/>
                        </a:rPr>
                        <a:t>Customer Core Team</a:t>
                      </a:r>
                      <a:endParaRPr lang="en-US" b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184522"/>
                  </a:ext>
                </a:extLst>
              </a:tr>
              <a:tr h="690758">
                <a:tc vMerge="1">
                  <a:txBody>
                    <a:bodyPr/>
                    <a:lstStyle/>
                    <a:p>
                      <a:pPr defTabSz="609585">
                        <a:tabLst/>
                        <a:defRPr sz="1200">
                          <a:latin typeface="Montserrat"/>
                        </a:defRPr>
                      </a:pPr>
                      <a:endParaRPr lang="en-US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defTabSz="609585">
                        <a:tabLst/>
                        <a:defRPr sz="1200">
                          <a:latin typeface="Montserrat"/>
                        </a:defRPr>
                      </a:pPr>
                      <a:endParaRPr lang="en-US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defTabSz="609585">
                        <a:tabLst/>
                        <a:defRPr sz="1200">
                          <a:latin typeface="Montserrat"/>
                        </a:defRPr>
                      </a:pPr>
                      <a:endParaRPr lang="en-US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Montserrat"/>
                        </a:rPr>
                        <a:t>Customer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latin typeface="Montserrat"/>
                        </a:rPr>
                        <a:t>Mary Kerschke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Montserra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Montserrat"/>
                        </a:rPr>
                        <a:t>Customer Core Team</a:t>
                      </a:r>
                      <a:endParaRPr lang="en-US" b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82024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26385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81D28-E381-D82D-4CE8-2AD86600F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363667B-981C-A7C5-B405-AF1006A4B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766" y="4425702"/>
            <a:ext cx="6483035" cy="1887074"/>
          </a:xfrm>
        </p:spPr>
        <p:txBody>
          <a:bodyPr/>
          <a:lstStyle/>
          <a:p>
            <a:r>
              <a:rPr lang="en-US" sz="4250" b="1">
                <a:latin typeface="Montserrat"/>
              </a:rPr>
              <a:t>02</a:t>
            </a:r>
            <a:r>
              <a:rPr lang="en-US" sz="4250">
                <a:latin typeface="Montserrat"/>
              </a:rPr>
              <a:t> Live Agent Desktop</a:t>
            </a:r>
            <a:endParaRPr lang="en-US" sz="4400"/>
          </a:p>
        </p:txBody>
      </p:sp>
    </p:spTree>
    <p:extLst>
      <p:ext uri="{BB962C8B-B14F-4D97-AF65-F5344CB8AC3E}">
        <p14:creationId xmlns:p14="http://schemas.microsoft.com/office/powerpoint/2010/main" val="28280658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12289-486C-7656-F81E-3D0D25109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6C899-8F46-F990-6D92-7D4078DBA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8" y="84838"/>
            <a:ext cx="11375136" cy="609600"/>
          </a:xfrm>
        </p:spPr>
        <p:txBody>
          <a:bodyPr/>
          <a:lstStyle/>
          <a:p>
            <a:r>
              <a:rPr lang="en-US" sz="2800" b="1">
                <a:latin typeface="Montserrat"/>
              </a:rPr>
              <a:t>Live Agent Desktop</a:t>
            </a:r>
            <a:endParaRPr lang="en-US"/>
          </a:p>
        </p:txBody>
      </p:sp>
      <p:pic>
        <p:nvPicPr>
          <p:cNvPr id="4" name="Graphic 3" descr="User outline">
            <a:extLst>
              <a:ext uri="{FF2B5EF4-FFF2-40B4-BE49-F238E27FC236}">
                <a16:creationId xmlns:a16="http://schemas.microsoft.com/office/drawing/2014/main" id="{EF3947D5-7DD6-0D7F-0BA4-F2FBB5C9A9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38800" y="2971800"/>
            <a:ext cx="914400" cy="914400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386200D5-911E-32D0-1156-8637186B2FBF}"/>
              </a:ext>
            </a:extLst>
          </p:cNvPr>
          <p:cNvSpPr/>
          <p:nvPr/>
        </p:nvSpPr>
        <p:spPr>
          <a:xfrm>
            <a:off x="2073729" y="1779814"/>
            <a:ext cx="1910442" cy="1012372"/>
          </a:xfrm>
          <a:prstGeom prst="ellipse">
            <a:avLst/>
          </a:prstGeom>
          <a:solidFill>
            <a:schemeClr val="accent1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latin typeface="Montserrat" pitchFamily="2" charset="77"/>
              </a:rPr>
              <a:t>Automatic Identification and Search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B249BD9-39A9-7FB2-5C22-B1A7139DE6EC}"/>
              </a:ext>
            </a:extLst>
          </p:cNvPr>
          <p:cNvSpPr/>
          <p:nvPr/>
        </p:nvSpPr>
        <p:spPr>
          <a:xfrm>
            <a:off x="5140779" y="919842"/>
            <a:ext cx="1910442" cy="1012372"/>
          </a:xfrm>
          <a:prstGeom prst="ellipse">
            <a:avLst/>
          </a:prstGeom>
          <a:solidFill>
            <a:schemeClr val="accent1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latin typeface="Montserrat" pitchFamily="2" charset="77"/>
              </a:rPr>
              <a:t>Detailed Customer Information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7551CF9-E7FE-3571-1FDE-A00242FC9C8C}"/>
              </a:ext>
            </a:extLst>
          </p:cNvPr>
          <p:cNvSpPr/>
          <p:nvPr/>
        </p:nvSpPr>
        <p:spPr>
          <a:xfrm>
            <a:off x="8207829" y="1779814"/>
            <a:ext cx="1910442" cy="1012372"/>
          </a:xfrm>
          <a:prstGeom prst="ellipse">
            <a:avLst/>
          </a:prstGeom>
          <a:solidFill>
            <a:schemeClr val="accent1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latin typeface="Montserrat" pitchFamily="2" charset="77"/>
              </a:rPr>
              <a:t>Knowledgebase Integration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C180E2B-4F39-BB7E-2491-BEEB1957E53B}"/>
              </a:ext>
            </a:extLst>
          </p:cNvPr>
          <p:cNvSpPr/>
          <p:nvPr/>
        </p:nvSpPr>
        <p:spPr>
          <a:xfrm>
            <a:off x="8243208" y="4065815"/>
            <a:ext cx="1910442" cy="1012372"/>
          </a:xfrm>
          <a:prstGeom prst="ellipse">
            <a:avLst/>
          </a:prstGeom>
          <a:solidFill>
            <a:schemeClr val="accent1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latin typeface="Montserrat" pitchFamily="2" charset="77"/>
              </a:rPr>
              <a:t>Quick Actions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8E53C5B-DBDA-D268-0FD5-8FD0BF6A8533}"/>
              </a:ext>
            </a:extLst>
          </p:cNvPr>
          <p:cNvSpPr/>
          <p:nvPr/>
        </p:nvSpPr>
        <p:spPr>
          <a:xfrm>
            <a:off x="5140779" y="4925786"/>
            <a:ext cx="1910442" cy="1012372"/>
          </a:xfrm>
          <a:prstGeom prst="ellipse">
            <a:avLst/>
          </a:prstGeom>
          <a:solidFill>
            <a:schemeClr val="accent1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latin typeface="Montserrat" pitchFamily="2" charset="77"/>
              </a:rPr>
              <a:t>Omnichannel Communication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A4B17FB-8757-AB13-78A1-47304236E391}"/>
              </a:ext>
            </a:extLst>
          </p:cNvPr>
          <p:cNvSpPr/>
          <p:nvPr/>
        </p:nvSpPr>
        <p:spPr>
          <a:xfrm>
            <a:off x="2038350" y="4065815"/>
            <a:ext cx="1910442" cy="1012372"/>
          </a:xfrm>
          <a:prstGeom prst="ellipse">
            <a:avLst/>
          </a:prstGeom>
          <a:solidFill>
            <a:schemeClr val="accent1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latin typeface="Montserrat" pitchFamily="2" charset="77"/>
              </a:rPr>
              <a:t>Show Key Alerts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1DBED3-32A6-F9B5-A82F-D7A191CBF1A3}"/>
              </a:ext>
            </a:extLst>
          </p:cNvPr>
          <p:cNvSpPr txBox="1"/>
          <p:nvPr/>
        </p:nvSpPr>
        <p:spPr>
          <a:xfrm>
            <a:off x="-38101" y="841252"/>
            <a:ext cx="3456549" cy="116955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/>
              <a:t>Customer service agents can use the agent desktop to work on several business processes and communication items simultaneously.</a:t>
            </a:r>
            <a:endParaRPr lang="en-US" sz="800">
              <a:latin typeface="Montserrat" pitchFamily="2" charset="77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45A2884-41E2-1548-60AE-511300237199}"/>
              </a:ext>
            </a:extLst>
          </p:cNvPr>
          <p:cNvCxnSpPr>
            <a:endCxn id="7" idx="2"/>
          </p:cNvCxnSpPr>
          <p:nvPr/>
        </p:nvCxnSpPr>
        <p:spPr>
          <a:xfrm flipV="1">
            <a:off x="6553200" y="2286000"/>
            <a:ext cx="1654629" cy="11429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1092476-794E-50F5-2B5D-A18FC943A326}"/>
              </a:ext>
            </a:extLst>
          </p:cNvPr>
          <p:cNvCxnSpPr>
            <a:cxnSpLocks/>
            <a:endCxn id="8" idx="2"/>
          </p:cNvCxnSpPr>
          <p:nvPr/>
        </p:nvCxnSpPr>
        <p:spPr>
          <a:xfrm>
            <a:off x="6553200" y="3831772"/>
            <a:ext cx="1690008" cy="7402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9253101-AB4C-79D1-E3A8-F9F07C8C16E1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6096000" y="3886200"/>
            <a:ext cx="0" cy="10395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8C0648E-D273-C5FB-651D-BD1814512845}"/>
              </a:ext>
            </a:extLst>
          </p:cNvPr>
          <p:cNvCxnSpPr>
            <a:cxnSpLocks/>
            <a:stCxn id="4" idx="0"/>
            <a:endCxn id="6" idx="4"/>
          </p:cNvCxnSpPr>
          <p:nvPr/>
        </p:nvCxnSpPr>
        <p:spPr>
          <a:xfrm flipV="1">
            <a:off x="6096000" y="1932214"/>
            <a:ext cx="0" cy="10395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490D7A8-6A53-2258-DBA5-D7207410BD27}"/>
              </a:ext>
            </a:extLst>
          </p:cNvPr>
          <p:cNvCxnSpPr>
            <a:cxnSpLocks/>
            <a:endCxn id="5" idx="6"/>
          </p:cNvCxnSpPr>
          <p:nvPr/>
        </p:nvCxnSpPr>
        <p:spPr>
          <a:xfrm flipH="1" flipV="1">
            <a:off x="3984171" y="2286000"/>
            <a:ext cx="1654629" cy="11429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F5D60BC-51CA-EC70-3FAA-FB77D7E184A2}"/>
              </a:ext>
            </a:extLst>
          </p:cNvPr>
          <p:cNvCxnSpPr>
            <a:cxnSpLocks/>
            <a:endCxn id="3" idx="6"/>
          </p:cNvCxnSpPr>
          <p:nvPr/>
        </p:nvCxnSpPr>
        <p:spPr>
          <a:xfrm flipH="1">
            <a:off x="3948792" y="3831772"/>
            <a:ext cx="1658869" cy="7402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70320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30119-9117-FD9B-A2EF-5CAA2D166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E4BA4-2813-F796-A6AB-2A454B08E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8" y="84838"/>
            <a:ext cx="11375136" cy="609600"/>
          </a:xfrm>
        </p:spPr>
        <p:txBody>
          <a:bodyPr/>
          <a:lstStyle/>
          <a:p>
            <a:r>
              <a:rPr lang="en-US" sz="2800" b="1">
                <a:latin typeface="Montserrat"/>
              </a:rPr>
              <a:t>Live Agent Desktop</a:t>
            </a:r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5A37FA-9186-CE84-DCC9-0F58346A25EA}"/>
              </a:ext>
            </a:extLst>
          </p:cNvPr>
          <p:cNvSpPr txBox="1"/>
          <p:nvPr/>
        </p:nvSpPr>
        <p:spPr>
          <a:xfrm rot="10800000" flipV="1">
            <a:off x="-98" y="823950"/>
            <a:ext cx="12192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/>
              <a:t>The agent desktop is the central work environment for an agent in SAP Service Cloud Version 2. </a:t>
            </a:r>
            <a:endParaRPr lang="en-US" sz="1400">
              <a:latin typeface="Montserrat" pitchFamily="2" charset="77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34880F7-DB5F-FC9F-B83D-59D9DA4C09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019" y="1237957"/>
            <a:ext cx="11753766" cy="5535205"/>
          </a:xfrm>
          <a:prstGeom prst="rect">
            <a:avLst/>
          </a:pr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A39F0D73-1F18-2CB1-5CBC-DB7F5938D2AB}"/>
              </a:ext>
            </a:extLst>
          </p:cNvPr>
          <p:cNvSpPr/>
          <p:nvPr/>
        </p:nvSpPr>
        <p:spPr>
          <a:xfrm>
            <a:off x="3516923" y="4944794"/>
            <a:ext cx="1913206" cy="1350498"/>
          </a:xfrm>
          <a:prstGeom prst="ellipse">
            <a:avLst/>
          </a:prstGeom>
          <a:solidFill>
            <a:schemeClr val="accent1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latin typeface="Montserrat" pitchFamily="2" charset="77"/>
              </a:rPr>
              <a:t>Create New Accounts, New Contacts, New Individual Customers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941E3FC-09E0-ADF7-242B-FC4AEA789A9B}"/>
              </a:ext>
            </a:extLst>
          </p:cNvPr>
          <p:cNvCxnSpPr/>
          <p:nvPr/>
        </p:nvCxnSpPr>
        <p:spPr>
          <a:xfrm flipV="1">
            <a:off x="4501662" y="4543865"/>
            <a:ext cx="0" cy="3938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CACA8121-629F-EF88-F44A-E78E51284312}"/>
              </a:ext>
            </a:extLst>
          </p:cNvPr>
          <p:cNvSpPr/>
          <p:nvPr/>
        </p:nvSpPr>
        <p:spPr>
          <a:xfrm>
            <a:off x="672218" y="2489982"/>
            <a:ext cx="2183524" cy="1529861"/>
          </a:xfrm>
          <a:prstGeom prst="ellipse">
            <a:avLst/>
          </a:prstGeom>
          <a:solidFill>
            <a:schemeClr val="accent1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latin typeface="Montserrat" pitchFamily="2" charset="77"/>
              </a:rPr>
              <a:t>Search for Accounts, Contacts, Individual Customers, Cases, Premises, Contract Accounts, Service Orders, etc.  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AFD43DD-D65C-D473-E158-2B7F79FE30F2}"/>
              </a:ext>
            </a:extLst>
          </p:cNvPr>
          <p:cNvCxnSpPr/>
          <p:nvPr/>
        </p:nvCxnSpPr>
        <p:spPr>
          <a:xfrm flipV="1">
            <a:off x="1758462" y="2082018"/>
            <a:ext cx="0" cy="3516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31C7DD2E-4235-F758-0F7B-5AA90C9DD8CB}"/>
              </a:ext>
            </a:extLst>
          </p:cNvPr>
          <p:cNvSpPr/>
          <p:nvPr/>
        </p:nvSpPr>
        <p:spPr>
          <a:xfrm>
            <a:off x="6736080" y="2433711"/>
            <a:ext cx="1913206" cy="1350498"/>
          </a:xfrm>
          <a:prstGeom prst="ellipse">
            <a:avLst/>
          </a:prstGeom>
          <a:solidFill>
            <a:schemeClr val="accent1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latin typeface="Montserrat" pitchFamily="2" charset="77"/>
              </a:rPr>
              <a:t>Create Case, Service Order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EA73F16-273B-7C1F-5171-522252DBDFF3}"/>
              </a:ext>
            </a:extLst>
          </p:cNvPr>
          <p:cNvCxnSpPr>
            <a:cxnSpLocks/>
          </p:cNvCxnSpPr>
          <p:nvPr/>
        </p:nvCxnSpPr>
        <p:spPr>
          <a:xfrm flipV="1">
            <a:off x="8117058" y="2082018"/>
            <a:ext cx="323557" cy="3516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59092748-C50F-C55A-9FCC-8150899E754B}"/>
              </a:ext>
            </a:extLst>
          </p:cNvPr>
          <p:cNvSpPr/>
          <p:nvPr/>
        </p:nvSpPr>
        <p:spPr>
          <a:xfrm>
            <a:off x="6740771" y="4543865"/>
            <a:ext cx="1913206" cy="1350498"/>
          </a:xfrm>
          <a:prstGeom prst="ellipse">
            <a:avLst/>
          </a:prstGeom>
          <a:solidFill>
            <a:schemeClr val="accent1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latin typeface="Montserrat" pitchFamily="2" charset="77"/>
              </a:rPr>
              <a:t>Log manual interactions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9D1D34C-84BE-71EA-E82A-75C96EA45B78}"/>
              </a:ext>
            </a:extLst>
          </p:cNvPr>
          <p:cNvCxnSpPr>
            <a:cxnSpLocks/>
          </p:cNvCxnSpPr>
          <p:nvPr/>
        </p:nvCxnSpPr>
        <p:spPr>
          <a:xfrm>
            <a:off x="8649286" y="5219114"/>
            <a:ext cx="4103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33B665AF-D99E-0808-53AA-A6BEC74E0B50}"/>
              </a:ext>
            </a:extLst>
          </p:cNvPr>
          <p:cNvSpPr/>
          <p:nvPr/>
        </p:nvSpPr>
        <p:spPr>
          <a:xfrm>
            <a:off x="10433538" y="2257864"/>
            <a:ext cx="1726946" cy="1350497"/>
          </a:xfrm>
          <a:prstGeom prst="ellipse">
            <a:avLst/>
          </a:prstGeom>
          <a:solidFill>
            <a:schemeClr val="accent1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latin typeface="Montserrat" pitchFamily="2" charset="77"/>
              </a:rPr>
              <a:t>Review Knowledgebase articles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1D2C3DC-D407-1ACD-9266-6790D262647B}"/>
              </a:ext>
            </a:extLst>
          </p:cNvPr>
          <p:cNvCxnSpPr>
            <a:cxnSpLocks/>
          </p:cNvCxnSpPr>
          <p:nvPr/>
        </p:nvCxnSpPr>
        <p:spPr>
          <a:xfrm flipH="1" flipV="1">
            <a:off x="10691446" y="2082018"/>
            <a:ext cx="419687" cy="2086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63150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710F3-4478-2ACD-F923-8A4A5FEBE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9C727-A440-F595-F380-943BCD7AC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8" y="84838"/>
            <a:ext cx="11375136" cy="609600"/>
          </a:xfrm>
        </p:spPr>
        <p:txBody>
          <a:bodyPr/>
          <a:lstStyle/>
          <a:p>
            <a:r>
              <a:rPr lang="en-US" sz="2800" b="1">
                <a:latin typeface="Montserrat"/>
              </a:rPr>
              <a:t>Agent Desktop – Customer Hub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EA79E2-DCD0-918E-0466-DFA39F945774}"/>
              </a:ext>
            </a:extLst>
          </p:cNvPr>
          <p:cNvSpPr txBox="1"/>
          <p:nvPr/>
        </p:nvSpPr>
        <p:spPr>
          <a:xfrm rot="10800000" flipV="1">
            <a:off x="-98" y="694438"/>
            <a:ext cx="12192000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/>
              <a:t>Upon accepting an incoming call or chat request, customer hub opens automatically. If the interaction is from a known customer or contact, customer hub loads the relevant customer or contact information. The solution captures details of the interaction in the timeline.</a:t>
            </a:r>
            <a:endParaRPr lang="en-US" sz="1400">
              <a:latin typeface="Montserrat" pitchFamily="2" charset="7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539115-813B-70B7-9569-CE901FD769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267" y="1589057"/>
            <a:ext cx="11375136" cy="5268943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B6B0DDEB-B4EE-69EE-EC16-33B651D4C3D5}"/>
              </a:ext>
            </a:extLst>
          </p:cNvPr>
          <p:cNvSpPr/>
          <p:nvPr/>
        </p:nvSpPr>
        <p:spPr>
          <a:xfrm>
            <a:off x="1146516" y="5655212"/>
            <a:ext cx="1505243" cy="923332"/>
          </a:xfrm>
          <a:prstGeom prst="ellipse">
            <a:avLst/>
          </a:prstGeom>
          <a:solidFill>
            <a:schemeClr val="accent1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latin typeface="Montserrat" pitchFamily="2" charset="77"/>
              </a:rPr>
              <a:t>Immediate view of customer header information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6E3DEAF-20C0-66D4-A34A-4ED22FBD856B}"/>
              </a:ext>
            </a:extLst>
          </p:cNvPr>
          <p:cNvCxnSpPr>
            <a:cxnSpLocks/>
          </p:cNvCxnSpPr>
          <p:nvPr/>
        </p:nvCxnSpPr>
        <p:spPr>
          <a:xfrm flipV="1">
            <a:off x="1899138" y="5233182"/>
            <a:ext cx="0" cy="4220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F3A8BFFD-5604-5D0D-2527-5A1B07C41790}"/>
              </a:ext>
            </a:extLst>
          </p:cNvPr>
          <p:cNvSpPr/>
          <p:nvPr/>
        </p:nvSpPr>
        <p:spPr>
          <a:xfrm>
            <a:off x="7122942" y="4345611"/>
            <a:ext cx="1739704" cy="1534684"/>
          </a:xfrm>
          <a:prstGeom prst="ellipse">
            <a:avLst/>
          </a:prstGeom>
          <a:solidFill>
            <a:schemeClr val="accent1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latin typeface="Montserrat" pitchFamily="2" charset="77"/>
              </a:rPr>
              <a:t>The timeline shows phone calls, e-mail, chat interactions, cases, and other touch points with the customer.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08EA628-D6FA-BEDD-0B83-22C8452DE349}"/>
              </a:ext>
            </a:extLst>
          </p:cNvPr>
          <p:cNvSpPr/>
          <p:nvPr/>
        </p:nvSpPr>
        <p:spPr>
          <a:xfrm>
            <a:off x="10292862" y="4074435"/>
            <a:ext cx="1505243" cy="1194508"/>
          </a:xfrm>
          <a:prstGeom prst="ellipse">
            <a:avLst/>
          </a:prstGeom>
          <a:solidFill>
            <a:schemeClr val="accent1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latin typeface="Montserrat" pitchFamily="2" charset="77"/>
              </a:rPr>
              <a:t>Log manual interactions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6797879-25A5-0724-912B-D28DF2F1BED0}"/>
              </a:ext>
            </a:extLst>
          </p:cNvPr>
          <p:cNvSpPr/>
          <p:nvPr/>
        </p:nvSpPr>
        <p:spPr>
          <a:xfrm>
            <a:off x="6095902" y="2064687"/>
            <a:ext cx="1739704" cy="1357593"/>
          </a:xfrm>
          <a:prstGeom prst="ellipse">
            <a:avLst/>
          </a:prstGeom>
          <a:solidFill>
            <a:schemeClr val="accent1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latin typeface="Montserrat" pitchFamily="2" charset="77"/>
              </a:rPr>
              <a:t>Perform Key Actions like Make a payment, move in, move out, make a payment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F13BCB0-F8CC-5216-36A2-B7294047F184}"/>
              </a:ext>
            </a:extLst>
          </p:cNvPr>
          <p:cNvCxnSpPr/>
          <p:nvPr/>
        </p:nvCxnSpPr>
        <p:spPr>
          <a:xfrm flipH="1" flipV="1">
            <a:off x="5106572" y="2475914"/>
            <a:ext cx="989330" cy="2672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7375D7B-B754-ABB9-7653-6E842ACEF865}"/>
              </a:ext>
            </a:extLst>
          </p:cNvPr>
          <p:cNvCxnSpPr>
            <a:cxnSpLocks/>
          </p:cNvCxnSpPr>
          <p:nvPr/>
        </p:nvCxnSpPr>
        <p:spPr>
          <a:xfrm flipH="1" flipV="1">
            <a:off x="5809957" y="4671689"/>
            <a:ext cx="1312985" cy="2785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B5CC6A42-4FC6-04B3-838E-5F9A296780C2}"/>
              </a:ext>
            </a:extLst>
          </p:cNvPr>
          <p:cNvSpPr/>
          <p:nvPr/>
        </p:nvSpPr>
        <p:spPr>
          <a:xfrm>
            <a:off x="1628618" y="2679895"/>
            <a:ext cx="1505243" cy="923332"/>
          </a:xfrm>
          <a:prstGeom prst="ellipse">
            <a:avLst/>
          </a:prstGeom>
          <a:solidFill>
            <a:schemeClr val="accent1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latin typeface="Montserrat" pitchFamily="2" charset="77"/>
              </a:rPr>
              <a:t>Show Critical Alerts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29DC008-1E61-5910-52E8-BADC359E2A7B}"/>
              </a:ext>
            </a:extLst>
          </p:cNvPr>
          <p:cNvCxnSpPr>
            <a:cxnSpLocks/>
          </p:cNvCxnSpPr>
          <p:nvPr/>
        </p:nvCxnSpPr>
        <p:spPr>
          <a:xfrm flipH="1" flipV="1">
            <a:off x="1146516" y="2940148"/>
            <a:ext cx="482102" cy="2014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70142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6DF7A-6968-3BB7-9197-920958E79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DD957-0BFE-FCB1-56AA-54BAF292C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8" y="84838"/>
            <a:ext cx="11375136" cy="609600"/>
          </a:xfrm>
        </p:spPr>
        <p:txBody>
          <a:bodyPr/>
          <a:lstStyle/>
          <a:p>
            <a:r>
              <a:rPr lang="en-US" sz="2800" b="1">
                <a:latin typeface="Montserrat"/>
              </a:rPr>
              <a:t>Agent Desktop – Customer Hub</a:t>
            </a:r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CCCE44E-B377-09CD-3F4E-14F556C679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14" y="988846"/>
            <a:ext cx="12028371" cy="5669706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3D1CA255-99A9-56F7-1C6F-64ED2C4BB1EC}"/>
              </a:ext>
            </a:extLst>
          </p:cNvPr>
          <p:cNvSpPr/>
          <p:nvPr/>
        </p:nvSpPr>
        <p:spPr>
          <a:xfrm>
            <a:off x="6095999" y="4461114"/>
            <a:ext cx="1739704" cy="1534684"/>
          </a:xfrm>
          <a:prstGeom prst="ellipse">
            <a:avLst/>
          </a:prstGeom>
          <a:solidFill>
            <a:schemeClr val="accent1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latin typeface="Montserrat" pitchFamily="2" charset="77"/>
              </a:rPr>
              <a:t>View all related entities associated to the caller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0AEA358-E2E2-8BB3-C299-1D0EDC4F115D}"/>
              </a:ext>
            </a:extLst>
          </p:cNvPr>
          <p:cNvCxnSpPr>
            <a:stCxn id="7" idx="1"/>
          </p:cNvCxnSpPr>
          <p:nvPr/>
        </p:nvCxnSpPr>
        <p:spPr>
          <a:xfrm flipH="1" flipV="1">
            <a:off x="3590223" y="2695074"/>
            <a:ext cx="2760550" cy="19907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7009A52-0066-5127-BCE6-FADFE5EB3352}"/>
              </a:ext>
            </a:extLst>
          </p:cNvPr>
          <p:cNvCxnSpPr/>
          <p:nvPr/>
        </p:nvCxnSpPr>
        <p:spPr>
          <a:xfrm flipH="1">
            <a:off x="4197096" y="5228456"/>
            <a:ext cx="1898903" cy="750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D36D4D3-89B6-0C19-BA2B-E7003AE2195B}"/>
              </a:ext>
            </a:extLst>
          </p:cNvPr>
          <p:cNvCxnSpPr>
            <a:cxnSpLocks/>
          </p:cNvCxnSpPr>
          <p:nvPr/>
        </p:nvCxnSpPr>
        <p:spPr>
          <a:xfrm flipH="1">
            <a:off x="4197096" y="5446948"/>
            <a:ext cx="1965960" cy="3870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75840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DE33A-F732-0057-40F3-951A3AC7A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0B03D-14A9-BCB9-8619-99383CFA6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8" y="84838"/>
            <a:ext cx="11375136" cy="609600"/>
          </a:xfrm>
        </p:spPr>
        <p:txBody>
          <a:bodyPr/>
          <a:lstStyle/>
          <a:p>
            <a:r>
              <a:rPr lang="en-US" sz="2800" b="1">
                <a:latin typeface="Montserrat"/>
              </a:rPr>
              <a:t>Agent Desktop – Customer Hub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9F8DB8-CF8C-AF21-E13C-C102044F76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4168" y="997677"/>
            <a:ext cx="10847832" cy="586032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430770C-03A5-4895-4C08-2960338704BA}"/>
              </a:ext>
            </a:extLst>
          </p:cNvPr>
          <p:cNvSpPr txBox="1"/>
          <p:nvPr/>
        </p:nvSpPr>
        <p:spPr>
          <a:xfrm rot="10800000" flipV="1">
            <a:off x="0" y="997677"/>
            <a:ext cx="1344266" cy="526297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/>
              <a:t>Users can select an entity and get a quick view to the entity. </a:t>
            </a:r>
          </a:p>
          <a:p>
            <a:endParaRPr lang="en-US" sz="1400">
              <a:latin typeface="Montserrat" pitchFamily="2" charset="77"/>
            </a:endParaRPr>
          </a:p>
          <a:p>
            <a:r>
              <a:rPr lang="en-US" sz="1400">
                <a:latin typeface="Montserrat" pitchFamily="2" charset="77"/>
              </a:rPr>
              <a:t>In this example, the quick view for a case is displayed, allowing the user to efficiently make changes to priority, status, and view SLA’s, related entities, and additional information.</a:t>
            </a:r>
            <a:endParaRPr lang="en-US" sz="1100"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5049061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724E1-A94D-51E1-4C7F-33CB63E2A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B19BD-6A9C-4C32-C4DA-F42918FE9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8" y="84838"/>
            <a:ext cx="11375136" cy="609600"/>
          </a:xfrm>
        </p:spPr>
        <p:txBody>
          <a:bodyPr/>
          <a:lstStyle/>
          <a:p>
            <a:r>
              <a:rPr lang="en-US" sz="2800" b="1">
                <a:latin typeface="Montserrat"/>
              </a:rPr>
              <a:t>What Is Changing In CTI Framing? </a:t>
            </a:r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7293F05-B10C-747B-74E1-303F98FC10E8}"/>
              </a:ext>
            </a:extLst>
          </p:cNvPr>
          <p:cNvSpPr txBox="1"/>
          <p:nvPr/>
        </p:nvSpPr>
        <p:spPr>
          <a:xfrm rot="10800000" flipV="1">
            <a:off x="-98" y="776734"/>
            <a:ext cx="12192000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/>
              <a:t>The current state is more than a widget. CRM7 has embedded UI plus event handling behavior directly in SAP </a:t>
            </a:r>
            <a:endParaRPr lang="en-US" sz="1400">
              <a:latin typeface="Montserrat" pitchFamily="2" charset="77"/>
            </a:endParaRPr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6174FA1A-9E37-98AE-FD96-8318123FB4F2}"/>
              </a:ext>
            </a:extLst>
          </p:cNvPr>
          <p:cNvSpPr/>
          <p:nvPr/>
        </p:nvSpPr>
        <p:spPr>
          <a:xfrm>
            <a:off x="594360" y="1325880"/>
            <a:ext cx="3291840" cy="4297680"/>
          </a:xfrm>
          <a:prstGeom prst="roundRect">
            <a:avLst>
              <a:gd name="adj" fmla="val 2222"/>
            </a:avLst>
          </a:prstGeom>
          <a:solidFill>
            <a:srgbClr val="E8F4FB"/>
          </a:solidFill>
          <a:ln w="12700">
            <a:solidFill>
              <a:srgbClr val="0B72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D9B2981F-2948-F5CE-A1EA-53E52507CC58}"/>
              </a:ext>
            </a:extLst>
          </p:cNvPr>
          <p:cNvSpPr/>
          <p:nvPr/>
        </p:nvSpPr>
        <p:spPr>
          <a:xfrm>
            <a:off x="758952" y="1453896"/>
            <a:ext cx="2962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12324A"/>
                </a:solidFill>
              </a:rPr>
              <a:t>Current state evidence</a:t>
            </a:r>
            <a:endParaRPr lang="en-US" sz="125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7C75E1A-FE7D-F222-E82C-9DEE959C050D}"/>
              </a:ext>
            </a:extLst>
          </p:cNvPr>
          <p:cNvSpPr/>
          <p:nvPr/>
        </p:nvSpPr>
        <p:spPr>
          <a:xfrm>
            <a:off x="758952" y="1764792"/>
            <a:ext cx="2962656" cy="3767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920">
                <a:solidFill>
                  <a:srgbClr val="25313D"/>
                </a:solidFill>
              </a:rPr>
              <a:t>CRM7 uses a Genesys Cloud experience, plus SAP Web UI and ABAP event handling. </a:t>
            </a:r>
            <a:endParaRPr lang="en-US" sz="92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C46858ED-AB24-F3FB-6B7C-2636EA0940E5}"/>
              </a:ext>
            </a:extLst>
          </p:cNvPr>
          <p:cNvSpPr/>
          <p:nvPr/>
        </p:nvSpPr>
        <p:spPr>
          <a:xfrm>
            <a:off x="4434840" y="1325880"/>
            <a:ext cx="3291840" cy="4297680"/>
          </a:xfrm>
          <a:prstGeom prst="roundRect">
            <a:avLst>
              <a:gd name="adj" fmla="val 2222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1E96F49-E02A-FD45-4712-C3B4BF3F0084}"/>
              </a:ext>
            </a:extLst>
          </p:cNvPr>
          <p:cNvSpPr/>
          <p:nvPr/>
        </p:nvSpPr>
        <p:spPr>
          <a:xfrm>
            <a:off x="4599432" y="1453896"/>
            <a:ext cx="2962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12324A"/>
                </a:solidFill>
              </a:rPr>
              <a:t>SCv2 starting point</a:t>
            </a:r>
            <a:endParaRPr lang="en-US" sz="125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DEDAAD3-3EEF-6051-3C87-8EDCC18FA26E}"/>
              </a:ext>
            </a:extLst>
          </p:cNvPr>
          <p:cNvSpPr/>
          <p:nvPr/>
        </p:nvSpPr>
        <p:spPr>
          <a:xfrm>
            <a:off x="4599432" y="1764792"/>
            <a:ext cx="2962656" cy="3767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920">
                <a:solidFill>
                  <a:srgbClr val="25313D"/>
                </a:solidFill>
              </a:rPr>
              <a:t>Service Cloud v2 CTI configuration registers a provider hosted widget URL, outbound telephony, CAD/customer identification settings, and channels.</a:t>
            </a:r>
            <a:endParaRPr lang="en-US" sz="92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E91AB2AB-C87B-A9A2-89E2-04E230753346}"/>
              </a:ext>
            </a:extLst>
          </p:cNvPr>
          <p:cNvSpPr/>
          <p:nvPr/>
        </p:nvSpPr>
        <p:spPr>
          <a:xfrm>
            <a:off x="8275320" y="1325880"/>
            <a:ext cx="3291840" cy="4297680"/>
          </a:xfrm>
          <a:prstGeom prst="roundRect">
            <a:avLst>
              <a:gd name="adj" fmla="val 2222"/>
            </a:avLst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1CA0D1B8-512B-6AB4-1CC6-AF389097E0B4}"/>
              </a:ext>
            </a:extLst>
          </p:cNvPr>
          <p:cNvSpPr/>
          <p:nvPr/>
        </p:nvSpPr>
        <p:spPr>
          <a:xfrm>
            <a:off x="8439912" y="1453896"/>
            <a:ext cx="2962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12324A"/>
                </a:solidFill>
              </a:rPr>
              <a:t>Workshop focus</a:t>
            </a:r>
            <a:endParaRPr lang="en-US" sz="125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5FD7B8A5-2413-4362-E480-EF4BBE55B94D}"/>
              </a:ext>
            </a:extLst>
          </p:cNvPr>
          <p:cNvSpPr/>
          <p:nvPr/>
        </p:nvSpPr>
        <p:spPr>
          <a:xfrm>
            <a:off x="8439912" y="1764792"/>
            <a:ext cx="2962656" cy="3767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50" b="1">
                <a:solidFill>
                  <a:srgbClr val="25313D"/>
                </a:solidFill>
              </a:rPr>
              <a:t>Validate whether the provider widget can reproduce CRM7 behaviors natively. Only introduce customizations via BTP where standard SCv2/provider widget falls short.</a:t>
            </a:r>
            <a:endParaRPr lang="en-US" sz="1050" b="1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408216D-19A7-0EFB-F99A-AE5B7FD29BE8}"/>
              </a:ext>
            </a:extLst>
          </p:cNvPr>
          <p:cNvCxnSpPr>
            <a:stCxn id="3" idx="3"/>
            <a:endCxn id="8" idx="1"/>
          </p:cNvCxnSpPr>
          <p:nvPr/>
        </p:nvCxnSpPr>
        <p:spPr>
          <a:xfrm>
            <a:off x="3886200" y="3474720"/>
            <a:ext cx="54864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BD2D364-7897-41D4-7211-B1226BB5C393}"/>
              </a:ext>
            </a:extLst>
          </p:cNvPr>
          <p:cNvCxnSpPr>
            <a:cxnSpLocks/>
            <a:stCxn id="8" idx="3"/>
            <a:endCxn id="11" idx="1"/>
          </p:cNvCxnSpPr>
          <p:nvPr/>
        </p:nvCxnSpPr>
        <p:spPr>
          <a:xfrm>
            <a:off x="7726680" y="3474720"/>
            <a:ext cx="54864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82358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7DE4F-CBE4-06D3-5519-75CD7B58B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FC613-40A7-7FDB-3128-D3088CCB1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8" y="84838"/>
            <a:ext cx="11375136" cy="609600"/>
          </a:xfrm>
        </p:spPr>
        <p:txBody>
          <a:bodyPr/>
          <a:lstStyle/>
          <a:p>
            <a:r>
              <a:rPr lang="en-US" sz="2800" b="1">
                <a:latin typeface="Montserrat"/>
              </a:rPr>
              <a:t>Genesys Integration Current State</a:t>
            </a:r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22B023-9F7F-173D-D1B8-545E23622360}"/>
              </a:ext>
            </a:extLst>
          </p:cNvPr>
          <p:cNvSpPr txBox="1"/>
          <p:nvPr/>
        </p:nvSpPr>
        <p:spPr>
          <a:xfrm rot="10800000" flipV="1">
            <a:off x="-98" y="1119005"/>
            <a:ext cx="6656832" cy="1169551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/>
              <a:t>Consumers currently has a CRM7 embedded Genesys Cloud connector where the Genesys widget runs inside the CRM browser session, while CRM7 side JavaScript and ABAP classes process Genesys events, execute screen-pop logic, create/open Interaction Records, and send CRM commands back to Genesys.</a:t>
            </a:r>
            <a:endParaRPr lang="en-US" sz="1400">
              <a:latin typeface="Montserrat" pitchFamily="2" charset="77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5C7D002-E88F-C7A4-279C-CDBE969EAB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0868" y="573413"/>
            <a:ext cx="5451132" cy="62845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E725FBF-266B-DEC8-466D-9F3626CF9517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13490" y="3378347"/>
            <a:ext cx="5629656" cy="339481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49B603F-0A49-BAED-1003-F80121B69308}"/>
              </a:ext>
            </a:extLst>
          </p:cNvPr>
          <p:cNvSpPr txBox="1"/>
          <p:nvPr/>
        </p:nvSpPr>
        <p:spPr>
          <a:xfrm rot="10800000" flipV="1">
            <a:off x="41969" y="2574539"/>
            <a:ext cx="6656832" cy="830997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/>
              <a:t>Standard Genesys Embedded Framework communication was </a:t>
            </a:r>
            <a:r>
              <a:rPr lang="en-US" sz="1200" b="1"/>
              <a:t>not fully used </a:t>
            </a:r>
            <a:r>
              <a:rPr lang="en-US" sz="1200"/>
              <a:t>because CRM7 was running over HTTP while Genesys Cloud required HTTPS. </a:t>
            </a:r>
            <a:r>
              <a:rPr lang="en-US" sz="1200" err="1"/>
              <a:t>Voxai</a:t>
            </a:r>
            <a:r>
              <a:rPr lang="en-US" sz="1200"/>
              <a:t> implemented a custom HTTP service to pass Genesys events and call context into CRM7 for screen pop, interaction handling, and CRM-side processing.</a:t>
            </a:r>
            <a:endParaRPr lang="en-US" sz="1200"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1600932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3E503-C570-86EA-4566-C359899BB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EAA46-A116-479C-5DB6-093642708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8" y="84838"/>
            <a:ext cx="11375136" cy="609600"/>
          </a:xfrm>
        </p:spPr>
        <p:txBody>
          <a:bodyPr/>
          <a:lstStyle/>
          <a:p>
            <a:r>
              <a:rPr lang="en-US" sz="2800" b="1">
                <a:latin typeface="Montserrat"/>
              </a:rPr>
              <a:t>Genesys Integration Future State Options</a:t>
            </a:r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6AB599-BF61-20F6-C872-3F1521C9CB95}"/>
              </a:ext>
            </a:extLst>
          </p:cNvPr>
          <p:cNvSpPr txBox="1"/>
          <p:nvPr/>
        </p:nvSpPr>
        <p:spPr>
          <a:xfrm rot="10800000" flipV="1">
            <a:off x="-98" y="909881"/>
            <a:ext cx="12192000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/>
              <a:t>Let’s start with the standard SCV2 CTI configuration and prove what the provider widget can do.</a:t>
            </a:r>
            <a:endParaRPr lang="en-US" sz="1400">
              <a:latin typeface="Montserrat" pitchFamily="2" charset="77"/>
            </a:endParaRPr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F1361003-31DD-C34F-5184-8F13BA86BE13}"/>
              </a:ext>
            </a:extLst>
          </p:cNvPr>
          <p:cNvSpPr/>
          <p:nvPr/>
        </p:nvSpPr>
        <p:spPr>
          <a:xfrm>
            <a:off x="429768" y="1700784"/>
            <a:ext cx="3291840" cy="3666744"/>
          </a:xfrm>
          <a:prstGeom prst="roundRect">
            <a:avLst>
              <a:gd name="adj" fmla="val 2222"/>
            </a:avLst>
          </a:prstGeom>
          <a:solidFill>
            <a:srgbClr val="E8F4FB"/>
          </a:solidFill>
          <a:ln w="12700">
            <a:solidFill>
              <a:srgbClr val="0B72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A40A1A1F-8FA0-6F48-3B45-A814D9B2CC93}"/>
              </a:ext>
            </a:extLst>
          </p:cNvPr>
          <p:cNvSpPr/>
          <p:nvPr/>
        </p:nvSpPr>
        <p:spPr>
          <a:xfrm>
            <a:off x="594360" y="1828800"/>
            <a:ext cx="2962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12324A"/>
                </a:solidFill>
              </a:rPr>
              <a:t>Service Cloud v2 Configuration</a:t>
            </a:r>
            <a:endParaRPr lang="en-US" sz="1250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AF771F3D-321F-25EB-0E7D-4E5E6B4A86AD}"/>
              </a:ext>
            </a:extLst>
          </p:cNvPr>
          <p:cNvSpPr/>
          <p:nvPr/>
        </p:nvSpPr>
        <p:spPr>
          <a:xfrm>
            <a:off x="594360" y="2139696"/>
            <a:ext cx="2962656" cy="3017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920"/>
              <a:t>Provider widget URL</a:t>
            </a:r>
          </a:p>
          <a:p>
            <a:pPr marL="0" indent="0">
              <a:buNone/>
            </a:pPr>
            <a:endParaRPr lang="en-US" sz="920"/>
          </a:p>
          <a:p>
            <a:pPr marL="0" indent="0">
              <a:buNone/>
            </a:pPr>
            <a:r>
              <a:rPr lang="en-US" sz="920"/>
              <a:t>Enable outbound telephony</a:t>
            </a:r>
          </a:p>
          <a:p>
            <a:pPr marL="0" indent="0">
              <a:buNone/>
            </a:pPr>
            <a:endParaRPr lang="en-US" sz="920"/>
          </a:p>
          <a:p>
            <a:pPr marL="0" indent="0">
              <a:buNone/>
            </a:pPr>
            <a:r>
              <a:rPr lang="en-US" sz="920"/>
              <a:t>Call Attached Data (CAD)</a:t>
            </a:r>
          </a:p>
          <a:p>
            <a:pPr marL="0" indent="0">
              <a:buNone/>
            </a:pPr>
            <a:endParaRPr lang="en-US" sz="920"/>
          </a:p>
          <a:p>
            <a:pPr marL="0" indent="0">
              <a:buNone/>
            </a:pPr>
            <a:r>
              <a:rPr lang="en-US" sz="920"/>
              <a:t>Screen pop rules</a:t>
            </a:r>
          </a:p>
          <a:p>
            <a:pPr marL="0" indent="0">
              <a:buNone/>
            </a:pPr>
            <a:endParaRPr lang="en-US" sz="920"/>
          </a:p>
          <a:p>
            <a:pPr marL="0" indent="0">
              <a:buNone/>
            </a:pPr>
            <a:r>
              <a:rPr lang="en-US" sz="920"/>
              <a:t>Enable telephony channel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1E3527E0-19E4-D1BB-DBDD-963923B640C7}"/>
              </a:ext>
            </a:extLst>
          </p:cNvPr>
          <p:cNvSpPr/>
          <p:nvPr/>
        </p:nvSpPr>
        <p:spPr>
          <a:xfrm>
            <a:off x="4270248" y="1700784"/>
            <a:ext cx="3291840" cy="3666744"/>
          </a:xfrm>
          <a:prstGeom prst="roundRect">
            <a:avLst>
              <a:gd name="adj" fmla="val 2222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AACC4EAF-C07F-DDCD-1D5D-59904F0C2726}"/>
              </a:ext>
            </a:extLst>
          </p:cNvPr>
          <p:cNvSpPr/>
          <p:nvPr/>
        </p:nvSpPr>
        <p:spPr>
          <a:xfrm>
            <a:off x="4434840" y="1828800"/>
            <a:ext cx="2962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12324A"/>
                </a:solidFill>
              </a:rPr>
              <a:t>Provider Widget</a:t>
            </a:r>
            <a:endParaRPr lang="en-US" sz="125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70D2C79A-4CFE-56F1-43FE-3DAB0D8E87FB}"/>
              </a:ext>
            </a:extLst>
          </p:cNvPr>
          <p:cNvSpPr/>
          <p:nvPr/>
        </p:nvSpPr>
        <p:spPr>
          <a:xfrm>
            <a:off x="4434840" y="2139696"/>
            <a:ext cx="2962656" cy="3017517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920">
                <a:solidFill>
                  <a:srgbClr val="25313D"/>
                </a:solidFill>
              </a:rPr>
              <a:t>Embedded inside the SCv2 (optional)</a:t>
            </a:r>
          </a:p>
          <a:p>
            <a:pPr marL="0" indent="0">
              <a:buNone/>
            </a:pPr>
            <a:endParaRPr lang="en-US" sz="920">
              <a:solidFill>
                <a:srgbClr val="25313D"/>
              </a:solidFill>
            </a:endParaRPr>
          </a:p>
          <a:p>
            <a:pPr marL="0" indent="0">
              <a:buNone/>
            </a:pPr>
            <a:r>
              <a:rPr lang="en-US" sz="920">
                <a:solidFill>
                  <a:srgbClr val="25313D"/>
                </a:solidFill>
              </a:rPr>
              <a:t>Receive telephony events from Genesys</a:t>
            </a:r>
          </a:p>
          <a:p>
            <a:pPr marL="0" indent="0">
              <a:buNone/>
            </a:pPr>
            <a:endParaRPr lang="en-US" sz="920">
              <a:solidFill>
                <a:srgbClr val="25313D"/>
              </a:solidFill>
            </a:endParaRPr>
          </a:p>
          <a:p>
            <a:pPr marL="0" indent="0">
              <a:buNone/>
            </a:pPr>
            <a:r>
              <a:rPr lang="en-US" sz="920">
                <a:solidFill>
                  <a:srgbClr val="25313D"/>
                </a:solidFill>
              </a:rPr>
              <a:t>Sends events to SAP CTI Adapter</a:t>
            </a:r>
          </a:p>
          <a:p>
            <a:pPr marL="0" indent="0">
              <a:buNone/>
            </a:pPr>
            <a:endParaRPr lang="en-US" sz="920">
              <a:solidFill>
                <a:srgbClr val="25313D"/>
              </a:solidFill>
            </a:endParaRPr>
          </a:p>
          <a:p>
            <a:pPr marL="0" indent="0">
              <a:buNone/>
            </a:pPr>
            <a:r>
              <a:rPr lang="en-US" sz="920">
                <a:solidFill>
                  <a:srgbClr val="25313D"/>
                </a:solidFill>
              </a:rPr>
              <a:t>Controls call UX (accept, reject, etc.)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3E371292-6DA2-65CD-A7E8-99C1FB6570D7}"/>
              </a:ext>
            </a:extLst>
          </p:cNvPr>
          <p:cNvSpPr/>
          <p:nvPr/>
        </p:nvSpPr>
        <p:spPr>
          <a:xfrm>
            <a:off x="8110728" y="1700784"/>
            <a:ext cx="3291840" cy="3666744"/>
          </a:xfrm>
          <a:prstGeom prst="roundRect">
            <a:avLst>
              <a:gd name="adj" fmla="val 2222"/>
            </a:avLst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B35E1513-A551-7010-E7AF-E373221F3053}"/>
              </a:ext>
            </a:extLst>
          </p:cNvPr>
          <p:cNvSpPr/>
          <p:nvPr/>
        </p:nvSpPr>
        <p:spPr>
          <a:xfrm>
            <a:off x="8275320" y="1828800"/>
            <a:ext cx="2962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12324A"/>
                </a:solidFill>
              </a:rPr>
              <a:t>Service Cloud v2 Reaction</a:t>
            </a:r>
            <a:endParaRPr lang="en-US" sz="1250"/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7B2AA580-EA34-DE5C-A803-7157E3356438}"/>
              </a:ext>
            </a:extLst>
          </p:cNvPr>
          <p:cNvSpPr/>
          <p:nvPr/>
        </p:nvSpPr>
        <p:spPr>
          <a:xfrm>
            <a:off x="8275320" y="2139696"/>
            <a:ext cx="2962656" cy="3017513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920">
                <a:solidFill>
                  <a:srgbClr val="25313D"/>
                </a:solidFill>
              </a:rPr>
              <a:t>Customer Hub pop</a:t>
            </a:r>
          </a:p>
          <a:p>
            <a:pPr marL="0" indent="0">
              <a:buNone/>
            </a:pPr>
            <a:endParaRPr lang="en-US" sz="920">
              <a:solidFill>
                <a:srgbClr val="25313D"/>
              </a:solidFill>
            </a:endParaRPr>
          </a:p>
          <a:p>
            <a:pPr marL="0" indent="0">
              <a:buNone/>
            </a:pPr>
            <a:r>
              <a:rPr lang="en-US" sz="920">
                <a:solidFill>
                  <a:srgbClr val="25313D"/>
                </a:solidFill>
              </a:rPr>
              <a:t>Phone activity and interaction logging</a:t>
            </a:r>
          </a:p>
          <a:p>
            <a:pPr marL="0" indent="0">
              <a:buNone/>
            </a:pPr>
            <a:endParaRPr lang="en-US" sz="920">
              <a:solidFill>
                <a:srgbClr val="25313D"/>
              </a:solidFill>
            </a:endParaRPr>
          </a:p>
          <a:p>
            <a:pPr marL="0" indent="0">
              <a:buNone/>
            </a:pPr>
            <a:r>
              <a:rPr lang="en-US" sz="920">
                <a:solidFill>
                  <a:srgbClr val="25313D"/>
                </a:solidFill>
              </a:rPr>
              <a:t>Timeline updates</a:t>
            </a:r>
          </a:p>
          <a:p>
            <a:pPr marL="0" indent="0">
              <a:buNone/>
            </a:pPr>
            <a:endParaRPr lang="en-US" sz="920">
              <a:solidFill>
                <a:srgbClr val="25313D"/>
              </a:solidFill>
            </a:endParaRPr>
          </a:p>
          <a:p>
            <a:pPr marL="0" indent="0">
              <a:buNone/>
            </a:pPr>
            <a:r>
              <a:rPr lang="en-US" sz="920">
                <a:solidFill>
                  <a:srgbClr val="25313D"/>
                </a:solidFill>
              </a:rPr>
              <a:t>Call Attached Data (CAD) display</a:t>
            </a:r>
          </a:p>
          <a:p>
            <a:pPr marL="0" indent="0">
              <a:buNone/>
            </a:pPr>
            <a:endParaRPr lang="en-US" sz="920">
              <a:solidFill>
                <a:srgbClr val="25313D"/>
              </a:solidFill>
            </a:endParaRPr>
          </a:p>
          <a:p>
            <a:pPr marL="0" indent="0">
              <a:buNone/>
            </a:pPr>
            <a:r>
              <a:rPr lang="en-US" sz="920">
                <a:solidFill>
                  <a:srgbClr val="25313D"/>
                </a:solidFill>
              </a:rPr>
              <a:t>Agent context</a:t>
            </a:r>
            <a:endParaRPr lang="en-US" sz="92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F4CEB30-2859-74F3-D751-F3DEE893768A}"/>
              </a:ext>
            </a:extLst>
          </p:cNvPr>
          <p:cNvCxnSpPr>
            <a:cxnSpLocks/>
            <a:stCxn id="3" idx="3"/>
            <a:endCxn id="6" idx="1"/>
          </p:cNvCxnSpPr>
          <p:nvPr/>
        </p:nvCxnSpPr>
        <p:spPr>
          <a:xfrm>
            <a:off x="3721608" y="3534156"/>
            <a:ext cx="54864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392BEFA-9682-794E-C55F-3236DC79D53F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>
            <a:off x="7562088" y="3534156"/>
            <a:ext cx="54864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2F83057-FF97-014E-1388-EC16EF9E5BDA}"/>
              </a:ext>
            </a:extLst>
          </p:cNvPr>
          <p:cNvSpPr txBox="1"/>
          <p:nvPr/>
        </p:nvSpPr>
        <p:spPr>
          <a:xfrm rot="10800000" flipV="1">
            <a:off x="0" y="5612229"/>
            <a:ext cx="12192000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/>
              <a:t>It’s essential the provider widget payloads are accurate for CTI to work. </a:t>
            </a:r>
            <a:endParaRPr lang="en-US" sz="1400"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8364849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746D70-1E1E-F80F-0CB8-9DCF3D731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A092E-48B9-338E-97FA-559E6C3D5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8" y="84838"/>
            <a:ext cx="11375136" cy="609600"/>
          </a:xfrm>
        </p:spPr>
        <p:txBody>
          <a:bodyPr/>
          <a:lstStyle/>
          <a:p>
            <a:r>
              <a:rPr lang="en-US" sz="2800" b="1">
                <a:latin typeface="Montserrat"/>
              </a:rPr>
              <a:t>Phone Calls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A2EC93-7B0F-56A4-C0FF-31E32ACF4A99}"/>
              </a:ext>
            </a:extLst>
          </p:cNvPr>
          <p:cNvSpPr txBox="1"/>
          <p:nvPr/>
        </p:nvSpPr>
        <p:spPr>
          <a:xfrm rot="10800000" flipV="1">
            <a:off x="-115503" y="1024616"/>
            <a:ext cx="12192000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/>
              <a:t>Phone call interactions can be found in the Phone Calls work center where a user can view all content tied to the call. </a:t>
            </a:r>
            <a:endParaRPr lang="en-US" sz="1100">
              <a:latin typeface="Montserrat" pitchFamily="2" charset="77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7E9FF0-521E-4E08-53CB-ECCB7B2A66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62571"/>
            <a:ext cx="12192000" cy="2917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9523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36183-56F7-13A6-2BC0-F7D38E08E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0E7CE-8873-CBBA-3B30-92DAB4095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8" y="84838"/>
            <a:ext cx="11375136" cy="609600"/>
          </a:xfrm>
        </p:spPr>
        <p:txBody>
          <a:bodyPr/>
          <a:lstStyle/>
          <a:p>
            <a:r>
              <a:rPr lang="en-US" sz="2800" b="1">
                <a:latin typeface="Montserrat"/>
              </a:rPr>
              <a:t>Simulate CTI in Service Cloud v2</a:t>
            </a:r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CC987B5-D297-403C-55C1-C757D64302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946211"/>
              </p:ext>
            </p:extLst>
          </p:nvPr>
        </p:nvGraphicFramePr>
        <p:xfrm>
          <a:off x="2032000" y="1935818"/>
          <a:ext cx="8128000" cy="1569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41702735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Scenarios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14849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>ANI Match to a unique customer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9115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>ANI Match to multiple customers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1978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>No ANI Match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94037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04298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EEA6E-7A0A-9158-4C92-51094BED4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4C5F9E6-3576-ABCE-2B99-6F16E81FF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904" y="4970926"/>
            <a:ext cx="10831690" cy="1887074"/>
          </a:xfrm>
        </p:spPr>
        <p:txBody>
          <a:bodyPr/>
          <a:lstStyle/>
          <a:p>
            <a:r>
              <a:rPr lang="en-US" sz="4250" b="1">
                <a:latin typeface="Montserrat"/>
              </a:rPr>
              <a:t>BREAK!  - 10 mins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6814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E96CB-2C3E-3649-84C9-E047CD09F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B98184E-2065-B50A-5DE8-04BEA6B96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456" y="4427892"/>
            <a:ext cx="6515881" cy="1887074"/>
          </a:xfrm>
        </p:spPr>
        <p:txBody>
          <a:bodyPr/>
          <a:lstStyle/>
          <a:p>
            <a:r>
              <a:rPr lang="en-US" sz="4250" b="1">
                <a:latin typeface="Montserrat"/>
              </a:rPr>
              <a:t>03</a:t>
            </a:r>
            <a:r>
              <a:rPr lang="en-US" sz="4250">
                <a:latin typeface="Montserrat"/>
              </a:rPr>
              <a:t> </a:t>
            </a:r>
            <a:r>
              <a:rPr lang="en-US" sz="4400">
                <a:latin typeface="Montserrat"/>
              </a:rPr>
              <a:t>Handle Call Process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01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AB181-2864-2184-55C5-8A072654B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407DA-E1D4-9F38-666B-8AADD0B34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8" y="84838"/>
            <a:ext cx="11375136" cy="609600"/>
          </a:xfrm>
        </p:spPr>
        <p:txBody>
          <a:bodyPr/>
          <a:lstStyle/>
          <a:p>
            <a:r>
              <a:rPr lang="en-US" sz="2800" b="1">
                <a:latin typeface="Montserrat"/>
              </a:rPr>
              <a:t>Paymentus 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0BC8CA-E574-00BB-D592-DBFD6EC8EBA0}"/>
              </a:ext>
            </a:extLst>
          </p:cNvPr>
          <p:cNvSpPr txBox="1"/>
          <p:nvPr/>
        </p:nvSpPr>
        <p:spPr>
          <a:xfrm rot="10800000" flipV="1">
            <a:off x="-1" y="852957"/>
            <a:ext cx="11996057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>
                <a:latin typeface="Montserrat" pitchFamily="2" charset="77"/>
              </a:rPr>
              <a:t>Paymentus will be an action seen as a individual button in the Agent Desktop once the customer is identified. Design discussions will need to include passing user roles and formatting a creating a specific token in the URL when launching the link to Paymentus. </a:t>
            </a:r>
            <a:endParaRPr lang="en-US" sz="1100">
              <a:latin typeface="Montserrat" pitchFamily="2" charset="77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12CBE90-E2D9-4867-403F-2BB335938C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232" y="1454529"/>
            <a:ext cx="11411536" cy="4991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5169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E502E-0380-5AFA-898F-969D0E6A9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55DD4-EFD9-3E93-76C9-4C40AC0FB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8" y="84838"/>
            <a:ext cx="11375136" cy="609600"/>
          </a:xfrm>
        </p:spPr>
        <p:txBody>
          <a:bodyPr/>
          <a:lstStyle/>
          <a:p>
            <a:r>
              <a:rPr lang="en-US" sz="2800" b="1">
                <a:latin typeface="Montserrat"/>
              </a:rPr>
              <a:t>Energy Use Dashboard 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23BEAC-1FF2-7BB6-5D00-F7690E0C8FD2}"/>
              </a:ext>
            </a:extLst>
          </p:cNvPr>
          <p:cNvSpPr txBox="1"/>
          <p:nvPr/>
        </p:nvSpPr>
        <p:spPr>
          <a:xfrm rot="10800000" flipV="1">
            <a:off x="0" y="852932"/>
            <a:ext cx="11529045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100">
                <a:latin typeface="Montserrat" pitchFamily="2" charset="77"/>
              </a:rPr>
              <a:t>Energy Use Dashboard will be available as another action  in the customer hub</a:t>
            </a:r>
          </a:p>
        </p:txBody>
      </p:sp>
    </p:spTree>
    <p:extLst>
      <p:ext uri="{BB962C8B-B14F-4D97-AF65-F5344CB8AC3E}">
        <p14:creationId xmlns:p14="http://schemas.microsoft.com/office/powerpoint/2010/main" val="34526161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464DB-6BCE-600F-DFC7-D0862600C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AD1F050-5AB8-5CAC-CBBB-4BA7E18D5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904" y="4970926"/>
            <a:ext cx="7372035" cy="1887074"/>
          </a:xfrm>
        </p:spPr>
        <p:txBody>
          <a:bodyPr/>
          <a:lstStyle/>
          <a:p>
            <a:r>
              <a:rPr lang="en-US" sz="4250" b="1">
                <a:latin typeface="Montserrat"/>
              </a:rPr>
              <a:t>04</a:t>
            </a:r>
            <a:r>
              <a:rPr lang="en-US" sz="4250">
                <a:latin typeface="Montserrat"/>
              </a:rPr>
              <a:t> </a:t>
            </a:r>
            <a:r>
              <a:rPr lang="en-US" sz="4400">
                <a:latin typeface="Montserrat"/>
              </a:rPr>
              <a:t>Alerts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3675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E75A0-B1C7-003F-9ED0-F1B138B06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4CC39-39E6-F010-2C44-722324E29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8" y="84838"/>
            <a:ext cx="11375136" cy="609600"/>
          </a:xfrm>
        </p:spPr>
        <p:txBody>
          <a:bodyPr/>
          <a:lstStyle/>
          <a:p>
            <a:r>
              <a:rPr lang="en-US" sz="2800" b="1">
                <a:latin typeface="Montserrat"/>
              </a:rPr>
              <a:t>Alerts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FC67F8-7795-E76B-187A-9438906E69AC}"/>
              </a:ext>
            </a:extLst>
          </p:cNvPr>
          <p:cNvSpPr txBox="1"/>
          <p:nvPr/>
        </p:nvSpPr>
        <p:spPr>
          <a:xfrm rot="10800000" flipV="1">
            <a:off x="-98" y="863714"/>
            <a:ext cx="12192000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/>
              <a:t>Alerts can be found on the header level of the Customer Hub, Contract Account, and Premise objects </a:t>
            </a:r>
            <a:endParaRPr lang="en-US" sz="1100">
              <a:latin typeface="Montserrat" pitchFamily="2" charset="77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4D20A5-2520-A8E0-20E0-7A179C41BD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40767"/>
            <a:ext cx="9936174" cy="277819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90E7BB5-DC63-B021-EE34-CA37C65935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474" y="3283123"/>
            <a:ext cx="10709564" cy="3104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8208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8EC69-23A8-5772-BEB9-B9ED09728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C70A362-5F9D-E986-8A1E-DFA31FDD6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904" y="4970926"/>
            <a:ext cx="7796828" cy="1887074"/>
          </a:xfrm>
        </p:spPr>
        <p:txBody>
          <a:bodyPr/>
          <a:lstStyle/>
          <a:p>
            <a:r>
              <a:rPr lang="en-US" sz="4250" b="1">
                <a:latin typeface="Montserrat"/>
              </a:rPr>
              <a:t>05</a:t>
            </a:r>
            <a:r>
              <a:rPr lang="en-US" sz="4250">
                <a:latin typeface="Montserrat"/>
              </a:rPr>
              <a:t> Assumptions for Future State</a:t>
            </a:r>
            <a:endParaRPr lang="en-US" sz="4400"/>
          </a:p>
        </p:txBody>
      </p:sp>
    </p:spTree>
    <p:extLst>
      <p:ext uri="{BB962C8B-B14F-4D97-AF65-F5344CB8AC3E}">
        <p14:creationId xmlns:p14="http://schemas.microsoft.com/office/powerpoint/2010/main" val="3090922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3910B-8DD4-50A1-C8F3-175EF5234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430B3-8180-5EEC-2A11-3EDB84911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8" y="84838"/>
            <a:ext cx="11375136" cy="609600"/>
          </a:xfrm>
        </p:spPr>
        <p:txBody>
          <a:bodyPr/>
          <a:lstStyle/>
          <a:p>
            <a:r>
              <a:rPr lang="en-US" sz="2800" b="1">
                <a:latin typeface="Montserrat"/>
              </a:rPr>
              <a:t>Key Assumptions</a:t>
            </a:r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9B8C514-3924-5F08-FBCC-4CF64D8D17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4333153"/>
              </p:ext>
            </p:extLst>
          </p:nvPr>
        </p:nvGraphicFramePr>
        <p:xfrm>
          <a:off x="2032000" y="1789514"/>
          <a:ext cx="8128000" cy="223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24867521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82232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>Outbound Calls and Chat capabilities will continue to exist in Genesys Cloud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82107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>If no phone number matches the caller, the IVR will try to verify based on the account number.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4915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err="1"/>
                        <a:t>Voxai</a:t>
                      </a:r>
                      <a:r>
                        <a:rPr lang="en-US" sz="1400"/>
                        <a:t> team can pass key fields required for SQM reporting in one of the 4 CAD fields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96903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>Implementation team will assess the feasibility of migrating over 10 years worth of interactions and notes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06716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35846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2EDE2-C629-0ECC-E66B-8A4A13EDF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597FD0F-3E1D-D644-5432-29FF22D04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904" y="4970926"/>
            <a:ext cx="10831690" cy="1887074"/>
          </a:xfrm>
        </p:spPr>
        <p:txBody>
          <a:bodyPr/>
          <a:lstStyle/>
          <a:p>
            <a:r>
              <a:rPr lang="en-US" sz="4250" b="1">
                <a:latin typeface="Montserrat"/>
              </a:rPr>
              <a:t>06</a:t>
            </a:r>
            <a:r>
              <a:rPr lang="en-US" sz="4250">
                <a:latin typeface="Montserrat"/>
              </a:rPr>
              <a:t> </a:t>
            </a:r>
            <a:r>
              <a:rPr lang="en-US" sz="4400">
                <a:latin typeface="Montserrat"/>
              </a:rPr>
              <a:t>FRICE-W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7264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50B024-5B2C-73D1-0F65-38C1CBB14B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91440" bIns="45720" rtlCol="0" anchor="t">
            <a:normAutofit/>
          </a:bodyPr>
          <a:lstStyle/>
          <a:p>
            <a:pPr marL="342900" indent="-342900">
              <a:buAutoNum type="arabicPeriod"/>
            </a:pPr>
            <a:r>
              <a:rPr lang="en-US" sz="1800">
                <a:latin typeface="Montserrat"/>
              </a:rPr>
              <a:t>Live Agent Desktop field enhancement – May not be needed</a:t>
            </a:r>
            <a:endParaRPr lang="en-US"/>
          </a:p>
          <a:p>
            <a:pPr marL="342900" indent="-342900">
              <a:buAutoNum type="arabicPeriod"/>
            </a:pPr>
            <a:r>
              <a:rPr lang="en-US" sz="1800">
                <a:latin typeface="Montserrat"/>
              </a:rPr>
              <a:t>Timeline events placeholder</a:t>
            </a:r>
          </a:p>
          <a:p>
            <a:pPr marL="342900" indent="-342900">
              <a:buAutoNum type="arabicPeriod"/>
            </a:pPr>
            <a:r>
              <a:rPr lang="en-US" sz="1800">
                <a:latin typeface="Montserrat"/>
              </a:rPr>
              <a:t>Paymentus Integration</a:t>
            </a:r>
          </a:p>
          <a:p>
            <a:pPr marL="342900" indent="-342900">
              <a:buAutoNum type="arabicPeriod"/>
            </a:pPr>
            <a:r>
              <a:rPr lang="en-US" sz="1800">
                <a:latin typeface="Montserrat"/>
              </a:rPr>
              <a:t>Energy Use Dashboard Interface</a:t>
            </a:r>
          </a:p>
          <a:p>
            <a:pPr marL="342900" indent="-342900">
              <a:buAutoNum type="arabicPeriod"/>
            </a:pPr>
            <a:r>
              <a:rPr lang="en-US" sz="1800">
                <a:latin typeface="Montserrat"/>
              </a:rPr>
              <a:t>Customer Hub Alerts</a:t>
            </a:r>
          </a:p>
          <a:p>
            <a:pPr marL="342900" indent="-342900">
              <a:buAutoNum type="arabicPeriod"/>
            </a:pPr>
            <a:r>
              <a:rPr lang="en-US" sz="1800">
                <a:highlight>
                  <a:srgbClr val="FFFFFF"/>
                </a:highlight>
                <a:latin typeface="Montserrat"/>
                <a:ea typeface="Calibri"/>
                <a:cs typeface="Calibri"/>
              </a:rPr>
              <a:t>Contract Account Alerts</a:t>
            </a:r>
            <a:endParaRPr lang="en-US" sz="1800">
              <a:latin typeface="Montserrat"/>
            </a:endParaRPr>
          </a:p>
          <a:p>
            <a:pPr marL="342900" indent="-342900">
              <a:buAutoNum type="arabicPeriod"/>
            </a:pPr>
            <a:r>
              <a:rPr lang="en-US" sz="1800">
                <a:highlight>
                  <a:srgbClr val="FFFFFF"/>
                </a:highlight>
                <a:latin typeface="Montserrat"/>
                <a:ea typeface="Calibri"/>
                <a:cs typeface="Calibri"/>
              </a:rPr>
              <a:t>Premise Alerts</a:t>
            </a:r>
            <a:endParaRPr lang="en-US" sz="1800">
              <a:latin typeface="Montserrat"/>
            </a:endParaRPr>
          </a:p>
          <a:p>
            <a:pPr marL="342900" indent="-342900">
              <a:buAutoNum type="arabicPeriod"/>
            </a:pPr>
            <a:r>
              <a:rPr lang="en-US" sz="1800">
                <a:highlight>
                  <a:srgbClr val="FFFFFF"/>
                </a:highlight>
                <a:latin typeface="Montserrat"/>
                <a:ea typeface="Calibri"/>
                <a:cs typeface="Calibri"/>
              </a:rPr>
              <a:t>Move In Alerts</a:t>
            </a:r>
            <a:endParaRPr lang="en-US" sz="1800">
              <a:latin typeface="Montserrat"/>
            </a:endParaRPr>
          </a:p>
          <a:p>
            <a:pPr marL="342900" indent="-342900">
              <a:buAutoNum type="arabicPeriod"/>
            </a:pPr>
            <a:r>
              <a:rPr lang="en-US" sz="1800">
                <a:highlight>
                  <a:srgbClr val="FFFFFF"/>
                </a:highlight>
                <a:latin typeface="Montserrat"/>
                <a:ea typeface="Calibri"/>
                <a:cs typeface="Calibri"/>
              </a:rPr>
              <a:t>Move Out Alerts</a:t>
            </a:r>
          </a:p>
          <a:p>
            <a:pPr marL="342900" indent="-342900">
              <a:buAutoNum type="arabicPeriod"/>
            </a:pPr>
            <a:r>
              <a:rPr lang="en-US" sz="1800">
                <a:highlight>
                  <a:srgbClr val="FFFFFF"/>
                </a:highlight>
                <a:latin typeface="Montserrat"/>
                <a:ea typeface="Calibri"/>
                <a:cs typeface="Calibri"/>
              </a:rPr>
              <a:t>CXI Survey placeholder </a:t>
            </a:r>
            <a:endParaRPr lang="en-US" sz="1800">
              <a:latin typeface="Montserrat"/>
            </a:endParaRPr>
          </a:p>
          <a:p>
            <a:pPr marL="342900" indent="-342900">
              <a:buAutoNum type="arabicPeriod"/>
            </a:pPr>
            <a:endParaRPr lang="en-US" sz="1800"/>
          </a:p>
          <a:p>
            <a:endParaRPr lang="en-US" sz="1800"/>
          </a:p>
          <a:p>
            <a:endParaRPr lang="en-US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854201-7694-B80E-BB57-4FB9BB651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Montserrat"/>
              </a:rPr>
              <a:t>FRICE-W Identified</a:t>
            </a:r>
          </a:p>
        </p:txBody>
      </p:sp>
    </p:spTree>
    <p:extLst>
      <p:ext uri="{BB962C8B-B14F-4D97-AF65-F5344CB8AC3E}">
        <p14:creationId xmlns:p14="http://schemas.microsoft.com/office/powerpoint/2010/main" val="25453895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AE8D7-1EFB-05D1-51F6-7FE02C066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C66E776-CABB-A883-38E3-FB62E6868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904" y="4970926"/>
            <a:ext cx="10831690" cy="1887074"/>
          </a:xfrm>
        </p:spPr>
        <p:txBody>
          <a:bodyPr/>
          <a:lstStyle/>
          <a:p>
            <a:r>
              <a:rPr lang="en-US" sz="4250" b="1">
                <a:latin typeface="Montserrat"/>
              </a:rPr>
              <a:t>07</a:t>
            </a:r>
            <a:r>
              <a:rPr lang="en-US" sz="4250">
                <a:latin typeface="Montserrat"/>
              </a:rPr>
              <a:t> Drafted </a:t>
            </a:r>
            <a:r>
              <a:rPr lang="en-US" sz="4400">
                <a:latin typeface="Montserrat"/>
              </a:rPr>
              <a:t>User Stories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4158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69E81-EF5E-7959-2041-1D04A53FC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A383F-4927-0444-587E-4284181D7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Montserrat"/>
              </a:rPr>
              <a:t>User Stories for Manage Contact History</a:t>
            </a:r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BD8FAA2-4B6C-BC4B-328F-08ECDE8FD1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0725494"/>
              </p:ext>
            </p:extLst>
          </p:nvPr>
        </p:nvGraphicFramePr>
        <p:xfrm>
          <a:off x="152190" y="1427725"/>
          <a:ext cx="12037059" cy="4440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0288">
                  <a:extLst>
                    <a:ext uri="{9D8B030D-6E8A-4147-A177-3AD203B41FA5}">
                      <a16:colId xmlns:a16="http://schemas.microsoft.com/office/drawing/2014/main" val="808626716"/>
                    </a:ext>
                  </a:extLst>
                </a:gridCol>
                <a:gridCol w="655677">
                  <a:extLst>
                    <a:ext uri="{9D8B030D-6E8A-4147-A177-3AD203B41FA5}">
                      <a16:colId xmlns:a16="http://schemas.microsoft.com/office/drawing/2014/main" val="2583136349"/>
                    </a:ext>
                  </a:extLst>
                </a:gridCol>
                <a:gridCol w="774546">
                  <a:extLst>
                    <a:ext uri="{9D8B030D-6E8A-4147-A177-3AD203B41FA5}">
                      <a16:colId xmlns:a16="http://schemas.microsoft.com/office/drawing/2014/main" val="986637745"/>
                    </a:ext>
                  </a:extLst>
                </a:gridCol>
                <a:gridCol w="820264">
                  <a:extLst>
                    <a:ext uri="{9D8B030D-6E8A-4147-A177-3AD203B41FA5}">
                      <a16:colId xmlns:a16="http://schemas.microsoft.com/office/drawing/2014/main" val="1256446933"/>
                    </a:ext>
                  </a:extLst>
                </a:gridCol>
                <a:gridCol w="3456786">
                  <a:extLst>
                    <a:ext uri="{9D8B030D-6E8A-4147-A177-3AD203B41FA5}">
                      <a16:colId xmlns:a16="http://schemas.microsoft.com/office/drawing/2014/main" val="1397567261"/>
                    </a:ext>
                  </a:extLst>
                </a:gridCol>
                <a:gridCol w="5549498">
                  <a:extLst>
                    <a:ext uri="{9D8B030D-6E8A-4147-A177-3AD203B41FA5}">
                      <a16:colId xmlns:a16="http://schemas.microsoft.com/office/drawing/2014/main" val="1493299998"/>
                    </a:ext>
                  </a:extLst>
                </a:gridCol>
              </a:tblGrid>
              <a:tr h="32594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>
                          <a:effectLst/>
                        </a:rPr>
                        <a:t>L1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>
                          <a:effectLst/>
                        </a:rPr>
                        <a:t>L2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>
                          <a:effectLst/>
                        </a:rPr>
                        <a:t>L3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>
                          <a:effectLst/>
                        </a:rPr>
                        <a:t>L4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>
                          <a:effectLst/>
                        </a:rPr>
                        <a:t>User Story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>
                          <a:effectLst/>
                        </a:rPr>
                        <a:t>Acceptance Criteria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848898239"/>
                  </a:ext>
                </a:extLst>
              </a:tr>
              <a:tr h="32594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>
                          <a:effectLst/>
                        </a:rPr>
                        <a:t>Manage Customer Service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>
                          <a:effectLst/>
                        </a:rPr>
                        <a:t>Manage Contact History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>
                          <a:effectLst/>
                        </a:rPr>
                        <a:t>Live Agent Desktop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>
                          <a:effectLst/>
                        </a:rPr>
                        <a:t>Live Agent Desktop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>
                          <a:effectLst/>
                        </a:rPr>
                        <a:t>As an SAP Customer Service Agent, I want to efficiently manage customer contact history within the Live Agent Desktop so that I can access recent interactions, capture new details, and provide timely, consistent support during active engagements.</a:t>
                      </a:r>
                      <a:endParaRPr lang="en-US" sz="10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>
                          <a:effectLst/>
                        </a:rPr>
                        <a:t>1. Able to view customer contact history within the Live Agent Desktop.</a:t>
                      </a:r>
                      <a:br>
                        <a:rPr lang="en-US" sz="1000">
                          <a:effectLst/>
                        </a:rPr>
                      </a:br>
                      <a:r>
                        <a:rPr lang="en-US" sz="1000">
                          <a:effectLst/>
                        </a:rPr>
                        <a:t>3.Able to record new interaction details in the Live Agent Desktop.</a:t>
                      </a:r>
                      <a:br>
                        <a:rPr lang="en-US" sz="1000">
                          <a:effectLst/>
                        </a:rPr>
                      </a:br>
                      <a:r>
                        <a:rPr lang="en-US" sz="1000">
                          <a:effectLst/>
                        </a:rPr>
                        <a:t>4.Able to update existing contact notes in the Live Agent Desktop.</a:t>
                      </a:r>
                      <a:br>
                        <a:rPr lang="en-US" sz="1000">
                          <a:effectLst/>
                        </a:rPr>
                      </a:br>
                      <a:r>
                        <a:rPr lang="en-US" sz="1000">
                          <a:effectLst/>
                        </a:rPr>
                        <a:t>5.Able to search recent interactions within the Live Agent Desktop.</a:t>
                      </a:r>
                      <a:br>
                        <a:rPr lang="en-US" sz="1000">
                          <a:effectLst/>
                        </a:rPr>
                      </a:br>
                      <a:r>
                        <a:rPr lang="en-US" sz="1000">
                          <a:effectLst/>
                        </a:rPr>
                        <a:t>6.Able to link interactions to the current engagement in the Live Agent Desktop.</a:t>
                      </a:r>
                      <a:br>
                        <a:rPr lang="en-US" sz="1000">
                          <a:effectLst/>
                        </a:rPr>
                      </a:br>
                      <a:r>
                        <a:rPr lang="en-US" sz="1000">
                          <a:effectLst/>
                        </a:rPr>
                        <a:t>7.Able to save changes to contact history from the Live Agent Desktop.</a:t>
                      </a:r>
                      <a:br>
                        <a:rPr lang="en-US" sz="1000">
                          <a:effectLst/>
                        </a:rPr>
                      </a:br>
                      <a:r>
                        <a:rPr lang="en-US" sz="1000">
                          <a:effectLst/>
                        </a:rPr>
                        <a:t>8.Able to view the latest interaction timestamp in the Live Agent Desktop.</a:t>
                      </a:r>
                      <a:br>
                        <a:rPr lang="en-US" sz="1000">
                          <a:effectLst/>
                        </a:rPr>
                      </a:br>
                      <a:r>
                        <a:rPr lang="en-US" sz="1000">
                          <a:effectLst/>
                        </a:rPr>
                        <a:t>9.Able to build Security roles and perform testing.</a:t>
                      </a:r>
                      <a:br>
                        <a:rPr lang="en-US" sz="1000">
                          <a:effectLst/>
                        </a:rPr>
                      </a:br>
                      <a:r>
                        <a:rPr lang="en-US" sz="1000">
                          <a:effectLst/>
                        </a:rPr>
                        <a:t>10.Able to identify Risk and Controls</a:t>
                      </a:r>
                      <a:endParaRPr lang="en-US" sz="100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772046052"/>
                  </a:ext>
                </a:extLst>
              </a:tr>
              <a:tr h="32594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>
                          <a:effectLst/>
                        </a:rPr>
                        <a:t>Manage Customer Service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>
                          <a:effectLst/>
                        </a:rPr>
                        <a:t>Manage Contact History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>
                          <a:effectLst/>
                        </a:rPr>
                        <a:t>Handle Call Process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>
                          <a:effectLst/>
                        </a:rPr>
                        <a:t>Handle Call Process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>
                          <a:effectLst/>
                        </a:rPr>
                        <a:t>As an SAP Customer Service Representative, I want to handle call process within Manage Contact History so that customer interactions are consistently managed and traceable in the Manage Customer Service application.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>
                          <a:effectLst/>
                        </a:rPr>
                        <a:t>1. Able to access Manage Contact History during the Handle Call Process.</a:t>
                      </a:r>
                      <a:br>
                        <a:rPr lang="en-US" sz="1000">
                          <a:effectLst/>
                        </a:rPr>
                      </a:br>
                      <a:r>
                        <a:rPr lang="en-US" sz="1000">
                          <a:effectLst/>
                        </a:rPr>
                        <a:t>3.Able to view existing contact history while handling the call process.</a:t>
                      </a:r>
                      <a:br>
                        <a:rPr lang="en-US" sz="1000">
                          <a:effectLst/>
                        </a:rPr>
                      </a:br>
                      <a:r>
                        <a:rPr lang="en-US" sz="1000">
                          <a:effectLst/>
                        </a:rPr>
                        <a:t>4.Able to update contact history during the Handle Call Process.</a:t>
                      </a:r>
                      <a:br>
                        <a:rPr lang="en-US" sz="1000">
                          <a:effectLst/>
                        </a:rPr>
                      </a:br>
                      <a:r>
                        <a:rPr lang="en-US" sz="1000">
                          <a:effectLst/>
                        </a:rPr>
                        <a:t>5.Able to complete the Handle Call Process in Manage Customer Service.</a:t>
                      </a:r>
                      <a:br>
                        <a:rPr lang="en-US" sz="1000">
                          <a:effectLst/>
                        </a:rPr>
                      </a:br>
                      <a:r>
                        <a:rPr lang="en-US" sz="1000">
                          <a:effectLst/>
                        </a:rPr>
                        <a:t>6.Able to track customer interactions during the Handle Call Process.</a:t>
                      </a:r>
                      <a:br>
                        <a:rPr lang="en-US" sz="1000">
                          <a:effectLst/>
                        </a:rPr>
                      </a:br>
                      <a:r>
                        <a:rPr lang="en-US" sz="1000">
                          <a:effectLst/>
                        </a:rPr>
                        <a:t>7.Able to confirm traceability of the Handle Call Process in contact history.</a:t>
                      </a:r>
                      <a:br>
                        <a:rPr lang="en-US" sz="1000">
                          <a:effectLst/>
                        </a:rPr>
                      </a:br>
                      <a:r>
                        <a:rPr lang="en-US" sz="1000">
                          <a:effectLst/>
                        </a:rPr>
                        <a:t>8.Able to locate the Handle Call Process entry in contact history.</a:t>
                      </a:r>
                      <a:br>
                        <a:rPr lang="en-US" sz="1000">
                          <a:effectLst/>
                        </a:rPr>
                      </a:br>
                      <a:r>
                        <a:rPr lang="en-US" sz="1000">
                          <a:effectLst/>
                        </a:rPr>
                        <a:t>9.Able to build Security roles and perform testing.</a:t>
                      </a:r>
                      <a:br>
                        <a:rPr lang="en-US" sz="1000">
                          <a:effectLst/>
                        </a:rPr>
                      </a:br>
                      <a:r>
                        <a:rPr lang="en-US" sz="1000">
                          <a:effectLst/>
                        </a:rPr>
                        <a:t>10.Able to identify Risk and Controls</a:t>
                      </a:r>
                      <a:endParaRPr lang="en-US" sz="100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309079969"/>
                  </a:ext>
                </a:extLst>
              </a:tr>
              <a:tr h="32594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>
                          <a:effectLst/>
                        </a:rPr>
                        <a:t>Manage Customer Service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>
                          <a:effectLst/>
                        </a:rPr>
                        <a:t>Manage Contact History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>
                          <a:effectLst/>
                        </a:rPr>
                        <a:t>Alerts / Highlights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>
                          <a:effectLst/>
                        </a:rPr>
                        <a:t>Alerts / Highlights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>
                          <a:effectLst/>
                        </a:rPr>
                        <a:t>As an SAP Customer Service Representative, I want Alerts / Highlights within Manage Contact History so I can quickly identify important customer interactions and address urgent issues during service activities.</a:t>
                      </a:r>
                      <a:endParaRPr lang="en-US" sz="10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>
                          <a:effectLst/>
                        </a:rPr>
                        <a:t>1. Able to view all Alerts in the contact history.</a:t>
                      </a:r>
                      <a:br>
                        <a:rPr lang="en-US" sz="1000">
                          <a:effectLst/>
                        </a:rPr>
                      </a:br>
                      <a:r>
                        <a:rPr lang="en-US" sz="1000">
                          <a:effectLst/>
                        </a:rPr>
                        <a:t>3.Able to view all Highlights in the contact history.</a:t>
                      </a:r>
                      <a:br>
                        <a:rPr lang="en-US" sz="1000">
                          <a:effectLst/>
                        </a:rPr>
                      </a:br>
                      <a:r>
                        <a:rPr lang="en-US" sz="1000">
                          <a:effectLst/>
                        </a:rPr>
                        <a:t>4.Able to distinguish Alerts from Highlights in the contact history view.</a:t>
                      </a:r>
                      <a:br>
                        <a:rPr lang="en-US" sz="1000">
                          <a:effectLst/>
                        </a:rPr>
                      </a:br>
                      <a:r>
                        <a:rPr lang="en-US" sz="1000">
                          <a:effectLst/>
                        </a:rPr>
                        <a:t>5.Able to open an individual Alert from the contact history.</a:t>
                      </a:r>
                      <a:br>
                        <a:rPr lang="en-US" sz="1000">
                          <a:effectLst/>
                        </a:rPr>
                      </a:br>
                      <a:r>
                        <a:rPr lang="en-US" sz="1000">
                          <a:effectLst/>
                        </a:rPr>
                        <a:t>6.Able to open an individual Highlight from the contact history.</a:t>
                      </a:r>
                      <a:br>
                        <a:rPr lang="en-US" sz="1000">
                          <a:effectLst/>
                        </a:rPr>
                      </a:br>
                      <a:r>
                        <a:rPr lang="en-US" sz="1000">
                          <a:effectLst/>
                        </a:rPr>
                        <a:t>7.Able to see the contact history entry when viewing an Alert.</a:t>
                      </a:r>
                      <a:br>
                        <a:rPr lang="en-US" sz="1000">
                          <a:effectLst/>
                        </a:rPr>
                      </a:br>
                      <a:r>
                        <a:rPr lang="en-US" sz="1000">
                          <a:effectLst/>
                        </a:rPr>
                        <a:t>8.Able to see the contact history entry when viewing a Highlight.</a:t>
                      </a:r>
                      <a:br>
                        <a:rPr lang="en-US" sz="1000">
                          <a:effectLst/>
                        </a:rPr>
                      </a:br>
                      <a:r>
                        <a:rPr lang="en-US" sz="1000">
                          <a:effectLst/>
                        </a:rPr>
                        <a:t>9.Able to build Security roles and perform testing.</a:t>
                      </a:r>
                      <a:br>
                        <a:rPr lang="en-US" sz="1000">
                          <a:effectLst/>
                        </a:rPr>
                      </a:br>
                      <a:r>
                        <a:rPr lang="en-US" sz="1000">
                          <a:effectLst/>
                        </a:rPr>
                        <a:t>10.Able to identify Risk and Controls</a:t>
                      </a:r>
                      <a:endParaRPr lang="en-US" sz="100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87762666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3D3953F-B72A-0C5E-28EA-472BAADEA2FB}"/>
              </a:ext>
            </a:extLst>
          </p:cNvPr>
          <p:cNvSpPr txBox="1"/>
          <p:nvPr/>
        </p:nvSpPr>
        <p:spPr>
          <a:xfrm>
            <a:off x="413060" y="1047045"/>
            <a:ext cx="9418320" cy="253916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50" b="1">
                <a:latin typeface="Montserrat"/>
              </a:rPr>
              <a:t>Please note, this is just a drafted starting point we will leverage to formulate our actual user stories and acceptance criteria</a:t>
            </a:r>
            <a:endParaRPr lang="en-US" sz="1050" b="1" err="1"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2182068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B602E-2C3B-4F08-5E75-F752CAE78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7502" y="3148509"/>
            <a:ext cx="6270458" cy="2490996"/>
          </a:xfrm>
        </p:spPr>
        <p:txBody>
          <a:bodyPr/>
          <a:lstStyle/>
          <a:p>
            <a:r>
              <a:rPr lang="en-US" sz="4250" b="1">
                <a:latin typeface="Montserrat"/>
              </a:rPr>
              <a:t>08 </a:t>
            </a:r>
            <a:r>
              <a:rPr lang="en-US" sz="4250">
                <a:latin typeface="Montserrat"/>
              </a:rPr>
              <a:t>Decisions, </a:t>
            </a:r>
            <a:br>
              <a:rPr lang="en-US" sz="4250">
                <a:latin typeface="Montserrat"/>
              </a:rPr>
            </a:br>
            <a:r>
              <a:rPr lang="en-US" sz="4250">
                <a:latin typeface="Montserrat"/>
              </a:rPr>
              <a:t>Action Items, </a:t>
            </a:r>
            <a:br>
              <a:rPr lang="en-US" sz="4250">
                <a:latin typeface="Montserrat"/>
              </a:rPr>
            </a:br>
            <a:r>
              <a:rPr lang="en-US" sz="4250">
                <a:latin typeface="Montserrat"/>
              </a:rPr>
              <a:t>Change Impacts, Wrap-Up &amp; Next Steps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544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5619D-0B81-725C-05C0-A444FD63F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0AD21A1-7636-1E92-BA74-97C118A0B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81562" y="6316519"/>
            <a:ext cx="609601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67" b="0" i="0" kern="1200" baseline="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69B7C6-3FEA-7848-A062-37F8F6368D00}" type="slidenum">
              <a:rPr kumimoji="0" lang="en-US" sz="1067" b="0" i="0" u="none" strike="noStrike" kern="1200" cap="none" spc="0" normalizeH="0" baseline="0" noProof="0" smtClean="0">
                <a:ln>
                  <a:noFill/>
                </a:ln>
                <a:solidFill>
                  <a:srgbClr val="FFFEFE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pPr marL="0" marR="0" lvl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067" b="0" i="0" u="none" strike="noStrike" kern="1200" cap="none" spc="0" normalizeH="0" baseline="0" noProof="0">
              <a:ln>
                <a:noFill/>
              </a:ln>
              <a:solidFill>
                <a:srgbClr val="FFFEFE"/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F241765-29E7-B65E-EF47-99994A77E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328" y="-140006"/>
            <a:ext cx="11375136" cy="609600"/>
          </a:xfrm>
        </p:spPr>
        <p:txBody>
          <a:bodyPr/>
          <a:lstStyle/>
          <a:p>
            <a:r>
              <a:rPr lang="en-US" sz="2000" b="1">
                <a:latin typeface="Montserrat"/>
              </a:rPr>
              <a:t>Program Charging	(CE Internal Only)			</a:t>
            </a:r>
            <a:endParaRPr lang="en-US" sz="1600" b="1">
              <a:latin typeface="Montserrat"/>
            </a:endParaRP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0E3C419A-8C28-8621-94F2-6BC57951C1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328" y="552364"/>
            <a:ext cx="11769344" cy="54476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1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The Change &amp; Why:</a:t>
            </a:r>
            <a:endParaRPr lang="en-US" altLang="en-US" sz="11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We need to track O&amp;M costs more precisely. OCM and Data Conversion must be charged separately from End User Training and from Design/Build/Deployment work. This change is retroactive from February for Accounting, Rate case discovery, and audit. </a:t>
            </a:r>
            <a:endParaRPr 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1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Ask: </a:t>
            </a:r>
            <a:endParaRPr lang="en-US" altLang="en-US" sz="1100" b="1" i="0" u="sng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Pls follow the instructions below that apply to you based on your staffing category on the </a:t>
            </a:r>
            <a:r>
              <a:rPr kumimoji="0" lang="en-US" altLang="en-US" sz="11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LaunchPad</a:t>
            </a: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 program. It is critical to track costs in the correct cost buckets.</a:t>
            </a: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ptos" panose="020B0004020202020204" pitchFamily="34" charset="0"/>
              <a:cs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1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Business Partner (BP) Core Team (Use SAP*):</a:t>
            </a:r>
            <a:endParaRPr lang="en-US" altLang="en-US" sz="11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Continue 100% allocation as before. (BP&amp;A handles this automatically behind the scenes and no time entry is needed except for the two scenarios below) </a:t>
            </a: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Submit time </a:t>
            </a:r>
            <a:r>
              <a:rPr kumimoji="0" lang="en-US" altLang="en-US" sz="1100" b="0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only</a:t>
            </a: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 for OCM and Data Conversion activities; Use SAP to bill IO 6520973.</a:t>
            </a: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Submit time </a:t>
            </a:r>
            <a:r>
              <a:rPr kumimoji="0" lang="en-US" altLang="en-US" sz="1100" b="0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only</a:t>
            </a: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 for End User Training; Use SAP to bill IO 6519532.</a:t>
            </a: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en-US" sz="1100" b="0" i="0" u="sng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1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/>
                <a:cs typeface="Arial"/>
              </a:rPr>
              <a:t>IT Core Team (Use Clarity):</a:t>
            </a:r>
            <a:endParaRPr lang="en-US" altLang="en-US" sz="1100" b="1" i="0" u="sng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/>
              <a:cs typeface="Arial"/>
            </a:endParaRPr>
          </a:p>
          <a:p>
            <a:pPr marL="1085850" lvl="2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100">
                <a:solidFill>
                  <a:srgbClr val="000000"/>
                </a:solidFill>
                <a:highlight>
                  <a:srgbClr val="FFFF00"/>
                </a:highlight>
                <a:latin typeface="Arial"/>
                <a:cs typeface="Arial"/>
              </a:rPr>
              <a:t>S4- Customer – Design/Development/Testing/Deploy Clarity Task</a:t>
            </a:r>
            <a:endParaRPr lang="en-US" altLang="en-US" sz="1100">
              <a:solidFill>
                <a:srgbClr val="000000"/>
              </a:solidFill>
              <a:highlight>
                <a:srgbClr val="FFFF00"/>
              </a:highlight>
              <a:latin typeface="Arial"/>
              <a:cs typeface="Arial"/>
            </a:endParaRP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Clarity Timesheets will now be used for time charging, and the allocation mechanism is discontinued. Submit timesheets from February 2nd for a one-time catchup.  </a:t>
            </a: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Separate tasks for OCM, End User Training, and Data Conversion are available; Find them using keywords OCM, End User Training, and Data Conversion and charge them as applicable.</a:t>
            </a: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1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/>
                <a:cs typeface="Arial"/>
              </a:rPr>
              <a:t>Extended BP Team (use SAP*):</a:t>
            </a:r>
            <a:endParaRPr lang="en-US" altLang="en-US" sz="1100" b="1" i="0" u="sng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/>
              <a:cs typeface="Arial"/>
            </a:endParaRP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Bill SAP IO 6520973 for OCM and Data Conversion.</a:t>
            </a: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Bill SAP IO 6519532 for End User Training.</a:t>
            </a: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/>
                <a:cs typeface="Arial"/>
              </a:rPr>
              <a:t>Use new IO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/>
                <a:cs typeface="Arial"/>
              </a:rPr>
              <a:t>6521411 </a:t>
            </a: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/>
                <a:cs typeface="Arial"/>
              </a:rPr>
              <a:t>for all other tasks.</a:t>
            </a: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/>
              <a:cs typeface="Arial"/>
            </a:endParaRP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1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Extended IT Team (Use Clarity):</a:t>
            </a:r>
            <a:endParaRPr lang="en-US" altLang="en-US" sz="1100" b="1" i="0" u="sng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S4- Customer – Design/Development/Testing/Deploy Clarity Task</a:t>
            </a:r>
            <a:endParaRPr kumimoji="0"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1085850" marR="0" lvl="2" indent="-17145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Bill specific tasks for OCM, End User Training, and Data Conversion; ID the tasks using the keywords OCM, End User Training, and Data Conversion.</a:t>
            </a:r>
            <a:endParaRPr 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Bill other tasks as appropriate.</a:t>
            </a: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0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*SAP Timesheet Submission Instructions (for BPs)</a:t>
            </a: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Follow ESS steps (screen shot below): 1. Open ESS timesheet. 2. Enter IO number in work order field. 3. Select WORK code under ATT-ABS. 4. Add OCM, End User Training, or Data Conversion in comments. 5. Enter hours worked.</a:t>
            </a: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0E62B9E-43CB-BEB2-4EBC-D41DFC90D1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840" y="5670487"/>
            <a:ext cx="9777075" cy="552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0595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16x9 PowertPoint Template-CE-Jan.2019-AFC">
  <a:themeElements>
    <a:clrScheme name="2024 Color Pallette">
      <a:dk1>
        <a:srgbClr val="000000"/>
      </a:dk1>
      <a:lt1>
        <a:srgbClr val="FFFEFE"/>
      </a:lt1>
      <a:dk2>
        <a:srgbClr val="454947"/>
      </a:dk2>
      <a:lt2>
        <a:srgbClr val="E3E4E3"/>
      </a:lt2>
      <a:accent1>
        <a:srgbClr val="0067A4"/>
      </a:accent1>
      <a:accent2>
        <a:srgbClr val="84BE41"/>
      </a:accent2>
      <a:accent3>
        <a:srgbClr val="E3E4E3"/>
      </a:accent3>
      <a:accent4>
        <a:srgbClr val="23425F"/>
      </a:accent4>
      <a:accent5>
        <a:srgbClr val="F5BB25"/>
      </a:accent5>
      <a:accent6>
        <a:srgbClr val="B4B4B3"/>
      </a:accent6>
      <a:hlink>
        <a:srgbClr val="0067A4"/>
      </a:hlink>
      <a:folHlink>
        <a:srgbClr val="B4B4B3"/>
      </a:folHlink>
    </a:clrScheme>
    <a:fontScheme name="2024 Montserrat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3175">
          <a:solidFill>
            <a:schemeClr val="tx2"/>
          </a:solidFill>
        </a:ln>
        <a:effectLst/>
      </a:spPr>
      <a:bodyPr rtlCol="0" anchor="ctr"/>
      <a:lstStyle>
        <a:defPPr algn="ctr">
          <a:defRPr sz="1000" dirty="0">
            <a:latin typeface="Montserrat" pitchFamily="2" charset="77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>
        <a:spAutoFit/>
      </a:bodyPr>
      <a:lstStyle>
        <a:defPPr algn="l">
          <a:defRPr sz="1000" dirty="0">
            <a:latin typeface="Montserrat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2024 All Purpose PowerPoint Template.potx" id="{84CB3BC2-CE68-044F-9772-13EBC42BCB48}" vid="{4FEEE54B-C9A9-9B47-9C99-2B91212D14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01e0a56-4899-4cce-a214-5e425f318dcb">
      <Terms xmlns="http://schemas.microsoft.com/office/infopath/2007/PartnerControls"/>
    </lcf76f155ced4ddcb4097134ff3c332f>
    <TaxCatchAll xmlns="2c7fe448-207e-4aca-804d-051f84c484d7">
      <Value>4</Value>
    </TaxCatchAll>
    <i0f84bba906045b4af568ee102a52dcb xmlns="2c7fe448-207e-4aca-804d-051f84c484d7">
      <Terms xmlns="http://schemas.microsoft.com/office/infopath/2007/PartnerControls">
        <TermInfo xmlns="http://schemas.microsoft.com/office/infopath/2007/PartnerControls">
          <TermName xmlns="http://schemas.microsoft.com/office/infopath/2007/PartnerControls">COR-104 Policies and Procedures</TermName>
          <TermId xmlns="http://schemas.microsoft.com/office/infopath/2007/PartnerControls">23fe8a5f-9220-44d9-ae32-6aebd451fecc</TermId>
        </TermInfo>
      </Terms>
    </i0f84bba906045b4af568ee102a52dcb>
    <RSC_x0020_Event_x0020_Date xmlns="a433be04-1063-452b-9ab8-ba06373cb7cb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85E4EB0480BDD4BA0725FDA835A98E9" ma:contentTypeVersion="12" ma:contentTypeDescription="Create a new document." ma:contentTypeScope="" ma:versionID="a7e85cd843c542c305e66a5ac0a6561c">
  <xsd:schema xmlns:xsd="http://www.w3.org/2001/XMLSchema" xmlns:xs="http://www.w3.org/2001/XMLSchema" xmlns:p="http://schemas.microsoft.com/office/2006/metadata/properties" xmlns:ns2="a433be04-1063-452b-9ab8-ba06373cb7cb" xmlns:ns3="2c7fe448-207e-4aca-804d-051f84c484d7" xmlns:ns4="301e0a56-4899-4cce-a214-5e425f318dcb" targetNamespace="http://schemas.microsoft.com/office/2006/metadata/properties" ma:root="true" ma:fieldsID="30d58687421f0a6c39a35b55d9f36047" ns2:_="" ns3:_="" ns4:_="">
    <xsd:import namespace="a433be04-1063-452b-9ab8-ba06373cb7cb"/>
    <xsd:import namespace="2c7fe448-207e-4aca-804d-051f84c484d7"/>
    <xsd:import namespace="301e0a56-4899-4cce-a214-5e425f318dcb"/>
    <xsd:element name="properties">
      <xsd:complexType>
        <xsd:sequence>
          <xsd:element name="documentManagement">
            <xsd:complexType>
              <xsd:all>
                <xsd:element ref="ns2:RSC_x0020_Event_x0020_Date" minOccurs="0"/>
                <xsd:element ref="ns3:i0f84bba906045b4af568ee102a52dcb" minOccurs="0"/>
                <xsd:element ref="ns3:TaxCatchAll" minOccurs="0"/>
                <xsd:element ref="ns4:MediaServiceMetadata" minOccurs="0"/>
                <xsd:element ref="ns4:MediaServiceFastMetadata" minOccurs="0"/>
                <xsd:element ref="ns4:MediaServiceSearchProperties" minOccurs="0"/>
                <xsd:element ref="ns4:MediaServiceDateTaken" minOccurs="0"/>
                <xsd:element ref="ns4:lcf76f155ced4ddcb4097134ff3c332f" minOccurs="0"/>
                <xsd:element ref="ns4:MediaServiceOCR" minOccurs="0"/>
                <xsd:element ref="ns4:MediaServiceGenerationTime" minOccurs="0"/>
                <xsd:element ref="ns4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33be04-1063-452b-9ab8-ba06373cb7cb" elementFormDefault="qualified">
    <xsd:import namespace="http://schemas.microsoft.com/office/2006/documentManagement/types"/>
    <xsd:import namespace="http://schemas.microsoft.com/office/infopath/2007/PartnerControls"/>
    <xsd:element name="RSC_x0020_Event_x0020_Date" ma:index="2" nillable="true" ma:displayName="RSC Event Date" ma:default="" ma:description="This is used for retention purpose" ma:format="DateOnly" ma:internalName="RSC_x0020_Event_x0020_Dat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7fe448-207e-4aca-804d-051f84c484d7" elementFormDefault="qualified">
    <xsd:import namespace="http://schemas.microsoft.com/office/2006/documentManagement/types"/>
    <xsd:import namespace="http://schemas.microsoft.com/office/infopath/2007/PartnerControls"/>
    <xsd:element name="i0f84bba906045b4af568ee102a52dcb" ma:index="10" nillable="true" ma:taxonomy="true" ma:internalName="i0f84bba906045b4af568ee102a52dcb" ma:taxonomyFieldName="RevIMBCS" ma:displayName="Record Series Code" ma:indexed="true" ma:default="1;#Default RSC|9a6b99e8-c984-4e1f-adbd-d33c0db777c9" ma:fieldId="{20f84bba-9060-45b4-af56-8ee102a52dcb}" ma:sspId="eeb413d7-29a7-49c8-b3b9-887ddee13f64" ma:termSetId="7f59b463-bd21-44ec-893d-1d24de4ba12e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11" nillable="true" ma:displayName="Taxonomy Catch All Column" ma:hidden="true" ma:list="{0ec71dd2-9a89-4594-bd42-1ef39577ba0a}" ma:internalName="TaxCatchAll" ma:showField="CatchAllData" ma:web="2c7fe448-207e-4aca-804d-051f84c484d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1e0a56-4899-4cce-a214-5e425f318d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eeb413d7-29a7-49c8-b3b9-887ddee13f6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?mso-contentType ?>
<SharedContentType xmlns="Microsoft.SharePoint.Taxonomy.ContentTypeSync" SourceId="eeb413d7-29a7-49c8-b3b9-887ddee13f64" ContentTypeId="0x01" PreviousValue="false"/>
</file>

<file path=customXml/itemProps1.xml><?xml version="1.0" encoding="utf-8"?>
<ds:datastoreItem xmlns:ds="http://schemas.openxmlformats.org/officeDocument/2006/customXml" ds:itemID="{6934203E-F84F-42A1-BE7F-2ED863C99AA5}">
  <ds:schemaRefs>
    <ds:schemaRef ds:uri="2c7fe448-207e-4aca-804d-051f84c484d7"/>
    <ds:schemaRef ds:uri="301e0a56-4899-4cce-a214-5e425f318dcb"/>
    <ds:schemaRef ds:uri="a433be04-1063-452b-9ab8-ba06373cb7c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8E5C41F0-1A8C-4F27-98CC-41CB6F8C0276}">
  <ds:schemaRefs>
    <ds:schemaRef ds:uri="2c7fe448-207e-4aca-804d-051f84c484d7"/>
    <ds:schemaRef ds:uri="301e0a56-4899-4cce-a214-5e425f318dcb"/>
    <ds:schemaRef ds:uri="a433be04-1063-452b-9ab8-ba06373cb7c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8ADCFE08-E000-4E3C-9310-2C6D30497FD7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0F335610-4AA4-4FE7-AF91-F45CC40938C5}">
  <ds:schemaRefs>
    <ds:schemaRef ds:uri="Microsoft.SharePoint.Taxonomy.ContentTypeSyn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31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2" baseType="lpstr">
      <vt:lpstr>16x9 PowertPoint Template-CE-Jan.2019-AFC</vt:lpstr>
      <vt:lpstr>Manage Contact History  Workshop A-1  Jose Diaz and Mohanta Das 6/23/26</vt:lpstr>
      <vt:lpstr>Overarching Design Principles</vt:lpstr>
      <vt:lpstr>PowerPoint Presentation</vt:lpstr>
      <vt:lpstr>01 Scope, Purpose, Objective  </vt:lpstr>
      <vt:lpstr>Scope, Purpose, Objectives</vt:lpstr>
      <vt:lpstr>Ownership</vt:lpstr>
      <vt:lpstr>02 Live Agent Desktop</vt:lpstr>
      <vt:lpstr>Live Agent Desktop</vt:lpstr>
      <vt:lpstr>Live Agent Desktop</vt:lpstr>
      <vt:lpstr>Agent Desktop – Customer Hub</vt:lpstr>
      <vt:lpstr>Agent Desktop – Customer Hub</vt:lpstr>
      <vt:lpstr>Agent Desktop – Customer Hub</vt:lpstr>
      <vt:lpstr>What Is Changing In CTI Framing? </vt:lpstr>
      <vt:lpstr>Genesys Integration Current State</vt:lpstr>
      <vt:lpstr>Genesys Integration Future State Options</vt:lpstr>
      <vt:lpstr>Phone Calls</vt:lpstr>
      <vt:lpstr>Simulate CTI in Service Cloud v2</vt:lpstr>
      <vt:lpstr>BREAK!  - 10 mins</vt:lpstr>
      <vt:lpstr>03 Handle Call Process</vt:lpstr>
      <vt:lpstr>Paymentus </vt:lpstr>
      <vt:lpstr>Energy Use Dashboard </vt:lpstr>
      <vt:lpstr>04 Alerts</vt:lpstr>
      <vt:lpstr>Alerts</vt:lpstr>
      <vt:lpstr>05 Assumptions for Future State</vt:lpstr>
      <vt:lpstr>Key Assumptions</vt:lpstr>
      <vt:lpstr>06 FRICE-W</vt:lpstr>
      <vt:lpstr>FRICE-W Identified</vt:lpstr>
      <vt:lpstr>07 Drafted User Stories</vt:lpstr>
      <vt:lpstr>User Stories for Manage Contact History</vt:lpstr>
      <vt:lpstr>08 Decisions,  Action Items,  Change Impacts, Wrap-Up &amp; Next Steps</vt:lpstr>
      <vt:lpstr>Program Charging (CE Internal Only)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Jose Diaz</dc:creator>
  <cp:revision>1</cp:revision>
  <dcterms:created xsi:type="dcterms:W3CDTF">2026-04-30T14:24:24Z</dcterms:created>
  <dcterms:modified xsi:type="dcterms:W3CDTF">2026-06-23T15:39:29Z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0x010100E85E4EB0480BDD4BA0725FDA835A98E9</vt:lpwstr>
  </property>
  <property fmtid="{D5CDD505-2E9C-101B-9397-08002B2CF9AE}" pid="3" name="MediaServiceImageTags">
    <vt:lpwstr/>
  </property>
  <property fmtid="{D5CDD505-2E9C-101B-9397-08002B2CF9AE}" pid="4" name="RevIMBCS">
    <vt:lpwstr>4;#COR-104 Policies and Procedures|23fe8a5f-9220-44d9-ae32-6aebd451fecc</vt:lpwstr>
  </property>
</Properties>
</file>