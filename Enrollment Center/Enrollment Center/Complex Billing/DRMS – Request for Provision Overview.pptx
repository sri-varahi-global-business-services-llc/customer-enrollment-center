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43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50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40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03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76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67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53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1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7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92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72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Single Corner Rectangle 12"/>
          <p:cNvSpPr/>
          <p:nvPr userDrawn="1"/>
        </p:nvSpPr>
        <p:spPr>
          <a:xfrm flipH="1" flipV="1">
            <a:off x="76200" y="6212467"/>
            <a:ext cx="8991600" cy="569335"/>
          </a:xfrm>
          <a:prstGeom prst="round1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7" y="914404"/>
            <a:ext cx="8968014" cy="5257801"/>
          </a:xfrm>
        </p:spPr>
        <p:txBody>
          <a:bodyPr>
            <a:normAutofit/>
          </a:bodyPr>
          <a:lstStyle>
            <a:lvl1pPr marL="457166" indent="-457166">
              <a:buClr>
                <a:srgbClr val="0065BD"/>
              </a:buClr>
              <a:buSzPct val="130000"/>
              <a:buFont typeface="Arial" pitchFamily="34" charset="0"/>
              <a:buChar char="•"/>
              <a:defRPr sz="2800">
                <a:latin typeface="Franklin Gothic Book" pitchFamily="34" charset="0"/>
              </a:defRPr>
            </a:lvl1pPr>
            <a:lvl2pPr marL="742893" indent="-285728">
              <a:buClr>
                <a:srgbClr val="69BE28"/>
              </a:buClr>
              <a:buFont typeface="Wingdings" pitchFamily="2" charset="2"/>
              <a:buChar char="§"/>
              <a:defRPr sz="2400">
                <a:latin typeface="Franklin Gothic Book" pitchFamily="34" charset="0"/>
              </a:defRPr>
            </a:lvl2pPr>
            <a:lvl3pPr marL="1257204" indent="-342874">
              <a:buClr>
                <a:srgbClr val="0065BD"/>
              </a:buClr>
              <a:buSzPct val="130000"/>
              <a:buFont typeface="Arial" pitchFamily="34" charset="0"/>
              <a:buChar char="•"/>
              <a:defRPr sz="2000">
                <a:latin typeface="Franklin Gothic Book" pitchFamily="34" charset="0"/>
              </a:defRPr>
            </a:lvl3pPr>
            <a:lvl4pPr marL="1600078" indent="-228583">
              <a:buClr>
                <a:srgbClr val="69BE28"/>
              </a:buClr>
              <a:buFont typeface="Arial" pitchFamily="34" charset="0"/>
              <a:buChar char="♦"/>
              <a:defRPr sz="1800">
                <a:latin typeface="Franklin Gothic Book" pitchFamily="34" charset="0"/>
              </a:defRPr>
            </a:lvl4pPr>
            <a:lvl5pPr marL="2114389" indent="-285728">
              <a:buSzPct val="70000"/>
              <a:buFont typeface="Arial" pitchFamily="34" charset="0"/>
              <a:buChar char="»"/>
              <a:defRPr sz="1800">
                <a:latin typeface="Franklin Gothic Book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Round Diagonal Corner Rectangle 6"/>
          <p:cNvSpPr/>
          <p:nvPr userDrawn="1"/>
        </p:nvSpPr>
        <p:spPr>
          <a:xfrm flipH="1">
            <a:off x="76200" y="76200"/>
            <a:ext cx="8991600" cy="762000"/>
          </a:xfrm>
          <a:prstGeom prst="round2DiagRect">
            <a:avLst/>
          </a:prstGeom>
          <a:solidFill>
            <a:srgbClr val="006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 sz="3600" b="1" dirty="0">
              <a:solidFill>
                <a:prstClr val="white"/>
              </a:solidFill>
            </a:endParaRPr>
          </a:p>
        </p:txBody>
      </p:sp>
      <p:sp>
        <p:nvSpPr>
          <p:cNvPr id="10" name="Round Diagonal Corner Rectangle 9"/>
          <p:cNvSpPr/>
          <p:nvPr userDrawn="1"/>
        </p:nvSpPr>
        <p:spPr>
          <a:xfrm flipH="1">
            <a:off x="76200" y="914404"/>
            <a:ext cx="8991600" cy="5257801"/>
          </a:xfrm>
          <a:prstGeom prst="round2DiagRect">
            <a:avLst>
              <a:gd name="adj1" fmla="val 9206"/>
              <a:gd name="adj2" fmla="val 0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Rounded Rectangle 1"/>
          <p:cNvSpPr/>
          <p:nvPr userDrawn="1"/>
        </p:nvSpPr>
        <p:spPr>
          <a:xfrm>
            <a:off x="7756358" y="6264443"/>
            <a:ext cx="1371600" cy="4736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3" tIns="45716" rIns="91433" bIns="45716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9753601" y="1828803"/>
            <a:ext cx="184716" cy="369324"/>
          </a:xfrm>
          <a:prstGeom prst="rect">
            <a:avLst/>
          </a:prstGeom>
          <a:noFill/>
        </p:spPr>
        <p:txBody>
          <a:bodyPr wrap="none" lIns="91433" tIns="45716" rIns="91433" bIns="45716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712575" y="155747"/>
            <a:ext cx="7136027" cy="571500"/>
          </a:xfrm>
        </p:spPr>
        <p:txBody>
          <a:bodyPr>
            <a:noAutofit/>
          </a:bodyPr>
          <a:lstStyle>
            <a:lvl1pPr algn="l">
              <a:defRPr sz="33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84224" y="6288508"/>
            <a:ext cx="7889751" cy="473675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pic>
        <p:nvPicPr>
          <p:cNvPr id="15" name="Content Placeholder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2" y="6324601"/>
            <a:ext cx="1113739" cy="3661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9" y="170914"/>
            <a:ext cx="514886" cy="514887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8586464" y="233690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869B97B5-30FC-4A1C-A668-54709B7A3747}" type="slidenum">
              <a:rPr lang="en-US" sz="1100">
                <a:solidFill>
                  <a:prstClr val="white"/>
                </a:solidFill>
                <a:latin typeface="Franklin Gothic Book" pitchFamily="34" charset="0"/>
              </a:rPr>
              <a:pPr/>
              <a:t>‹#›</a:t>
            </a:fld>
            <a:endParaRPr lang="en-US" sz="11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2392-3E36-4752-9B07-79E9B0CF8DD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088C9-1EF9-4FEE-B185-5E2E5BCC6C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70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DRMS – Request for Provision Overview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PAO – 2015 06 09 v2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0965" y="54769"/>
            <a:ext cx="617696" cy="67117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38" y="30510"/>
            <a:ext cx="8647081" cy="6779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996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DRMS – Request for Provision Overview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PAO – 2015 06 09 v2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0965" y="54769"/>
            <a:ext cx="617696" cy="67117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" y="54769"/>
            <a:ext cx="8966835" cy="67117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512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A71C2D585FA4C8E44482C499ADEEF" ma:contentTypeVersion="0" ma:contentTypeDescription="Create a new document." ma:contentTypeScope="" ma:versionID="d4a9ef5321a891571f48cc2f84a5770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1e8c64ceaff70cec3725446d9fa514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6B5535-56B2-4975-A4C9-A78129DB6986}"/>
</file>

<file path=customXml/itemProps2.xml><?xml version="1.0" encoding="utf-8"?>
<ds:datastoreItem xmlns:ds="http://schemas.openxmlformats.org/officeDocument/2006/customXml" ds:itemID="{EF623556-BA06-45E9-9A01-64936C22E2F4}"/>
</file>

<file path=customXml/itemProps3.xml><?xml version="1.0" encoding="utf-8"?>
<ds:datastoreItem xmlns:ds="http://schemas.openxmlformats.org/officeDocument/2006/customXml" ds:itemID="{BD459B0D-FB13-400D-A55F-EAF0C34725A8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</Words>
  <Application>Microsoft Office PowerPoint</Application>
  <PresentationFormat>On-screen Show (4:3)</PresentationFormat>
  <Paragraphs>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DRMS – Request for Provision Overview</vt:lpstr>
      <vt:lpstr>DRMS – Request for Provision Overview</vt:lpstr>
    </vt:vector>
  </TitlesOfParts>
  <Company>Consumers Energy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DRMS – Request for Provision Overview</dc:title>
  <dc:creator>Garrett E. Miner</dc:creator>
  <cp:lastModifiedBy>Garrett E. Miner</cp:lastModifiedBy>
  <cp:revision>1</cp:revision>
  <dcterms:created xsi:type="dcterms:W3CDTF">2015-07-09T13:15:18Z</dcterms:created>
  <dcterms:modified xsi:type="dcterms:W3CDTF">2015-07-09T13:20:53Z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0x01010037AA71C2D585FA4C8E44482C499ADEEF</vt:lpwstr>
  </property>
</Properties>
</file>