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7FFFFFF0_1996B2E2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85" r:id="rId6"/>
  </p:sldMasterIdLst>
  <p:notesMasterIdLst>
    <p:notesMasterId r:id="rId27"/>
  </p:notesMasterIdLst>
  <p:sldIdLst>
    <p:sldId id="268" r:id="rId7"/>
    <p:sldId id="305" r:id="rId8"/>
    <p:sldId id="2147483632" r:id="rId9"/>
    <p:sldId id="295" r:id="rId10"/>
    <p:sldId id="2147483637" r:id="rId11"/>
    <p:sldId id="280" r:id="rId12"/>
    <p:sldId id="258" r:id="rId13"/>
    <p:sldId id="291" r:id="rId14"/>
    <p:sldId id="281" r:id="rId15"/>
    <p:sldId id="2147483642" r:id="rId16"/>
    <p:sldId id="2147483639" r:id="rId17"/>
    <p:sldId id="261" r:id="rId18"/>
    <p:sldId id="2147483641" r:id="rId19"/>
    <p:sldId id="270" r:id="rId20"/>
    <p:sldId id="271" r:id="rId21"/>
    <p:sldId id="273" r:id="rId22"/>
    <p:sldId id="256" r:id="rId23"/>
    <p:sldId id="262" r:id="rId24"/>
    <p:sldId id="257" r:id="rId25"/>
    <p:sldId id="214748286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C56B50B-91B3-483C-BE05-FE0EDD9856A7}">
          <p14:sldIdLst>
            <p14:sldId id="268"/>
            <p14:sldId id="305"/>
            <p14:sldId id="2147483632"/>
            <p14:sldId id="295"/>
            <p14:sldId id="2147483637"/>
            <p14:sldId id="280"/>
            <p14:sldId id="258"/>
            <p14:sldId id="291"/>
            <p14:sldId id="281"/>
            <p14:sldId id="2147483642"/>
            <p14:sldId id="2147483639"/>
            <p14:sldId id="261"/>
            <p14:sldId id="2147483641"/>
            <p14:sldId id="270"/>
            <p14:sldId id="271"/>
            <p14:sldId id="273"/>
            <p14:sldId id="256"/>
            <p14:sldId id="262"/>
            <p14:sldId id="257"/>
            <p14:sldId id="2147482861"/>
          </p14:sldIdLst>
        </p14:section>
        <p14:section name="Graveyard" id="{6A0FE7CB-C75F-47F8-8DB4-A309BCF33C4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054E2A-988F-FF15-C981-8B792429B072}" name="DAWN M PETTENGILL" initials="DP" userId="S::DAWN.PETTENGILL@cmsenergy.com::6c3e7221-c014-41df-9963-eb44707bad46" providerId="AD"/>
  <p188:author id="{DE9ACA47-3EA9-04A0-C6C5-013CFC6955FC}" name="Jose Diaz" initials="JD" userId="S::jose.diaz@cmsenergy.com::517cb5ef-6fb8-49bc-8303-535c95eee28f" providerId="AD"/>
  <p188:author id="{63114D57-0809-584E-AAB2-61DBCC96837E}" name="Shibu Devapalan Prabha" initials="SD" userId="S::Shibu.DevapalanPrabha@cmsenergy.com::183e8b0d-c241-4499-bcd3-c8d01511828f" providerId="AD"/>
  <p188:author id="{F71F5868-14A0-AE0D-85D4-64A03FE904D8}" name="Taylor Ilov" initials="" userId="S::Taylor.Ilov@ibm.com::43dc5e75-7824-4f8d-a1aa-508c4d2ae3d7" providerId="AD"/>
  <p188:author id="{213F0180-4E89-B86B-F6E1-E03B7518BAE5}" name="Taylor Ilov" initials="TI" userId="S::taylor.ilov@ibm.com::43dc5e75-7824-4f8d-a1aa-508c4d2ae3d7" providerId="AD"/>
  <p188:author id="{55932883-5CB1-84AB-7BEE-79D4FF9FD896}" name="DAWN M PETTENGILL" initials="DP" userId="S::dawn.pettengill@cmsenergy.com::6c3e7221-c014-41df-9963-eb44707bad46" providerId="AD"/>
  <p188:author id="{06E22CA2-C0F8-AC46-CA2A-3E2B1B6644D3}" name="Taylor Ilov" initials="TI" userId="S::taylor.ilov@cmsenergy.com::b3e8fa34-e639-4d12-a6dc-5e3032b39fb7" providerId="AD"/>
  <p188:author id="{501AB7E2-9689-D00B-6C95-3A5D410786DE}" name="Jose Diaz" initials="JD" userId="S::jose.diaz2@ibm.com::9b29bd53-f7fb-41c2-aeba-4f48f8f2c2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0A9902-F20C-6A31-AFE2-3845EE1D1744}" v="657" dt="2026-06-01T15:48:34.904"/>
    <p1510:client id="{602534FC-EB04-4C24-DF86-70C3C6B8E16A}" v="380" dt="2026-06-01T16:11:29.541"/>
    <p1510:client id="{9ADDA04D-F313-9534-B28A-C5C5C8935E15}" v="653" dt="2026-06-01T17:54:58.056"/>
    <p1510:client id="{B23F50C1-F81E-DCA0-2696-560A2F5A8108}" v="630" dt="2026-06-01T14:58:50.022"/>
    <p1510:client id="{E1F79A72-DA0D-D5F5-8913-92835685BCFC}" v="640" dt="2026-06-01T15:23:04.2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8/10/relationships/authors" Target="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Ilov" userId="S::taylor.ilov@cmsenergy.com::b3e8fa34-e639-4d12-a6dc-5e3032b39fb7" providerId="AD" clId="Web-{B23F50C1-F81E-DCA0-2696-560A2F5A8108}"/>
    <pc:docChg chg="addSld delSld modSld sldOrd modSection">
      <pc:chgData name="Taylor Ilov" userId="S::taylor.ilov@cmsenergy.com::b3e8fa34-e639-4d12-a6dc-5e3032b39fb7" providerId="AD" clId="Web-{B23F50C1-F81E-DCA0-2696-560A2F5A8108}" dt="2026-06-01T14:58:50.022" v="526"/>
      <pc:docMkLst>
        <pc:docMk/>
      </pc:docMkLst>
      <pc:sldChg chg="modSp">
        <pc:chgData name="Taylor Ilov" userId="S::taylor.ilov@cmsenergy.com::b3e8fa34-e639-4d12-a6dc-5e3032b39fb7" providerId="AD" clId="Web-{B23F50C1-F81E-DCA0-2696-560A2F5A8108}" dt="2026-06-01T14:24:16.842" v="446" actId="20577"/>
        <pc:sldMkLst>
          <pc:docMk/>
          <pc:sldMk cId="2052507368" sldId="256"/>
        </pc:sldMkLst>
        <pc:spChg chg="mod">
          <ac:chgData name="Taylor Ilov" userId="S::taylor.ilov@cmsenergy.com::b3e8fa34-e639-4d12-a6dc-5e3032b39fb7" providerId="AD" clId="Web-{B23F50C1-F81E-DCA0-2696-560A2F5A8108}" dt="2026-06-01T14:24:16.842" v="446" actId="20577"/>
          <ac:spMkLst>
            <pc:docMk/>
            <pc:sldMk cId="2052507368" sldId="256"/>
            <ac:spMk id="2" creationId="{D9B8750B-80A9-3759-00E2-7796EC77173C}"/>
          </ac:spMkLst>
        </pc:spChg>
      </pc:sldChg>
      <pc:sldChg chg="modSp">
        <pc:chgData name="Taylor Ilov" userId="S::taylor.ilov@cmsenergy.com::b3e8fa34-e639-4d12-a6dc-5e3032b39fb7" providerId="AD" clId="Web-{B23F50C1-F81E-DCA0-2696-560A2F5A8108}" dt="2026-06-01T14:24:22.545" v="449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B23F50C1-F81E-DCA0-2696-560A2F5A8108}" dt="2026-06-01T14:24:22.545" v="449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B23F50C1-F81E-DCA0-2696-560A2F5A8108}" dt="2026-06-01T14:13:33.613" v="386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B23F50C1-F81E-DCA0-2696-560A2F5A8108}" dt="2026-06-01T14:13:33.613" v="386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53:50.816" v="363"/>
        <pc:sldMkLst>
          <pc:docMk/>
          <pc:sldMk cId="1184650622" sldId="259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82" v="336"/>
        <pc:sldMkLst>
          <pc:docMk/>
          <pc:sldMk cId="3139401453" sldId="260"/>
        </pc:sldMkLst>
      </pc:sldChg>
      <pc:sldChg chg="addSp modSp">
        <pc:chgData name="Taylor Ilov" userId="S::taylor.ilov@cmsenergy.com::b3e8fa34-e639-4d12-a6dc-5e3032b39fb7" providerId="AD" clId="Web-{B23F50C1-F81E-DCA0-2696-560A2F5A8108}" dt="2026-06-01T14:15:37.087" v="440" actId="20577"/>
        <pc:sldMkLst>
          <pc:docMk/>
          <pc:sldMk cId="3258273975" sldId="262"/>
        </pc:sldMkLst>
        <pc:spChg chg="add mod">
          <ac:chgData name="Taylor Ilov" userId="S::taylor.ilov@cmsenergy.com::b3e8fa34-e639-4d12-a6dc-5e3032b39fb7" providerId="AD" clId="Web-{B23F50C1-F81E-DCA0-2696-560A2F5A8108}" dt="2026-06-01T14:15:37.087" v="440" actId="20577"/>
          <ac:spMkLst>
            <pc:docMk/>
            <pc:sldMk cId="3258273975" sldId="262"/>
            <ac:spMk id="5" creationId="{839819C6-88CB-8EDB-2E75-AB8F3943CBE5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52:56.267" v="333"/>
        <pc:sldMkLst>
          <pc:docMk/>
          <pc:sldMk cId="1570449734" sldId="263"/>
        </pc:sldMkLst>
      </pc:sldChg>
      <pc:sldChg chg="del">
        <pc:chgData name="Taylor Ilov" userId="S::taylor.ilov@cmsenergy.com::b3e8fa34-e639-4d12-a6dc-5e3032b39fb7" providerId="AD" clId="Web-{B23F50C1-F81E-DCA0-2696-560A2F5A8108}" dt="2026-06-01T13:53:05.455" v="346"/>
        <pc:sldMkLst>
          <pc:docMk/>
          <pc:sldMk cId="531696751" sldId="264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35" v="324"/>
        <pc:sldMkLst>
          <pc:docMk/>
          <pc:sldMk cId="444289725" sldId="265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35" v="323"/>
        <pc:sldMkLst>
          <pc:docMk/>
          <pc:sldMk cId="1866080338" sldId="266"/>
        </pc:sldMkLst>
      </pc:sldChg>
      <pc:sldChg chg="del">
        <pc:chgData name="Taylor Ilov" userId="S::taylor.ilov@cmsenergy.com::b3e8fa34-e639-4d12-a6dc-5e3032b39fb7" providerId="AD" clId="Web-{B23F50C1-F81E-DCA0-2696-560A2F5A8108}" dt="2026-06-01T13:53:39.487" v="359"/>
        <pc:sldMkLst>
          <pc:docMk/>
          <pc:sldMk cId="2391744231" sldId="267"/>
        </pc:sldMkLst>
      </pc:sldChg>
      <pc:sldChg chg="modSp">
        <pc:chgData name="Taylor Ilov" userId="S::taylor.ilov@cmsenergy.com::b3e8fa34-e639-4d12-a6dc-5e3032b39fb7" providerId="AD" clId="Web-{B23F50C1-F81E-DCA0-2696-560A2F5A8108}" dt="2026-06-01T13:21:27.158" v="22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B23F50C1-F81E-DCA0-2696-560A2F5A8108}" dt="2026-06-01T13:21:27.158" v="22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53:39.503" v="362"/>
        <pc:sldMkLst>
          <pc:docMk/>
          <pc:sldMk cId="3826172687" sldId="269"/>
        </pc:sldMkLst>
      </pc:sldChg>
      <pc:sldChg chg="addSp delSp modSp">
        <pc:chgData name="Taylor Ilov" userId="S::taylor.ilov@cmsenergy.com::b3e8fa34-e639-4d12-a6dc-5e3032b39fb7" providerId="AD" clId="Web-{B23F50C1-F81E-DCA0-2696-560A2F5A8108}" dt="2026-06-01T14:58:50.022" v="526"/>
        <pc:sldMkLst>
          <pc:docMk/>
          <pc:sldMk cId="2218206800" sldId="271"/>
        </pc:sldMkLst>
        <pc:spChg chg="del">
          <ac:chgData name="Taylor Ilov" userId="S::taylor.ilov@cmsenergy.com::b3e8fa34-e639-4d12-a6dc-5e3032b39fb7" providerId="AD" clId="Web-{B23F50C1-F81E-DCA0-2696-560A2F5A8108}" dt="2026-06-01T14:15:14.398" v="436"/>
          <ac:spMkLst>
            <pc:docMk/>
            <pc:sldMk cId="2218206800" sldId="271"/>
            <ac:spMk id="4" creationId="{1CE286F6-D818-E183-48C3-9C5404626B24}"/>
          </ac:spMkLst>
        </pc:spChg>
        <pc:spChg chg="add del mod">
          <ac:chgData name="Taylor Ilov" userId="S::taylor.ilov@cmsenergy.com::b3e8fa34-e639-4d12-a6dc-5e3032b39fb7" providerId="AD" clId="Web-{B23F50C1-F81E-DCA0-2696-560A2F5A8108}" dt="2026-06-01T14:58:50.022" v="526"/>
          <ac:spMkLst>
            <pc:docMk/>
            <pc:sldMk cId="2218206800" sldId="271"/>
            <ac:spMk id="6" creationId="{C6BF07B8-A6C8-1057-E3B7-A4A2F2268391}"/>
          </ac:spMkLst>
        </pc:spChg>
        <pc:graphicFrameChg chg="add del mod modGraphic">
          <ac:chgData name="Taylor Ilov" userId="S::taylor.ilov@cmsenergy.com::b3e8fa34-e639-4d12-a6dc-5e3032b39fb7" providerId="AD" clId="Web-{B23F50C1-F81E-DCA0-2696-560A2F5A8108}" dt="2026-06-01T14:58:48.928" v="525"/>
          <ac:graphicFrameMkLst>
            <pc:docMk/>
            <pc:sldMk cId="2218206800" sldId="271"/>
            <ac:graphicFrameMk id="5" creationId="{1E598C6A-02E1-40AC-9F43-2133B64F13DB}"/>
          </ac:graphicFrameMkLst>
        </pc:graphicFrameChg>
        <pc:graphicFrameChg chg="mod modGraphic">
          <ac:chgData name="Taylor Ilov" userId="S::taylor.ilov@cmsenergy.com::b3e8fa34-e639-4d12-a6dc-5e3032b39fb7" providerId="AD" clId="Web-{B23F50C1-F81E-DCA0-2696-560A2F5A8108}" dt="2026-06-01T14:58:35.506" v="524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del">
        <pc:chgData name="Taylor Ilov" userId="S::taylor.ilov@cmsenergy.com::b3e8fa34-e639-4d12-a6dc-5e3032b39fb7" providerId="AD" clId="Web-{B23F50C1-F81E-DCA0-2696-560A2F5A8108}" dt="2026-06-01T13:52:56.235" v="325"/>
        <pc:sldMkLst>
          <pc:docMk/>
          <pc:sldMk cId="2291057210" sldId="272"/>
        </pc:sldMkLst>
      </pc:sldChg>
      <pc:sldChg chg="addSp modSp mod modShow">
        <pc:chgData name="Taylor Ilov" userId="S::taylor.ilov@cmsenergy.com::b3e8fa34-e639-4d12-a6dc-5e3032b39fb7" providerId="AD" clId="Web-{B23F50C1-F81E-DCA0-2696-560A2F5A8108}" dt="2026-06-01T14:24:12.779" v="445"/>
        <pc:sldMkLst>
          <pc:docMk/>
          <pc:sldMk cId="3351640754" sldId="273"/>
        </pc:sldMkLst>
        <pc:spChg chg="add mod">
          <ac:chgData name="Taylor Ilov" userId="S::taylor.ilov@cmsenergy.com::b3e8fa34-e639-4d12-a6dc-5e3032b39fb7" providerId="AD" clId="Web-{B23F50C1-F81E-DCA0-2696-560A2F5A8108}" dt="2026-06-01T14:15:24.633" v="438" actId="14100"/>
          <ac:spMkLst>
            <pc:docMk/>
            <pc:sldMk cId="3351640754" sldId="273"/>
            <ac:spMk id="2" creationId="{C1E568AE-5A89-D970-9770-3B24B136EA57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53:22.971" v="353"/>
        <pc:sldMkLst>
          <pc:docMk/>
          <pc:sldMk cId="1260487078" sldId="274"/>
        </pc:sldMkLst>
      </pc:sldChg>
      <pc:sldChg chg="del">
        <pc:chgData name="Taylor Ilov" userId="S::taylor.ilov@cmsenergy.com::b3e8fa34-e639-4d12-a6dc-5e3032b39fb7" providerId="AD" clId="Web-{B23F50C1-F81E-DCA0-2696-560A2F5A8108}" dt="2026-06-01T13:53:53.019" v="365"/>
        <pc:sldMkLst>
          <pc:docMk/>
          <pc:sldMk cId="391861285" sldId="275"/>
        </pc:sldMkLst>
      </pc:sldChg>
      <pc:sldChg chg="del">
        <pc:chgData name="Taylor Ilov" userId="S::taylor.ilov@cmsenergy.com::b3e8fa34-e639-4d12-a6dc-5e3032b39fb7" providerId="AD" clId="Web-{B23F50C1-F81E-DCA0-2696-560A2F5A8108}" dt="2026-06-01T13:53:05.439" v="340"/>
        <pc:sldMkLst>
          <pc:docMk/>
          <pc:sldMk cId="2912221424" sldId="276"/>
        </pc:sldMkLst>
      </pc:sldChg>
      <pc:sldChg chg="modSp">
        <pc:chgData name="Taylor Ilov" userId="S::taylor.ilov@cmsenergy.com::b3e8fa34-e639-4d12-a6dc-5e3032b39fb7" providerId="AD" clId="Web-{B23F50C1-F81E-DCA0-2696-560A2F5A8108}" dt="2026-06-01T14:14:20.787" v="405" actId="20577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B23F50C1-F81E-DCA0-2696-560A2F5A8108}" dt="2026-06-01T14:14:20.787" v="405" actId="20577"/>
          <ac:spMkLst>
            <pc:docMk/>
            <pc:sldMk cId="2542367511" sldId="277"/>
            <ac:spMk id="7" creationId="{CAD1F050-5AB8-5CAC-CBBB-4BA7E18D5658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52:56.251" v="330"/>
        <pc:sldMkLst>
          <pc:docMk/>
          <pc:sldMk cId="2972380569" sldId="278"/>
        </pc:sldMkLst>
      </pc:sldChg>
      <pc:sldChg chg="del">
        <pc:chgData name="Taylor Ilov" userId="S::taylor.ilov@cmsenergy.com::b3e8fa34-e639-4d12-a6dc-5e3032b39fb7" providerId="AD" clId="Web-{B23F50C1-F81E-DCA0-2696-560A2F5A8108}" dt="2026-06-01T13:53:05.455" v="345"/>
        <pc:sldMkLst>
          <pc:docMk/>
          <pc:sldMk cId="644564436" sldId="279"/>
        </pc:sldMkLst>
      </pc:sldChg>
      <pc:sldChg chg="del">
        <pc:chgData name="Taylor Ilov" userId="S::taylor.ilov@cmsenergy.com::b3e8fa34-e639-4d12-a6dc-5e3032b39fb7" providerId="AD" clId="Web-{B23F50C1-F81E-DCA0-2696-560A2F5A8108}" dt="2026-06-01T13:21:51.815" v="24"/>
        <pc:sldMkLst>
          <pc:docMk/>
          <pc:sldMk cId="1848020351" sldId="280"/>
        </pc:sldMkLst>
      </pc:sldChg>
      <pc:sldChg chg="modSp add">
        <pc:chgData name="Taylor Ilov" userId="S::taylor.ilov@cmsenergy.com::b3e8fa34-e639-4d12-a6dc-5e3032b39fb7" providerId="AD" clId="Web-{B23F50C1-F81E-DCA0-2696-560A2F5A8108}" dt="2026-06-01T13:48:21.678" v="259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B23F50C1-F81E-DCA0-2696-560A2F5A8108}" dt="2026-06-01T13:47:52.426" v="243" actId="20577"/>
          <ac:spMkLst>
            <pc:docMk/>
            <pc:sldMk cId="3692638522" sldId="280"/>
            <ac:spMk id="3" creationId="{58573676-BFE1-83AA-90C9-0699928A0949}"/>
          </ac:spMkLst>
        </pc:spChg>
        <pc:spChg chg="mod">
          <ac:chgData name="Taylor Ilov" userId="S::taylor.ilov@cmsenergy.com::b3e8fa34-e639-4d12-a6dc-5e3032b39fb7" providerId="AD" clId="Web-{B23F50C1-F81E-DCA0-2696-560A2F5A8108}" dt="2026-06-01T13:47:28.066" v="234" actId="20577"/>
          <ac:spMkLst>
            <pc:docMk/>
            <pc:sldMk cId="3692638522" sldId="280"/>
            <ac:spMk id="8" creationId="{F068F04F-6DFB-171B-FC7A-BD61AE783CD5}"/>
          </ac:spMkLst>
        </pc:spChg>
        <pc:graphicFrameChg chg="mod modGraphic">
          <ac:chgData name="Taylor Ilov" userId="S::taylor.ilov@cmsenergy.com::b3e8fa34-e639-4d12-a6dc-5e3032b39fb7" providerId="AD" clId="Web-{B23F50C1-F81E-DCA0-2696-560A2F5A8108}" dt="2026-06-01T13:48:21.678" v="259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B23F50C1-F81E-DCA0-2696-560A2F5A8108}" dt="2026-06-01T14:13:40.082" v="390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B23F50C1-F81E-DCA0-2696-560A2F5A8108}" dt="2026-06-01T14:13:40.082" v="390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52:56.251" v="327"/>
        <pc:sldMkLst>
          <pc:docMk/>
          <pc:sldMk cId="508357073" sldId="282"/>
        </pc:sldMkLst>
      </pc:sldChg>
      <pc:sldChg chg="del">
        <pc:chgData name="Taylor Ilov" userId="S::taylor.ilov@cmsenergy.com::b3e8fa34-e639-4d12-a6dc-5e3032b39fb7" providerId="AD" clId="Web-{B23F50C1-F81E-DCA0-2696-560A2F5A8108}" dt="2026-06-01T13:53:10.330" v="351"/>
        <pc:sldMkLst>
          <pc:docMk/>
          <pc:sldMk cId="2663969583" sldId="283"/>
        </pc:sldMkLst>
      </pc:sldChg>
      <pc:sldChg chg="del">
        <pc:chgData name="Taylor Ilov" userId="S::taylor.ilov@cmsenergy.com::b3e8fa34-e639-4d12-a6dc-5e3032b39fb7" providerId="AD" clId="Web-{B23F50C1-F81E-DCA0-2696-560A2F5A8108}" dt="2026-06-01T13:53:10.330" v="352"/>
        <pc:sldMkLst>
          <pc:docMk/>
          <pc:sldMk cId="1605051295" sldId="284"/>
        </pc:sldMkLst>
      </pc:sldChg>
      <pc:sldChg chg="modSp">
        <pc:chgData name="Taylor Ilov" userId="S::taylor.ilov@cmsenergy.com::b3e8fa34-e639-4d12-a6dc-5e3032b39fb7" providerId="AD" clId="Web-{B23F50C1-F81E-DCA0-2696-560A2F5A8108}" dt="2026-06-01T14:23:39.106" v="442" actId="20577"/>
        <pc:sldMkLst>
          <pc:docMk/>
          <pc:sldMk cId="1285056470" sldId="285"/>
        </pc:sldMkLst>
        <pc:spChg chg="mod">
          <ac:chgData name="Taylor Ilov" userId="S::taylor.ilov@cmsenergy.com::b3e8fa34-e639-4d12-a6dc-5e3032b39fb7" providerId="AD" clId="Web-{B23F50C1-F81E-DCA0-2696-560A2F5A8108}" dt="2026-06-01T14:23:39.106" v="442" actId="20577"/>
          <ac:spMkLst>
            <pc:docMk/>
            <pc:sldMk cId="1285056470" sldId="285"/>
            <ac:spMk id="7" creationId="{3FA007BE-A154-54BB-139B-68EEE949B120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53:10.330" v="350"/>
        <pc:sldMkLst>
          <pc:docMk/>
          <pc:sldMk cId="4227511731" sldId="286"/>
        </pc:sldMkLst>
      </pc:sldChg>
      <pc:sldChg chg="del">
        <pc:chgData name="Taylor Ilov" userId="S::taylor.ilov@cmsenergy.com::b3e8fa34-e639-4d12-a6dc-5e3032b39fb7" providerId="AD" clId="Web-{B23F50C1-F81E-DCA0-2696-560A2F5A8108}" dt="2026-06-01T13:53:39.503" v="361"/>
        <pc:sldMkLst>
          <pc:docMk/>
          <pc:sldMk cId="1165485866" sldId="287"/>
        </pc:sldMkLst>
      </pc:sldChg>
      <pc:sldChg chg="del">
        <pc:chgData name="Taylor Ilov" userId="S::taylor.ilov@cmsenergy.com::b3e8fa34-e639-4d12-a6dc-5e3032b39fb7" providerId="AD" clId="Web-{B23F50C1-F81E-DCA0-2696-560A2F5A8108}" dt="2026-06-01T13:53:10.330" v="349"/>
        <pc:sldMkLst>
          <pc:docMk/>
          <pc:sldMk cId="1249598883" sldId="288"/>
        </pc:sldMkLst>
      </pc:sldChg>
      <pc:sldChg chg="del">
        <pc:chgData name="Taylor Ilov" userId="S::taylor.ilov@cmsenergy.com::b3e8fa34-e639-4d12-a6dc-5e3032b39fb7" providerId="AD" clId="Web-{B23F50C1-F81E-DCA0-2696-560A2F5A8108}" dt="2026-06-01T13:53:10.330" v="348"/>
        <pc:sldMkLst>
          <pc:docMk/>
          <pc:sldMk cId="3003837398" sldId="289"/>
        </pc:sldMkLst>
      </pc:sldChg>
      <pc:sldChg chg="del">
        <pc:chgData name="Taylor Ilov" userId="S::taylor.ilov@cmsenergy.com::b3e8fa34-e639-4d12-a6dc-5e3032b39fb7" providerId="AD" clId="Web-{B23F50C1-F81E-DCA0-2696-560A2F5A8108}" dt="2026-06-01T13:53:10.330" v="347"/>
        <pc:sldMkLst>
          <pc:docMk/>
          <pc:sldMk cId="3963704981" sldId="290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35" v="322"/>
        <pc:sldMkLst>
          <pc:docMk/>
          <pc:sldMk cId="2430528495" sldId="292"/>
        </pc:sldMkLst>
      </pc:sldChg>
      <pc:sldChg chg="del">
        <pc:chgData name="Taylor Ilov" userId="S::taylor.ilov@cmsenergy.com::b3e8fa34-e639-4d12-a6dc-5e3032b39fb7" providerId="AD" clId="Web-{B23F50C1-F81E-DCA0-2696-560A2F5A8108}" dt="2026-06-01T13:53:39.487" v="360"/>
        <pc:sldMkLst>
          <pc:docMk/>
          <pc:sldMk cId="2014375960" sldId="293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82" v="338"/>
        <pc:sldMkLst>
          <pc:docMk/>
          <pc:sldMk cId="4092750254" sldId="294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67" v="332"/>
        <pc:sldMkLst>
          <pc:docMk/>
          <pc:sldMk cId="2088230018" sldId="296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51" v="329"/>
        <pc:sldMkLst>
          <pc:docMk/>
          <pc:sldMk cId="3317491340" sldId="297"/>
        </pc:sldMkLst>
      </pc:sldChg>
      <pc:sldChg chg="del">
        <pc:chgData name="Taylor Ilov" userId="S::taylor.ilov@cmsenergy.com::b3e8fa34-e639-4d12-a6dc-5e3032b39fb7" providerId="AD" clId="Web-{B23F50C1-F81E-DCA0-2696-560A2F5A8108}" dt="2026-06-01T13:53:05.455" v="343"/>
        <pc:sldMkLst>
          <pc:docMk/>
          <pc:sldMk cId="2424354849" sldId="298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20" v="321"/>
        <pc:sldMkLst>
          <pc:docMk/>
          <pc:sldMk cId="967417557" sldId="299"/>
        </pc:sldMkLst>
      </pc:sldChg>
      <pc:sldChg chg="del">
        <pc:chgData name="Taylor Ilov" userId="S::taylor.ilov@cmsenergy.com::b3e8fa34-e639-4d12-a6dc-5e3032b39fb7" providerId="AD" clId="Web-{B23F50C1-F81E-DCA0-2696-560A2F5A8108}" dt="2026-06-01T13:53:05.439" v="342"/>
        <pc:sldMkLst>
          <pc:docMk/>
          <pc:sldMk cId="3893690954" sldId="300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67" v="331"/>
        <pc:sldMkLst>
          <pc:docMk/>
          <pc:sldMk cId="1410922713" sldId="301"/>
        </pc:sldMkLst>
      </pc:sldChg>
      <pc:sldChg chg="del">
        <pc:chgData name="Taylor Ilov" userId="S::taylor.ilov@cmsenergy.com::b3e8fa34-e639-4d12-a6dc-5e3032b39fb7" providerId="AD" clId="Web-{B23F50C1-F81E-DCA0-2696-560A2F5A8108}" dt="2026-06-01T13:53:05.455" v="344"/>
        <pc:sldMkLst>
          <pc:docMk/>
          <pc:sldMk cId="1593924989" sldId="302"/>
        </pc:sldMkLst>
      </pc:sldChg>
      <pc:sldChg chg="del">
        <pc:chgData name="Taylor Ilov" userId="S::taylor.ilov@cmsenergy.com::b3e8fa34-e639-4d12-a6dc-5e3032b39fb7" providerId="AD" clId="Web-{B23F50C1-F81E-DCA0-2696-560A2F5A8108}" dt="2026-06-01T13:53:05.439" v="341"/>
        <pc:sldMkLst>
          <pc:docMk/>
          <pc:sldMk cId="1532953204" sldId="303"/>
        </pc:sldMkLst>
      </pc:sldChg>
      <pc:sldChg chg="del">
        <pc:chgData name="Taylor Ilov" userId="S::taylor.ilov@cmsenergy.com::b3e8fa34-e639-4d12-a6dc-5e3032b39fb7" providerId="AD" clId="Web-{B23F50C1-F81E-DCA0-2696-560A2F5A8108}" dt="2026-06-01T13:53:05.439" v="339"/>
        <pc:sldMkLst>
          <pc:docMk/>
          <pc:sldMk cId="718913957" sldId="304"/>
        </pc:sldMkLst>
      </pc:sldChg>
      <pc:sldChg chg="add">
        <pc:chgData name="Taylor Ilov" userId="S::taylor.ilov@cmsenergy.com::b3e8fa34-e639-4d12-a6dc-5e3032b39fb7" providerId="AD" clId="Web-{B23F50C1-F81E-DCA0-2696-560A2F5A8108}" dt="2026-06-01T13:21:46.221" v="23"/>
        <pc:sldMkLst>
          <pc:docMk/>
          <pc:sldMk cId="1110191763" sldId="305"/>
        </pc:sldMkLst>
      </pc:sldChg>
      <pc:sldChg chg="addSp delSp modSp">
        <pc:chgData name="Taylor Ilov" userId="S::taylor.ilov@cmsenergy.com::b3e8fa34-e639-4d12-a6dc-5e3032b39fb7" providerId="AD" clId="Web-{B23F50C1-F81E-DCA0-2696-560A2F5A8108}" dt="2026-06-01T14:24:03.951" v="444" actId="1076"/>
        <pc:sldMkLst>
          <pc:docMk/>
          <pc:sldMk cId="429306594" sldId="2147483632"/>
        </pc:sldMkLst>
        <pc:spChg chg="add del mod">
          <ac:chgData name="Taylor Ilov" userId="S::taylor.ilov@cmsenergy.com::b3e8fa34-e639-4d12-a6dc-5e3032b39fb7" providerId="AD" clId="Web-{B23F50C1-F81E-DCA0-2696-560A2F5A8108}" dt="2026-06-01T13:54:02.644" v="366"/>
          <ac:spMkLst>
            <pc:docMk/>
            <pc:sldMk cId="429306594" sldId="2147483632"/>
            <ac:spMk id="3" creationId="{A5AAC27A-9FAB-AFC0-D95D-F1308EF3CD73}"/>
          </ac:spMkLst>
        </pc:spChg>
        <pc:spChg chg="del mod">
          <ac:chgData name="Taylor Ilov" userId="S::taylor.ilov@cmsenergy.com::b3e8fa34-e639-4d12-a6dc-5e3032b39fb7" providerId="AD" clId="Web-{B23F50C1-F81E-DCA0-2696-560A2F5A8108}" dt="2026-06-01T14:11:34.108" v="381"/>
          <ac:spMkLst>
            <pc:docMk/>
            <pc:sldMk cId="429306594" sldId="2147483632"/>
            <ac:spMk id="10" creationId="{028D6BF8-5599-788E-3EDB-AE4CCDB8558F}"/>
          </ac:spMkLst>
        </pc:spChg>
        <pc:spChg chg="mod">
          <ac:chgData name="Taylor Ilov" userId="S::taylor.ilov@cmsenergy.com::b3e8fa34-e639-4d12-a6dc-5e3032b39fb7" providerId="AD" clId="Web-{B23F50C1-F81E-DCA0-2696-560A2F5A8108}" dt="2026-06-01T14:15:59.525" v="441" actId="20577"/>
          <ac:spMkLst>
            <pc:docMk/>
            <pc:sldMk cId="429306594" sldId="2147483632"/>
            <ac:spMk id="14" creationId="{1A3158E1-7695-0C81-4A14-28927869505A}"/>
          </ac:spMkLst>
        </pc:spChg>
        <pc:cxnChg chg="mod">
          <ac:chgData name="Taylor Ilov" userId="S::taylor.ilov@cmsenergy.com::b3e8fa34-e639-4d12-a6dc-5e3032b39fb7" providerId="AD" clId="Web-{B23F50C1-F81E-DCA0-2696-560A2F5A8108}" dt="2026-06-01T14:24:03.951" v="444" actId="1076"/>
          <ac:cxnSpMkLst>
            <pc:docMk/>
            <pc:sldMk cId="429306594" sldId="2147483632"/>
            <ac:cxnSpMk id="16" creationId="{28733F61-66C7-18F4-6938-676D88C48CC5}"/>
          </ac:cxnSpMkLst>
        </pc:cxnChg>
        <pc:cxnChg chg="del">
          <ac:chgData name="Taylor Ilov" userId="S::taylor.ilov@cmsenergy.com::b3e8fa34-e639-4d12-a6dc-5e3032b39fb7" providerId="AD" clId="Web-{B23F50C1-F81E-DCA0-2696-560A2F5A8108}" dt="2026-06-01T14:11:36.593" v="382"/>
          <ac:cxnSpMkLst>
            <pc:docMk/>
            <pc:sldMk cId="429306594" sldId="2147483632"/>
            <ac:cxnSpMk id="18" creationId="{D690A27B-9CFA-576F-7867-E4A2DCB77791}"/>
          </ac:cxnSpMkLst>
        </pc:cxnChg>
      </pc:sldChg>
      <pc:sldChg chg="del">
        <pc:chgData name="Taylor Ilov" userId="S::taylor.ilov@cmsenergy.com::b3e8fa34-e639-4d12-a6dc-5e3032b39fb7" providerId="AD" clId="Web-{B23F50C1-F81E-DCA0-2696-560A2F5A8108}" dt="2026-06-01T13:52:56.282" v="335"/>
        <pc:sldMkLst>
          <pc:docMk/>
          <pc:sldMk cId="1175158962" sldId="2147483635"/>
        </pc:sldMkLst>
      </pc:sldChg>
      <pc:sldChg chg="modSp">
        <pc:chgData name="Taylor Ilov" userId="S::taylor.ilov@cmsenergy.com::b3e8fa34-e639-4d12-a6dc-5e3032b39fb7" providerId="AD" clId="Web-{B23F50C1-F81E-DCA0-2696-560A2F5A8108}" dt="2026-06-01T13:49:19.180" v="311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B23F50C1-F81E-DCA0-2696-560A2F5A8108}" dt="2026-06-01T13:48:47.601" v="288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B23F50C1-F81E-DCA0-2696-560A2F5A8108}" dt="2026-06-01T13:49:19.180" v="311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44:00.761" v="26"/>
        <pc:sldMkLst>
          <pc:docMk/>
          <pc:sldMk cId="1417878951" sldId="2147483638"/>
        </pc:sldMkLst>
      </pc:sldChg>
      <pc:sldChg chg="addSp modSp ord">
        <pc:chgData name="Taylor Ilov" userId="S::taylor.ilov@cmsenergy.com::b3e8fa34-e639-4d12-a6dc-5e3032b39fb7" providerId="AD" clId="Web-{B23F50C1-F81E-DCA0-2696-560A2F5A8108}" dt="2026-06-01T14:14:24.256" v="406"/>
        <pc:sldMkLst>
          <pc:docMk/>
          <pc:sldMk cId="1929058891" sldId="2147483639"/>
        </pc:sldMkLst>
        <pc:spChg chg="add mod">
          <ac:chgData name="Taylor Ilov" userId="S::taylor.ilov@cmsenergy.com::b3e8fa34-e639-4d12-a6dc-5e3032b39fb7" providerId="AD" clId="Web-{B23F50C1-F81E-DCA0-2696-560A2F5A8108}" dt="2026-06-01T14:14:02.255" v="401" actId="20577"/>
          <ac:spMkLst>
            <pc:docMk/>
            <pc:sldMk cId="1929058891" sldId="2147483639"/>
            <ac:spMk id="3" creationId="{3647FBA2-98A1-9143-4DF1-F8AAF299F6E9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53:52.644" v="364"/>
        <pc:sldMkLst>
          <pc:docMk/>
          <pc:sldMk cId="1642022816" sldId="2147483640"/>
        </pc:sldMkLst>
      </pc:sldChg>
      <pc:sldChg chg="addSp delSp modSp">
        <pc:chgData name="Taylor Ilov" userId="S::taylor.ilov@cmsenergy.com::b3e8fa34-e639-4d12-a6dc-5e3032b39fb7" providerId="AD" clId="Web-{B23F50C1-F81E-DCA0-2696-560A2F5A8108}" dt="2026-06-01T14:24:57.624" v="458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B23F50C1-F81E-DCA0-2696-560A2F5A8108}" dt="2026-06-01T14:24:53.234" v="457" actId="20577"/>
          <ac:spMkLst>
            <pc:docMk/>
            <pc:sldMk cId="2545389575" sldId="2147483641"/>
            <ac:spMk id="4" creationId="{5B50B024-5B2C-73D1-0F65-38C1CBB14B5B}"/>
          </ac:spMkLst>
        </pc:spChg>
        <pc:spChg chg="add del mod">
          <ac:chgData name="Taylor Ilov" userId="S::taylor.ilov@cmsenergy.com::b3e8fa34-e639-4d12-a6dc-5e3032b39fb7" providerId="AD" clId="Web-{B23F50C1-F81E-DCA0-2696-560A2F5A8108}" dt="2026-06-01T14:24:57.624" v="458"/>
          <ac:spMkLst>
            <pc:docMk/>
            <pc:sldMk cId="2545389575" sldId="2147483641"/>
            <ac:spMk id="5" creationId="{DF8DF9A3-735B-28EE-C284-A6303C6F46C4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52:56.267" v="334"/>
        <pc:sldMkLst>
          <pc:docMk/>
          <pc:sldMk cId="1837094903" sldId="2147483642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82" v="337"/>
        <pc:sldMkLst>
          <pc:docMk/>
          <pc:sldMk cId="3718127009" sldId="2147483645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51" v="328"/>
        <pc:sldMkLst>
          <pc:docMk/>
          <pc:sldMk cId="142133596" sldId="2147483646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35" v="326"/>
        <pc:sldMkLst>
          <pc:docMk/>
          <pc:sldMk cId="920370272" sldId="2147483647"/>
        </pc:sldMkLst>
      </pc:sldChg>
    </pc:docChg>
  </pc:docChgLst>
  <pc:docChgLst>
    <pc:chgData name="Taylor Ilov" userId="S::taylor.ilov@cmsenergy.com::b3e8fa34-e639-4d12-a6dc-5e3032b39fb7" providerId="AD" clId="Web-{85F3C456-8B4D-EC70-9C90-360635DF6369}"/>
    <pc:docChg chg="delSld modSld modSection">
      <pc:chgData name="Taylor Ilov" userId="S::taylor.ilov@cmsenergy.com::b3e8fa34-e639-4d12-a6dc-5e3032b39fb7" providerId="AD" clId="Web-{85F3C456-8B4D-EC70-9C90-360635DF6369}" dt="2026-05-21T12:45:51.571" v="5"/>
      <pc:docMkLst>
        <pc:docMk/>
      </pc:docMkLst>
      <pc:sldChg chg="addSp">
        <pc:chgData name="Taylor Ilov" userId="S::taylor.ilov@cmsenergy.com::b3e8fa34-e639-4d12-a6dc-5e3032b39fb7" providerId="AD" clId="Web-{85F3C456-8B4D-EC70-9C90-360635DF6369}" dt="2026-05-21T12:45:51.571" v="5"/>
        <pc:sldMkLst>
          <pc:docMk/>
          <pc:sldMk cId="3852294437" sldId="268"/>
        </pc:sldMkLst>
      </pc:sldChg>
      <pc:sldChg chg="addSp delSp">
        <pc:chgData name="Taylor Ilov" userId="S::taylor.ilov@cmsenergy.com::b3e8fa34-e639-4d12-a6dc-5e3032b39fb7" providerId="AD" clId="Web-{85F3C456-8B4D-EC70-9C90-360635DF6369}" dt="2026-05-21T12:45:50.399" v="4"/>
        <pc:sldMkLst>
          <pc:docMk/>
          <pc:sldMk cId="3351640754" sldId="273"/>
        </pc:sldMkLst>
      </pc:sldChg>
    </pc:docChg>
  </pc:docChgLst>
  <pc:docChgLst>
    <pc:chgData name="Taylor Ilov" userId="S::taylor.ilov@cmsenergy.com::b3e8fa34-e639-4d12-a6dc-5e3032b39fb7" providerId="AD" clId="Web-{210A9902-F20C-6A31-AFE2-3845EE1D1744}"/>
    <pc:docChg chg="delSld modSld sldOrd modSection">
      <pc:chgData name="Taylor Ilov" userId="S::taylor.ilov@cmsenergy.com::b3e8fa34-e639-4d12-a6dc-5e3032b39fb7" providerId="AD" clId="Web-{210A9902-F20C-6A31-AFE2-3845EE1D1744}" dt="2026-06-01T15:48:34.904" v="589" actId="20577"/>
      <pc:docMkLst>
        <pc:docMk/>
      </pc:docMkLst>
      <pc:sldChg chg="modSp">
        <pc:chgData name="Taylor Ilov" userId="S::taylor.ilov@cmsenergy.com::b3e8fa34-e639-4d12-a6dc-5e3032b39fb7" providerId="AD" clId="Web-{210A9902-F20C-6A31-AFE2-3845EE1D1744}" dt="2026-06-01T15:44:35.334" v="370" actId="20577"/>
        <pc:sldMkLst>
          <pc:docMk/>
          <pc:sldMk cId="2052507368" sldId="256"/>
        </pc:sldMkLst>
        <pc:spChg chg="mod">
          <ac:chgData name="Taylor Ilov" userId="S::taylor.ilov@cmsenergy.com::b3e8fa34-e639-4d12-a6dc-5e3032b39fb7" providerId="AD" clId="Web-{210A9902-F20C-6A31-AFE2-3845EE1D1744}" dt="2026-06-01T15:44:35.334" v="370" actId="20577"/>
          <ac:spMkLst>
            <pc:docMk/>
            <pc:sldMk cId="2052507368" sldId="256"/>
            <ac:spMk id="2" creationId="{D9B8750B-80A9-3759-00E2-7796EC77173C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38.615" v="371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210A9902-F20C-6A31-AFE2-3845EE1D1744}" dt="2026-06-01T15:44:38.615" v="371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06.333" v="345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210A9902-F20C-6A31-AFE2-3845EE1D1744}" dt="2026-06-01T15:44:06.333" v="345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29.068" v="368" actId="20577"/>
        <pc:sldMkLst>
          <pc:docMk/>
          <pc:sldMk cId="3093726476" sldId="261"/>
        </pc:sldMkLst>
        <pc:spChg chg="mod">
          <ac:chgData name="Taylor Ilov" userId="S::taylor.ilov@cmsenergy.com::b3e8fa34-e639-4d12-a6dc-5e3032b39fb7" providerId="AD" clId="Web-{210A9902-F20C-6A31-AFE2-3845EE1D1744}" dt="2026-06-01T15:44:29.068" v="368" actId="20577"/>
          <ac:spMkLst>
            <pc:docMk/>
            <pc:sldMk cId="3093726476" sldId="261"/>
            <ac:spMk id="7" creationId="{B597FD0F-3E1D-D644-5432-29FF22D04E82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27:10.511" v="8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210A9902-F20C-6A31-AFE2-3845EE1D1744}" dt="2026-06-01T15:27:10.511" v="8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32.271" v="369" actId="20577"/>
        <pc:sldMkLst>
          <pc:docMk/>
          <pc:sldMk cId="1180415898" sldId="270"/>
        </pc:sldMkLst>
        <pc:spChg chg="mod">
          <ac:chgData name="Taylor Ilov" userId="S::taylor.ilov@cmsenergy.com::b3e8fa34-e639-4d12-a6dc-5e3032b39fb7" providerId="AD" clId="Web-{210A9902-F20C-6A31-AFE2-3845EE1D1744}" dt="2026-06-01T15:44:32.271" v="369" actId="20577"/>
          <ac:spMkLst>
            <pc:docMk/>
            <pc:sldMk cId="1180415898" sldId="270"/>
            <ac:spMk id="7" creationId="{0C66E776-CABB-A883-38E3-FB62E6868850}"/>
          </ac:spMkLst>
        </pc:spChg>
      </pc:sldChg>
      <pc:sldChg chg="addSp delSp modSp">
        <pc:chgData name="Taylor Ilov" userId="S::taylor.ilov@cmsenergy.com::b3e8fa34-e639-4d12-a6dc-5e3032b39fb7" providerId="AD" clId="Web-{210A9902-F20C-6A31-AFE2-3845EE1D1744}" dt="2026-06-01T15:48:34.904" v="589" actId="20577"/>
        <pc:sldMkLst>
          <pc:docMk/>
          <pc:sldMk cId="2218206800" sldId="271"/>
        </pc:sldMkLst>
        <pc:spChg chg="mod">
          <ac:chgData name="Taylor Ilov" userId="S::taylor.ilov@cmsenergy.com::b3e8fa34-e639-4d12-a6dc-5e3032b39fb7" providerId="AD" clId="Web-{210A9902-F20C-6A31-AFE2-3845EE1D1744}" dt="2026-06-01T15:48:34.904" v="589" actId="20577"/>
          <ac:spMkLst>
            <pc:docMk/>
            <pc:sldMk cId="2218206800" sldId="271"/>
            <ac:spMk id="2" creationId="{FADA383F-4927-0444-587E-4284181D7C5E}"/>
          </ac:spMkLst>
        </pc:spChg>
        <pc:graphicFrameChg chg="add del mod modGraphic">
          <ac:chgData name="Taylor Ilov" userId="S::taylor.ilov@cmsenergy.com::b3e8fa34-e639-4d12-a6dc-5e3032b39fb7" providerId="AD" clId="Web-{210A9902-F20C-6A31-AFE2-3845EE1D1744}" dt="2026-06-01T15:48:13.247" v="572"/>
          <ac:graphicFrameMkLst>
            <pc:docMk/>
            <pc:sldMk cId="2218206800" sldId="271"/>
            <ac:graphicFrameMk id="5" creationId="{C8992CFC-F0FC-8516-6E61-1C9EBD67683A}"/>
          </ac:graphicFrameMkLst>
        </pc:graphicFrameChg>
        <pc:graphicFrameChg chg="mod modGraphic">
          <ac:chgData name="Taylor Ilov" userId="S::taylor.ilov@cmsenergy.com::b3e8fa34-e639-4d12-a6dc-5e3032b39fb7" providerId="AD" clId="Web-{210A9902-F20C-6A31-AFE2-3845EE1D1744}" dt="2026-06-01T15:48:02.372" v="569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modSp">
        <pc:chgData name="Taylor Ilov" userId="S::taylor.ilov@cmsenergy.com::b3e8fa34-e639-4d12-a6dc-5e3032b39fb7" providerId="AD" clId="Web-{210A9902-F20C-6A31-AFE2-3845EE1D1744}" dt="2026-06-01T15:44:20.990" v="365" actId="20577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210A9902-F20C-6A31-AFE2-3845EE1D1744}" dt="2026-06-01T15:44:20.990" v="365" actId="20577"/>
          <ac:spMkLst>
            <pc:docMk/>
            <pc:sldMk cId="2542367511" sldId="277"/>
            <ac:spMk id="7" creationId="{CAD1F050-5AB8-5CAC-CBBB-4BA7E18D5658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2:48.595" v="293" actId="20577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210A9902-F20C-6A31-AFE2-3845EE1D1744}" dt="2026-06-01T15:42:48.595" v="293" actId="20577"/>
          <ac:spMkLst>
            <pc:docMk/>
            <pc:sldMk cId="3692638522" sldId="280"/>
            <ac:spMk id="3" creationId="{58573676-BFE1-83AA-90C9-0699928A0949}"/>
          </ac:spMkLst>
        </pc:spChg>
        <pc:spChg chg="mod">
          <ac:chgData name="Taylor Ilov" userId="S::taylor.ilov@cmsenergy.com::b3e8fa34-e639-4d12-a6dc-5e3032b39fb7" providerId="AD" clId="Web-{210A9902-F20C-6A31-AFE2-3845EE1D1744}" dt="2026-06-01T15:42:31.438" v="277" actId="20577"/>
          <ac:spMkLst>
            <pc:docMk/>
            <pc:sldMk cId="3692638522" sldId="280"/>
            <ac:spMk id="8" creationId="{F068F04F-6DFB-171B-FC7A-BD61AE783CD5}"/>
          </ac:spMkLst>
        </pc:spChg>
        <pc:graphicFrameChg chg="mod modGraphic">
          <ac:chgData name="Taylor Ilov" userId="S::taylor.ilov@cmsenergy.com::b3e8fa34-e639-4d12-a6dc-5e3032b39fb7" providerId="AD" clId="Web-{210A9902-F20C-6A31-AFE2-3845EE1D1744}" dt="2026-06-01T15:42:26.047" v="276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210A9902-F20C-6A31-AFE2-3845EE1D1744}" dt="2026-06-01T15:44:11.849" v="355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210A9902-F20C-6A31-AFE2-3845EE1D1744}" dt="2026-06-01T15:44:11.849" v="355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del">
        <pc:chgData name="Taylor Ilov" userId="S::taylor.ilov@cmsenergy.com::b3e8fa34-e639-4d12-a6dc-5e3032b39fb7" providerId="AD" clId="Web-{210A9902-F20C-6A31-AFE2-3845EE1D1744}" dt="2026-06-01T15:44:22.646" v="366"/>
        <pc:sldMkLst>
          <pc:docMk/>
          <pc:sldMk cId="1285056470" sldId="285"/>
        </pc:sldMkLst>
      </pc:sldChg>
      <pc:sldChg chg="ord">
        <pc:chgData name="Taylor Ilov" userId="S::taylor.ilov@cmsenergy.com::b3e8fa34-e639-4d12-a6dc-5e3032b39fb7" providerId="AD" clId="Web-{210A9902-F20C-6A31-AFE2-3845EE1D1744}" dt="2026-06-01T15:44:16.317" v="356"/>
        <pc:sldMkLst>
          <pc:docMk/>
          <pc:sldMk cId="1963681403" sldId="291"/>
        </pc:sldMkLst>
      </pc:sldChg>
      <pc:sldChg chg="delSp modSp">
        <pc:chgData name="Taylor Ilov" userId="S::taylor.ilov@cmsenergy.com::b3e8fa34-e639-4d12-a6dc-5e3032b39fb7" providerId="AD" clId="Web-{210A9902-F20C-6A31-AFE2-3845EE1D1744}" dt="2026-06-01T15:43:57.176" v="336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210A9902-F20C-6A31-AFE2-3845EE1D1744}" dt="2026-06-01T15:43:53.426" v="335" actId="1076"/>
          <ac:spMkLst>
            <pc:docMk/>
            <pc:sldMk cId="429306594" sldId="2147483632"/>
            <ac:spMk id="9" creationId="{04ABBC89-EEC8-89D8-4B2B-F5F774610ECB}"/>
          </ac:spMkLst>
        </pc:spChg>
        <pc:spChg chg="del">
          <ac:chgData name="Taylor Ilov" userId="S::taylor.ilov@cmsenergy.com::b3e8fa34-e639-4d12-a6dc-5e3032b39fb7" providerId="AD" clId="Web-{210A9902-F20C-6A31-AFE2-3845EE1D1744}" dt="2026-06-01T15:43:57.176" v="336"/>
          <ac:spMkLst>
            <pc:docMk/>
            <pc:sldMk cId="429306594" sldId="2147483632"/>
            <ac:spMk id="10" creationId="{90E024DE-3500-2126-3D74-4B16725C9AF6}"/>
          </ac:spMkLst>
        </pc:spChg>
        <pc:spChg chg="mod">
          <ac:chgData name="Taylor Ilov" userId="S::taylor.ilov@cmsenergy.com::b3e8fa34-e639-4d12-a6dc-5e3032b39fb7" providerId="AD" clId="Web-{210A9902-F20C-6A31-AFE2-3845EE1D1744}" dt="2026-06-01T15:43:41.410" v="334" actId="20577"/>
          <ac:spMkLst>
            <pc:docMk/>
            <pc:sldMk cId="429306594" sldId="2147483632"/>
            <ac:spMk id="14" creationId="{1A3158E1-7695-0C81-4A14-28927869505A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39:06.018" v="40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210A9902-F20C-6A31-AFE2-3845EE1D1744}" dt="2026-06-01T15:38:59.158" v="32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210A9902-F20C-6A31-AFE2-3845EE1D1744}" dt="2026-06-01T15:39:06.018" v="40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6:30.776" v="422" actId="20577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210A9902-F20C-6A31-AFE2-3845EE1D1744}" dt="2026-06-01T15:46:30.776" v="422" actId="20577"/>
          <ac:spMkLst>
            <pc:docMk/>
            <pc:sldMk cId="2545389575" sldId="2147483641"/>
            <ac:spMk id="4" creationId="{5B50B024-5B2C-73D1-0F65-38C1CBB14B5B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25.740" v="367" actId="20577"/>
        <pc:sldMkLst>
          <pc:docMk/>
          <pc:sldMk cId="309092209" sldId="2147483642"/>
        </pc:sldMkLst>
        <pc:spChg chg="mod">
          <ac:chgData name="Taylor Ilov" userId="S::taylor.ilov@cmsenergy.com::b3e8fa34-e639-4d12-a6dc-5e3032b39fb7" providerId="AD" clId="Web-{210A9902-F20C-6A31-AFE2-3845EE1D1744}" dt="2026-06-01T15:44:25.740" v="367" actId="20577"/>
          <ac:spMkLst>
            <pc:docMk/>
            <pc:sldMk cId="309092209" sldId="2147483642"/>
            <ac:spMk id="7" creationId="{4C70A362-5F9D-E986-8A1E-DFA31FDD6FB7}"/>
          </ac:spMkLst>
        </pc:spChg>
      </pc:sldChg>
    </pc:docChg>
  </pc:docChgLst>
  <pc:docChgLst>
    <pc:chgData name="Jose Diaz" userId="S::jose.diaz@cmsenergy.com::517cb5ef-6fb8-49bc-8303-535c95eee28f" providerId="AD" clId="Web-{AEDAA0FF-21AD-C6AD-5175-EB7225DEC29F}"/>
    <pc:docChg chg="addSld delSld modSld sldOrd modSection">
      <pc:chgData name="Jose Diaz" userId="S::jose.diaz@cmsenergy.com::517cb5ef-6fb8-49bc-8303-535c95eee28f" providerId="AD" clId="Web-{AEDAA0FF-21AD-C6AD-5175-EB7225DEC29F}" dt="2026-05-22T17:26:00.954" v="1226" actId="20577"/>
      <pc:docMkLst>
        <pc:docMk/>
      </pc:docMkLst>
      <pc:sldChg chg="modSp">
        <pc:chgData name="Jose Diaz" userId="S::jose.diaz@cmsenergy.com::517cb5ef-6fb8-49bc-8303-535c95eee28f" providerId="AD" clId="Web-{AEDAA0FF-21AD-C6AD-5175-EB7225DEC29F}" dt="2026-05-22T12:45:31.474" v="972" actId="20577"/>
        <pc:sldMkLst>
          <pc:docMk/>
          <pc:sldMk cId="2545389575" sldId="2147483641"/>
        </pc:sldMkLst>
        <pc:spChg chg="mod">
          <ac:chgData name="Jose Diaz" userId="S::jose.diaz@cmsenergy.com::517cb5ef-6fb8-49bc-8303-535c95eee28f" providerId="AD" clId="Web-{AEDAA0FF-21AD-C6AD-5175-EB7225DEC29F}" dt="2026-05-22T12:45:31.474" v="972" actId="20577"/>
          <ac:spMkLst>
            <pc:docMk/>
            <pc:sldMk cId="2545389575" sldId="2147483641"/>
            <ac:spMk id="4" creationId="{5B50B024-5B2C-73D1-0F65-38C1CBB14B5B}"/>
          </ac:spMkLst>
        </pc:spChg>
      </pc:sldChg>
    </pc:docChg>
  </pc:docChgLst>
  <pc:docChgLst>
    <pc:chgData name="DAWN M PETTENGILL" userId="6c3e7221-c014-41df-9963-eb44707bad46" providerId="ADAL" clId="{29FA3F86-359B-4B62-8DF6-5E1FAB534B2A}"/>
    <pc:docChg chg="custSel modSld">
      <pc:chgData name="DAWN M PETTENGILL" userId="6c3e7221-c014-41df-9963-eb44707bad46" providerId="ADAL" clId="{29FA3F86-359B-4B62-8DF6-5E1FAB534B2A}" dt="2026-05-29T17:57:02.330" v="94" actId="5793"/>
      <pc:docMkLst>
        <pc:docMk/>
      </pc:docMkLst>
      <pc:sldChg chg="modSp mod">
        <pc:chgData name="DAWN M PETTENGILL" userId="6c3e7221-c014-41df-9963-eb44707bad46" providerId="ADAL" clId="{29FA3F86-359B-4B62-8DF6-5E1FAB534B2A}" dt="2026-05-29T17:57:02.330" v="94" actId="5793"/>
        <pc:sldMkLst>
          <pc:docMk/>
          <pc:sldMk cId="2218206800" sldId="271"/>
        </pc:sldMkLst>
        <pc:graphicFrameChg chg="mod modGraphic">
          <ac:chgData name="DAWN M PETTENGILL" userId="6c3e7221-c014-41df-9963-eb44707bad46" providerId="ADAL" clId="{29FA3F86-359B-4B62-8DF6-5E1FAB534B2A}" dt="2026-05-29T17:57:02.330" v="94" actId="5793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</pc:docChg>
  </pc:docChgLst>
  <pc:docChgLst>
    <pc:chgData name="Jose Diaz" userId="S::jose.diaz@cmsenergy.com::517cb5ef-6fb8-49bc-8303-535c95eee28f" providerId="AD" clId="Web-{0BFEBDF3-A953-9ECD-3F19-B39A69B823B9}"/>
    <pc:docChg chg="addSld delSld modSld sldOrd modSection">
      <pc:chgData name="Jose Diaz" userId="S::jose.diaz@cmsenergy.com::517cb5ef-6fb8-49bc-8303-535c95eee28f" providerId="AD" clId="Web-{0BFEBDF3-A953-9ECD-3F19-B39A69B823B9}" dt="2026-05-23T21:13:25.658" v="386" actId="20577"/>
      <pc:docMkLst>
        <pc:docMk/>
      </pc:docMkLst>
      <pc:sldChg chg="modSp">
        <pc:chgData name="Jose Diaz" userId="S::jose.diaz@cmsenergy.com::517cb5ef-6fb8-49bc-8303-535c95eee28f" providerId="AD" clId="Web-{0BFEBDF3-A953-9ECD-3F19-B39A69B823B9}" dt="2026-05-23T21:13:25.658" v="386" actId="20577"/>
        <pc:sldMkLst>
          <pc:docMk/>
          <pc:sldMk cId="1929058891" sldId="2147483639"/>
        </pc:sldMkLst>
        <pc:spChg chg="mod">
          <ac:chgData name="Jose Diaz" userId="S::jose.diaz@cmsenergy.com::517cb5ef-6fb8-49bc-8303-535c95eee28f" providerId="AD" clId="Web-{0BFEBDF3-A953-9ECD-3F19-B39A69B823B9}" dt="2026-05-23T21:13:25.658" v="386" actId="20577"/>
          <ac:spMkLst>
            <pc:docMk/>
            <pc:sldMk cId="1929058891" sldId="2147483639"/>
            <ac:spMk id="4" creationId="{C736A9F5-6FA5-6E90-4540-7E81EB75C05C}"/>
          </ac:spMkLst>
        </pc:spChg>
      </pc:sldChg>
    </pc:docChg>
  </pc:docChgLst>
  <pc:docChgLst>
    <pc:chgData name="Taylor Ilov" userId="S::taylor.ilov@cmsenergy.com::b3e8fa34-e639-4d12-a6dc-5e3032b39fb7" providerId="AD" clId="Web-{E1F79A72-DA0D-D5F5-8913-92835685BCFC}"/>
    <pc:docChg chg="addSld modSld sldOrd modSection">
      <pc:chgData name="Taylor Ilov" userId="S::taylor.ilov@cmsenergy.com::b3e8fa34-e639-4d12-a6dc-5e3032b39fb7" providerId="AD" clId="Web-{E1F79A72-DA0D-D5F5-8913-92835685BCFC}" dt="2026-06-01T15:23:04.250" v="558" actId="20577"/>
      <pc:docMkLst>
        <pc:docMk/>
      </pc:docMkLst>
      <pc:sldChg chg="modSp">
        <pc:chgData name="Taylor Ilov" userId="S::taylor.ilov@cmsenergy.com::b3e8fa34-e639-4d12-a6dc-5e3032b39fb7" providerId="AD" clId="Web-{E1F79A72-DA0D-D5F5-8913-92835685BCFC}" dt="2026-06-01T15:22:57.578" v="555" actId="20577"/>
        <pc:sldMkLst>
          <pc:docMk/>
          <pc:sldMk cId="2052507368" sldId="256"/>
        </pc:sldMkLst>
        <pc:spChg chg="mod">
          <ac:chgData name="Taylor Ilov" userId="S::taylor.ilov@cmsenergy.com::b3e8fa34-e639-4d12-a6dc-5e3032b39fb7" providerId="AD" clId="Web-{E1F79A72-DA0D-D5F5-8913-92835685BCFC}" dt="2026-06-01T15:22:57.578" v="555" actId="20577"/>
          <ac:spMkLst>
            <pc:docMk/>
            <pc:sldMk cId="2052507368" sldId="256"/>
            <ac:spMk id="2" creationId="{D9B8750B-80A9-3759-00E2-7796EC77173C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3:04.250" v="558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E1F79A72-DA0D-D5F5-8913-92835685BCFC}" dt="2026-06-01T15:23:04.250" v="558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0:10.337" v="517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E1F79A72-DA0D-D5F5-8913-92835685BCFC}" dt="2026-06-01T15:20:10.337" v="517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2:52.890" v="553" actId="20577"/>
        <pc:sldMkLst>
          <pc:docMk/>
          <pc:sldMk cId="3093726476" sldId="261"/>
        </pc:sldMkLst>
        <pc:spChg chg="mod">
          <ac:chgData name="Taylor Ilov" userId="S::taylor.ilov@cmsenergy.com::b3e8fa34-e639-4d12-a6dc-5e3032b39fb7" providerId="AD" clId="Web-{E1F79A72-DA0D-D5F5-8913-92835685BCFC}" dt="2026-06-01T15:22:52.890" v="553" actId="20577"/>
          <ac:spMkLst>
            <pc:docMk/>
            <pc:sldMk cId="3093726476" sldId="261"/>
            <ac:spMk id="7" creationId="{B597FD0F-3E1D-D644-5432-29FF22D04E82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02:34.467" v="10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E1F79A72-DA0D-D5F5-8913-92835685BCFC}" dt="2026-06-01T15:02:34.467" v="10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2:55.359" v="554" actId="20577"/>
        <pc:sldMkLst>
          <pc:docMk/>
          <pc:sldMk cId="1180415898" sldId="270"/>
        </pc:sldMkLst>
        <pc:spChg chg="mod">
          <ac:chgData name="Taylor Ilov" userId="S::taylor.ilov@cmsenergy.com::b3e8fa34-e639-4d12-a6dc-5e3032b39fb7" providerId="AD" clId="Web-{E1F79A72-DA0D-D5F5-8913-92835685BCFC}" dt="2026-06-01T15:22:55.359" v="554" actId="20577"/>
          <ac:spMkLst>
            <pc:docMk/>
            <pc:sldMk cId="1180415898" sldId="270"/>
            <ac:spMk id="7" creationId="{0C66E776-CABB-A883-38E3-FB62E6868850}"/>
          </ac:spMkLst>
        </pc:spChg>
      </pc:sldChg>
      <pc:sldChg chg="addSp delSp modSp">
        <pc:chgData name="Taylor Ilov" userId="S::taylor.ilov@cmsenergy.com::b3e8fa34-e639-4d12-a6dc-5e3032b39fb7" providerId="AD" clId="Web-{E1F79A72-DA0D-D5F5-8913-92835685BCFC}" dt="2026-06-01T15:08:33.685" v="110"/>
        <pc:sldMkLst>
          <pc:docMk/>
          <pc:sldMk cId="2218206800" sldId="271"/>
        </pc:sldMkLst>
        <pc:graphicFrameChg chg="add del mod modGraphic">
          <ac:chgData name="Taylor Ilov" userId="S::taylor.ilov@cmsenergy.com::b3e8fa34-e639-4d12-a6dc-5e3032b39fb7" providerId="AD" clId="Web-{E1F79A72-DA0D-D5F5-8913-92835685BCFC}" dt="2026-06-01T15:08:29.919" v="109"/>
          <ac:graphicFrameMkLst>
            <pc:docMk/>
            <pc:sldMk cId="2218206800" sldId="271"/>
            <ac:graphicFrameMk id="5" creationId="{2CA6B4C1-1210-4405-C092-48F79B1C7CBA}"/>
          </ac:graphicFrameMkLst>
        </pc:graphicFrameChg>
        <pc:graphicFrameChg chg="mod modGraphic">
          <ac:chgData name="Taylor Ilov" userId="S::taylor.ilov@cmsenergy.com::b3e8fa34-e639-4d12-a6dc-5e3032b39fb7" providerId="AD" clId="Web-{E1F79A72-DA0D-D5F5-8913-92835685BCFC}" dt="2026-06-01T15:08:33.685" v="110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modSp">
        <pc:chgData name="Taylor Ilov" userId="S::taylor.ilov@cmsenergy.com::b3e8fa34-e639-4d12-a6dc-5e3032b39fb7" providerId="AD" clId="Web-{E1F79A72-DA0D-D5F5-8913-92835685BCFC}" dt="2026-06-01T15:19:57.977" v="515" actId="14100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E1F79A72-DA0D-D5F5-8913-92835685BCFC}" dt="2026-06-01T15:19:57.977" v="515" actId="14100"/>
          <ac:spMkLst>
            <pc:docMk/>
            <pc:sldMk cId="2542367511" sldId="277"/>
            <ac:spMk id="7" creationId="{CAD1F050-5AB8-5CAC-CBBB-4BA7E18D5658}"/>
          </ac:spMkLst>
        </pc:spChg>
      </pc:sldChg>
      <pc:sldChg chg="addSp delSp modSp">
        <pc:chgData name="Taylor Ilov" userId="S::taylor.ilov@cmsenergy.com::b3e8fa34-e639-4d12-a6dc-5e3032b39fb7" providerId="AD" clId="Web-{E1F79A72-DA0D-D5F5-8913-92835685BCFC}" dt="2026-06-01T15:14:53.122" v="397" actId="20577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E1F79A72-DA0D-D5F5-8913-92835685BCFC}" dt="2026-06-01T15:14:36.840" v="386" actId="20577"/>
          <ac:spMkLst>
            <pc:docMk/>
            <pc:sldMk cId="3692638522" sldId="280"/>
            <ac:spMk id="3" creationId="{58573676-BFE1-83AA-90C9-0699928A0949}"/>
          </ac:spMkLst>
        </pc:spChg>
        <pc:spChg chg="mod">
          <ac:chgData name="Taylor Ilov" userId="S::taylor.ilov@cmsenergy.com::b3e8fa34-e639-4d12-a6dc-5e3032b39fb7" providerId="AD" clId="Web-{E1F79A72-DA0D-D5F5-8913-92835685BCFC}" dt="2026-06-01T15:14:53.122" v="397" actId="20577"/>
          <ac:spMkLst>
            <pc:docMk/>
            <pc:sldMk cId="3692638522" sldId="280"/>
            <ac:spMk id="8" creationId="{F068F04F-6DFB-171B-FC7A-BD61AE783CD5}"/>
          </ac:spMkLst>
        </pc:spChg>
        <pc:graphicFrameChg chg="add del mod modGraphic">
          <ac:chgData name="Taylor Ilov" userId="S::taylor.ilov@cmsenergy.com::b3e8fa34-e639-4d12-a6dc-5e3032b39fb7" providerId="AD" clId="Web-{E1F79A72-DA0D-D5F5-8913-92835685BCFC}" dt="2026-06-01T15:12:05.287" v="292"/>
          <ac:graphicFrameMkLst>
            <pc:docMk/>
            <pc:sldMk cId="3692638522" sldId="280"/>
            <ac:graphicFrameMk id="5" creationId="{1FEC26EA-13DD-9814-29C9-B9FD6AC441A2}"/>
          </ac:graphicFrameMkLst>
        </pc:graphicFrameChg>
        <pc:graphicFrameChg chg="mod modGraphic">
          <ac:chgData name="Taylor Ilov" userId="S::taylor.ilov@cmsenergy.com::b3e8fa34-e639-4d12-a6dc-5e3032b39fb7" providerId="AD" clId="Web-{E1F79A72-DA0D-D5F5-8913-92835685BCFC}" dt="2026-06-01T15:14:13.995" v="372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 ord">
        <pc:chgData name="Taylor Ilov" userId="S::taylor.ilov@cmsenergy.com::b3e8fa34-e639-4d12-a6dc-5e3032b39fb7" providerId="AD" clId="Web-{E1F79A72-DA0D-D5F5-8913-92835685BCFC}" dt="2026-06-01T15:20:19.509" v="518" actId="1076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E1F79A72-DA0D-D5F5-8913-92835685BCFC}" dt="2026-06-01T15:20:19.509" v="518" actId="1076"/>
          <ac:spMkLst>
            <pc:docMk/>
            <pc:sldMk cId="12600196" sldId="281"/>
            <ac:spMk id="7" creationId="{EB98184E-2065-B50A-5DE8-04BEA6B96B3C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2:42.327" v="551" actId="20577"/>
        <pc:sldMkLst>
          <pc:docMk/>
          <pc:sldMk cId="1285056470" sldId="285"/>
        </pc:sldMkLst>
        <pc:spChg chg="mod">
          <ac:chgData name="Taylor Ilov" userId="S::taylor.ilov@cmsenergy.com::b3e8fa34-e639-4d12-a6dc-5e3032b39fb7" providerId="AD" clId="Web-{E1F79A72-DA0D-D5F5-8913-92835685BCFC}" dt="2026-06-01T15:22:42.327" v="551" actId="20577"/>
          <ac:spMkLst>
            <pc:docMk/>
            <pc:sldMk cId="1285056470" sldId="285"/>
            <ac:spMk id="7" creationId="{3FA007BE-A154-54BB-139B-68EEE949B120}"/>
          </ac:spMkLst>
        </pc:spChg>
      </pc:sldChg>
      <pc:sldChg chg="addSp modSp">
        <pc:chgData name="Taylor Ilov" userId="S::taylor.ilov@cmsenergy.com::b3e8fa34-e639-4d12-a6dc-5e3032b39fb7" providerId="AD" clId="Web-{E1F79A72-DA0D-D5F5-8913-92835685BCFC}" dt="2026-06-01T15:21:52.888" v="546" actId="1076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E1F79A72-DA0D-D5F5-8913-92835685BCFC}" dt="2026-06-01T15:21:41.169" v="543" actId="1076"/>
          <ac:spMkLst>
            <pc:docMk/>
            <pc:sldMk cId="429306594" sldId="2147483632"/>
            <ac:spMk id="2" creationId="{440C7EC6-DBBB-DA51-BFFF-8CA5BC63AD30}"/>
          </ac:spMkLst>
        </pc:spChg>
        <pc:spChg chg="add mod">
          <ac:chgData name="Taylor Ilov" userId="S::taylor.ilov@cmsenergy.com::b3e8fa34-e639-4d12-a6dc-5e3032b39fb7" providerId="AD" clId="Web-{E1F79A72-DA0D-D5F5-8913-92835685BCFC}" dt="2026-06-01T15:19:15.647" v="489" actId="20577"/>
          <ac:spMkLst>
            <pc:docMk/>
            <pc:sldMk cId="429306594" sldId="2147483632"/>
            <ac:spMk id="3" creationId="{0C6FF333-408A-91A2-7176-E20767459EB7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41.184" v="544" actId="1076"/>
          <ac:spMkLst>
            <pc:docMk/>
            <pc:sldMk cId="429306594" sldId="2147483632"/>
            <ac:spMk id="5" creationId="{190299F6-71FD-C862-BBAE-0A1B505E3A82}"/>
          </ac:spMkLst>
        </pc:spChg>
        <pc:spChg chg="mod">
          <ac:chgData name="Taylor Ilov" userId="S::taylor.ilov@cmsenergy.com::b3e8fa34-e639-4d12-a6dc-5e3032b39fb7" providerId="AD" clId="Web-{E1F79A72-DA0D-D5F5-8913-92835685BCFC}" dt="2026-06-01T15:16:38.907" v="449" actId="20577"/>
          <ac:spMkLst>
            <pc:docMk/>
            <pc:sldMk cId="429306594" sldId="2147483632"/>
            <ac:spMk id="6" creationId="{4CC7DFAC-34D3-91D3-2C54-3811D96D4D08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52.888" v="546" actId="1076"/>
          <ac:spMkLst>
            <pc:docMk/>
            <pc:sldMk cId="429306594" sldId="2147483632"/>
            <ac:spMk id="7" creationId="{31E00338-5619-11A3-BAFF-7FB71EE17928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41.137" v="540" actId="1076"/>
          <ac:spMkLst>
            <pc:docMk/>
            <pc:sldMk cId="429306594" sldId="2147483632"/>
            <ac:spMk id="8" creationId="{D7CD0002-0816-D81E-8E98-17B201F8556D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07.839" v="529" actId="1076"/>
          <ac:spMkLst>
            <pc:docMk/>
            <pc:sldMk cId="429306594" sldId="2147483632"/>
            <ac:spMk id="9" creationId="{04ABBC89-EEC8-89D8-4B2B-F5F774610ECB}"/>
          </ac:spMkLst>
        </pc:spChg>
        <pc:spChg chg="add mod">
          <ac:chgData name="Taylor Ilov" userId="S::taylor.ilov@cmsenergy.com::b3e8fa34-e639-4d12-a6dc-5e3032b39fb7" providerId="AD" clId="Web-{E1F79A72-DA0D-D5F5-8913-92835685BCFC}" dt="2026-06-01T15:21:41.200" v="545" actId="1076"/>
          <ac:spMkLst>
            <pc:docMk/>
            <pc:sldMk cId="429306594" sldId="2147483632"/>
            <ac:spMk id="10" creationId="{90E024DE-3500-2126-3D74-4B16725C9AF6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41.137" v="541" actId="1076"/>
          <ac:spMkLst>
            <pc:docMk/>
            <pc:sldMk cId="429306594" sldId="2147483632"/>
            <ac:spMk id="12" creationId="{4E5E7236-32C8-A033-8F10-76C1A5930AEA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0:47.604" v="526" actId="20577"/>
          <ac:spMkLst>
            <pc:docMk/>
            <pc:sldMk cId="429306594" sldId="2147483632"/>
            <ac:spMk id="14" creationId="{1A3158E1-7695-0C81-4A14-28927869505A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41.153" v="542" actId="1076"/>
          <ac:spMkLst>
            <pc:docMk/>
            <pc:sldMk cId="429306594" sldId="2147483632"/>
            <ac:spMk id="20" creationId="{E37498B5-50A6-1993-F4E6-D125CEC4558D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15:18.357" v="405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E1F79A72-DA0D-D5F5-8913-92835685BCFC}" dt="2026-06-01T15:15:09.778" v="402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E1F79A72-DA0D-D5F5-8913-92835685BCFC}" dt="2026-06-01T15:15:18.357" v="405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09:43.657" v="127" actId="20577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E1F79A72-DA0D-D5F5-8913-92835685BCFC}" dt="2026-06-01T15:09:43.657" v="127" actId="20577"/>
          <ac:spMkLst>
            <pc:docMk/>
            <pc:sldMk cId="2545389575" sldId="2147483641"/>
            <ac:spMk id="4" creationId="{5B50B024-5B2C-73D1-0F65-38C1CBB14B5B}"/>
          </ac:spMkLst>
        </pc:spChg>
      </pc:sldChg>
      <pc:sldChg chg="modSp add replId">
        <pc:chgData name="Taylor Ilov" userId="S::taylor.ilov@cmsenergy.com::b3e8fa34-e639-4d12-a6dc-5e3032b39fb7" providerId="AD" clId="Web-{E1F79A72-DA0D-D5F5-8913-92835685BCFC}" dt="2026-06-01T15:22:48.890" v="552" actId="20577"/>
        <pc:sldMkLst>
          <pc:docMk/>
          <pc:sldMk cId="309092209" sldId="2147483642"/>
        </pc:sldMkLst>
        <pc:spChg chg="mod">
          <ac:chgData name="Taylor Ilov" userId="S::taylor.ilov@cmsenergy.com::b3e8fa34-e639-4d12-a6dc-5e3032b39fb7" providerId="AD" clId="Web-{E1F79A72-DA0D-D5F5-8913-92835685BCFC}" dt="2026-06-01T15:22:48.890" v="552" actId="20577"/>
          <ac:spMkLst>
            <pc:docMk/>
            <pc:sldMk cId="309092209" sldId="2147483642"/>
            <ac:spMk id="7" creationId="{4C70A362-5F9D-E986-8A1E-DFA31FDD6FB7}"/>
          </ac:spMkLst>
        </pc:spChg>
      </pc:sldChg>
    </pc:docChg>
  </pc:docChgLst>
  <pc:docChgLst>
    <pc:chgData name="Taylor Ilov" userId="S::taylor.ilov@cmsenergy.com::b3e8fa34-e639-4d12-a6dc-5e3032b39fb7" providerId="AD" clId="Web-{602534FC-EB04-4C24-DF86-70C3C6B8E16A}"/>
    <pc:docChg chg="delSld modSld modSection">
      <pc:chgData name="Taylor Ilov" userId="S::taylor.ilov@cmsenergy.com::b3e8fa34-e639-4d12-a6dc-5e3032b39fb7" providerId="AD" clId="Web-{602534FC-EB04-4C24-DF86-70C3C6B8E16A}" dt="2026-06-01T16:11:29.541" v="316"/>
      <pc:docMkLst>
        <pc:docMk/>
      </pc:docMkLst>
      <pc:sldChg chg="modSp">
        <pc:chgData name="Taylor Ilov" userId="S::taylor.ilov@cmsenergy.com::b3e8fa34-e639-4d12-a6dc-5e3032b39fb7" providerId="AD" clId="Web-{602534FC-EB04-4C24-DF86-70C3C6B8E16A}" dt="2026-06-01T16:09:03.958" v="216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602534FC-EB04-4C24-DF86-70C3C6B8E16A}" dt="2026-06-01T16:09:03.958" v="216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602534FC-EB04-4C24-DF86-70C3C6B8E16A}" dt="2026-06-01T16:09:21.568" v="227" actId="20577"/>
        <pc:sldMkLst>
          <pc:docMk/>
          <pc:sldMk cId="3093726476" sldId="261"/>
        </pc:sldMkLst>
        <pc:spChg chg="mod">
          <ac:chgData name="Taylor Ilov" userId="S::taylor.ilov@cmsenergy.com::b3e8fa34-e639-4d12-a6dc-5e3032b39fb7" providerId="AD" clId="Web-{602534FC-EB04-4C24-DF86-70C3C6B8E16A}" dt="2026-06-01T16:09:21.568" v="227" actId="20577"/>
          <ac:spMkLst>
            <pc:docMk/>
            <pc:sldMk cId="3093726476" sldId="261"/>
            <ac:spMk id="7" creationId="{B597FD0F-3E1D-D644-5432-29FF22D04E82}"/>
          </ac:spMkLst>
        </pc:spChg>
      </pc:sldChg>
      <pc:sldChg chg="modSp">
        <pc:chgData name="Taylor Ilov" userId="S::taylor.ilov@cmsenergy.com::b3e8fa34-e639-4d12-a6dc-5e3032b39fb7" providerId="AD" clId="Web-{602534FC-EB04-4C24-DF86-70C3C6B8E16A}" dt="2026-06-01T15:54:35.741" v="12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602534FC-EB04-4C24-DF86-70C3C6B8E16A}" dt="2026-06-01T15:54:35.741" v="12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addSp delSp modSp">
        <pc:chgData name="Taylor Ilov" userId="S::taylor.ilov@cmsenergy.com::b3e8fa34-e639-4d12-a6dc-5e3032b39fb7" providerId="AD" clId="Web-{602534FC-EB04-4C24-DF86-70C3C6B8E16A}" dt="2026-06-01T16:11:29.541" v="316"/>
        <pc:sldMkLst>
          <pc:docMk/>
          <pc:sldMk cId="2218206800" sldId="271"/>
        </pc:sldMkLst>
        <pc:spChg chg="mod">
          <ac:chgData name="Taylor Ilov" userId="S::taylor.ilov@cmsenergy.com::b3e8fa34-e639-4d12-a6dc-5e3032b39fb7" providerId="AD" clId="Web-{602534FC-EB04-4C24-DF86-70C3C6B8E16A}" dt="2026-06-01T16:10:31.508" v="252" actId="20577"/>
          <ac:spMkLst>
            <pc:docMk/>
            <pc:sldMk cId="2218206800" sldId="271"/>
            <ac:spMk id="2" creationId="{FADA383F-4927-0444-587E-4284181D7C5E}"/>
          </ac:spMkLst>
        </pc:spChg>
        <pc:graphicFrameChg chg="add del mod">
          <ac:chgData name="Taylor Ilov" userId="S::taylor.ilov@cmsenergy.com::b3e8fa34-e639-4d12-a6dc-5e3032b39fb7" providerId="AD" clId="Web-{602534FC-EB04-4C24-DF86-70C3C6B8E16A}" dt="2026-06-01T16:11:16.837" v="277"/>
          <ac:graphicFrameMkLst>
            <pc:docMk/>
            <pc:sldMk cId="2218206800" sldId="271"/>
            <ac:graphicFrameMk id="5" creationId="{8AA5C362-41D3-2806-2E98-E1F54EB05949}"/>
          </ac:graphicFrameMkLst>
        </pc:graphicFrameChg>
        <pc:graphicFrameChg chg="mod modGraphic">
          <ac:chgData name="Taylor Ilov" userId="S::taylor.ilov@cmsenergy.com::b3e8fa34-e639-4d12-a6dc-5e3032b39fb7" providerId="AD" clId="Web-{602534FC-EB04-4C24-DF86-70C3C6B8E16A}" dt="2026-06-01T16:11:29.541" v="316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del">
        <pc:chgData name="Taylor Ilov" userId="S::taylor.ilov@cmsenergy.com::b3e8fa34-e639-4d12-a6dc-5e3032b39fb7" providerId="AD" clId="Web-{602534FC-EB04-4C24-DF86-70C3C6B8E16A}" dt="2026-06-01T16:09:13.849" v="225"/>
        <pc:sldMkLst>
          <pc:docMk/>
          <pc:sldMk cId="2542367511" sldId="277"/>
        </pc:sldMkLst>
      </pc:sldChg>
      <pc:sldChg chg="modSp">
        <pc:chgData name="Taylor Ilov" userId="S::taylor.ilov@cmsenergy.com::b3e8fa34-e639-4d12-a6dc-5e3032b39fb7" providerId="AD" clId="Web-{602534FC-EB04-4C24-DF86-70C3C6B8E16A}" dt="2026-06-01T16:06:34.750" v="171" actId="20577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602534FC-EB04-4C24-DF86-70C3C6B8E16A}" dt="2026-06-01T16:06:34.750" v="171" actId="20577"/>
          <ac:spMkLst>
            <pc:docMk/>
            <pc:sldMk cId="3692638522" sldId="280"/>
            <ac:spMk id="3" creationId="{58573676-BFE1-83AA-90C9-0699928A0949}"/>
          </ac:spMkLst>
        </pc:spChg>
        <pc:graphicFrameChg chg="mod modGraphic">
          <ac:chgData name="Taylor Ilov" userId="S::taylor.ilov@cmsenergy.com::b3e8fa34-e639-4d12-a6dc-5e3032b39fb7" providerId="AD" clId="Web-{602534FC-EB04-4C24-DF86-70C3C6B8E16A}" dt="2026-06-01T16:06:24.219" v="159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602534FC-EB04-4C24-DF86-70C3C6B8E16A}" dt="2026-06-01T16:09:13.099" v="224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602534FC-EB04-4C24-DF86-70C3C6B8E16A}" dt="2026-06-01T16:09:13.099" v="224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delSp modSp">
        <pc:chgData name="Taylor Ilov" userId="S::taylor.ilov@cmsenergy.com::b3e8fa34-e639-4d12-a6dc-5e3032b39fb7" providerId="AD" clId="Web-{602534FC-EB04-4C24-DF86-70C3C6B8E16A}" dt="2026-06-01T16:07:15.361" v="182"/>
        <pc:sldMkLst>
          <pc:docMk/>
          <pc:sldMk cId="429306594" sldId="2147483632"/>
        </pc:sldMkLst>
        <pc:spChg chg="del">
          <ac:chgData name="Taylor Ilov" userId="S::taylor.ilov@cmsenergy.com::b3e8fa34-e639-4d12-a6dc-5e3032b39fb7" providerId="AD" clId="Web-{602534FC-EB04-4C24-DF86-70C3C6B8E16A}" dt="2026-06-01T16:07:15.361" v="182"/>
          <ac:spMkLst>
            <pc:docMk/>
            <pc:sldMk cId="429306594" sldId="2147483632"/>
            <ac:spMk id="5" creationId="{190299F6-71FD-C862-BBAE-0A1B505E3A82}"/>
          </ac:spMkLst>
        </pc:spChg>
        <pc:spChg chg="mod">
          <ac:chgData name="Taylor Ilov" userId="S::taylor.ilov@cmsenergy.com::b3e8fa34-e639-4d12-a6dc-5e3032b39fb7" providerId="AD" clId="Web-{602534FC-EB04-4C24-DF86-70C3C6B8E16A}" dt="2026-06-01T16:07:05.642" v="180" actId="20577"/>
          <ac:spMkLst>
            <pc:docMk/>
            <pc:sldMk cId="429306594" sldId="2147483632"/>
            <ac:spMk id="14" creationId="{1A3158E1-7695-0C81-4A14-28927869505A}"/>
          </ac:spMkLst>
        </pc:spChg>
        <pc:cxnChg chg="del">
          <ac:chgData name="Taylor Ilov" userId="S::taylor.ilov@cmsenergy.com::b3e8fa34-e639-4d12-a6dc-5e3032b39fb7" providerId="AD" clId="Web-{602534FC-EB04-4C24-DF86-70C3C6B8E16A}" dt="2026-06-01T16:07:15.361" v="181"/>
          <ac:cxnSpMkLst>
            <pc:docMk/>
            <pc:sldMk cId="429306594" sldId="2147483632"/>
            <ac:cxnSpMk id="13" creationId="{3120E3D8-22F4-C94C-6FC1-F097D9CDE7B1}"/>
          </ac:cxnSpMkLst>
        </pc:cxnChg>
      </pc:sldChg>
      <pc:sldChg chg="modSp">
        <pc:chgData name="Taylor Ilov" userId="S::taylor.ilov@cmsenergy.com::b3e8fa34-e639-4d12-a6dc-5e3032b39fb7" providerId="AD" clId="Web-{602534FC-EB04-4C24-DF86-70C3C6B8E16A}" dt="2026-06-01T16:08:49.755" v="215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602534FC-EB04-4C24-DF86-70C3C6B8E16A}" dt="2026-06-01T16:08:49.755" v="215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602534FC-EB04-4C24-DF86-70C3C6B8E16A}" dt="2026-06-01T16:08:45.708" v="211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modSp">
        <pc:chgData name="Taylor Ilov" userId="S::taylor.ilov@cmsenergy.com::b3e8fa34-e639-4d12-a6dc-5e3032b39fb7" providerId="AD" clId="Web-{602534FC-EB04-4C24-DF86-70C3C6B8E16A}" dt="2026-06-01T16:09:43.709" v="236" actId="20577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602534FC-EB04-4C24-DF86-70C3C6B8E16A}" dt="2026-06-01T16:09:43.709" v="236" actId="20577"/>
          <ac:spMkLst>
            <pc:docMk/>
            <pc:sldMk cId="2545389575" sldId="2147483641"/>
            <ac:spMk id="4" creationId="{5B50B024-5B2C-73D1-0F65-38C1CBB14B5B}"/>
          </ac:spMkLst>
        </pc:spChg>
      </pc:sldChg>
      <pc:sldChg chg="modSp">
        <pc:chgData name="Taylor Ilov" userId="S::taylor.ilov@cmsenergy.com::b3e8fa34-e639-4d12-a6dc-5e3032b39fb7" providerId="AD" clId="Web-{602534FC-EB04-4C24-DF86-70C3C6B8E16A}" dt="2026-06-01T16:09:18.162" v="226" actId="20577"/>
        <pc:sldMkLst>
          <pc:docMk/>
          <pc:sldMk cId="309092209" sldId="2147483642"/>
        </pc:sldMkLst>
        <pc:spChg chg="mod">
          <ac:chgData name="Taylor Ilov" userId="S::taylor.ilov@cmsenergy.com::b3e8fa34-e639-4d12-a6dc-5e3032b39fb7" providerId="AD" clId="Web-{602534FC-EB04-4C24-DF86-70C3C6B8E16A}" dt="2026-06-01T16:09:18.162" v="226" actId="20577"/>
          <ac:spMkLst>
            <pc:docMk/>
            <pc:sldMk cId="309092209" sldId="2147483642"/>
            <ac:spMk id="7" creationId="{4C70A362-5F9D-E986-8A1E-DFA31FDD6FB7}"/>
          </ac:spMkLst>
        </pc:spChg>
      </pc:sldChg>
    </pc:docChg>
  </pc:docChgLst>
  <pc:docChgLst>
    <pc:chgData name="Taylor Ilov" userId="S::taylor.ilov@cmsenergy.com::b3e8fa34-e639-4d12-a6dc-5e3032b39fb7" providerId="AD" clId="Web-{9ADDA04D-F313-9534-B28A-C5C5C8935E15}"/>
    <pc:docChg chg="modSld">
      <pc:chgData name="Taylor Ilov" userId="S::taylor.ilov@cmsenergy.com::b3e8fa34-e639-4d12-a6dc-5e3032b39fb7" providerId="AD" clId="Web-{9ADDA04D-F313-9534-B28A-C5C5C8935E15}" dt="2026-06-01T17:54:58.056" v="589" actId="20577"/>
      <pc:docMkLst>
        <pc:docMk/>
      </pc:docMkLst>
      <pc:sldChg chg="modSp">
        <pc:chgData name="Taylor Ilov" userId="S::taylor.ilov@cmsenergy.com::b3e8fa34-e639-4d12-a6dc-5e3032b39fb7" providerId="AD" clId="Web-{9ADDA04D-F313-9534-B28A-C5C5C8935E15}" dt="2026-06-01T17:54:46.227" v="571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9ADDA04D-F313-9534-B28A-C5C5C8935E15}" dt="2026-06-01T17:54:46.227" v="571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9ADDA04D-F313-9534-B28A-C5C5C8935E15}" dt="2026-06-01T16:27:06.504" v="19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9ADDA04D-F313-9534-B28A-C5C5C8935E15}" dt="2026-06-01T16:27:06.504" v="19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addSp delSp modSp">
        <pc:chgData name="Taylor Ilov" userId="S::taylor.ilov@cmsenergy.com::b3e8fa34-e639-4d12-a6dc-5e3032b39fb7" providerId="AD" clId="Web-{9ADDA04D-F313-9534-B28A-C5C5C8935E15}" dt="2026-06-01T16:29:15.996" v="192" actId="1076"/>
        <pc:sldMkLst>
          <pc:docMk/>
          <pc:sldMk cId="2218206800" sldId="271"/>
        </pc:sldMkLst>
        <pc:spChg chg="mod">
          <ac:chgData name="Taylor Ilov" userId="S::taylor.ilov@cmsenergy.com::b3e8fa34-e639-4d12-a6dc-5e3032b39fb7" providerId="AD" clId="Web-{9ADDA04D-F313-9534-B28A-C5C5C8935E15}" dt="2026-06-01T16:27:53.788" v="47" actId="20577"/>
          <ac:spMkLst>
            <pc:docMk/>
            <pc:sldMk cId="2218206800" sldId="271"/>
            <ac:spMk id="2" creationId="{FADA383F-4927-0444-587E-4284181D7C5E}"/>
          </ac:spMkLst>
        </pc:spChg>
        <pc:graphicFrameChg chg="add del mod">
          <ac:chgData name="Taylor Ilov" userId="S::taylor.ilov@cmsenergy.com::b3e8fa34-e639-4d12-a6dc-5e3032b39fb7" providerId="AD" clId="Web-{9ADDA04D-F313-9534-B28A-C5C5C8935E15}" dt="2026-06-01T16:28:37.119" v="92"/>
          <ac:graphicFrameMkLst>
            <pc:docMk/>
            <pc:sldMk cId="2218206800" sldId="271"/>
            <ac:graphicFrameMk id="5" creationId="{B6A3B14D-16AF-E2BE-7C14-7F36D155DF2D}"/>
          </ac:graphicFrameMkLst>
        </pc:graphicFrameChg>
        <pc:graphicFrameChg chg="mod modGraphic">
          <ac:chgData name="Taylor Ilov" userId="S::taylor.ilov@cmsenergy.com::b3e8fa34-e639-4d12-a6dc-5e3032b39fb7" providerId="AD" clId="Web-{9ADDA04D-F313-9534-B28A-C5C5C8935E15}" dt="2026-06-01T16:29:15.996" v="192" actId="1076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modSp">
        <pc:chgData name="Taylor Ilov" userId="S::taylor.ilov@cmsenergy.com::b3e8fa34-e639-4d12-a6dc-5e3032b39fb7" providerId="AD" clId="Web-{9ADDA04D-F313-9534-B28A-C5C5C8935E15}" dt="2026-06-01T17:54:32.944" v="570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9ADDA04D-F313-9534-B28A-C5C5C8935E15}" dt="2026-06-01T17:53:32.943" v="527" actId="20577"/>
          <ac:spMkLst>
            <pc:docMk/>
            <pc:sldMk cId="3692638522" sldId="280"/>
            <ac:spMk id="3" creationId="{58573676-BFE1-83AA-90C9-0699928A0949}"/>
          </ac:spMkLst>
        </pc:spChg>
        <pc:graphicFrameChg chg="mod modGraphic">
          <ac:chgData name="Taylor Ilov" userId="S::taylor.ilov@cmsenergy.com::b3e8fa34-e639-4d12-a6dc-5e3032b39fb7" providerId="AD" clId="Web-{9ADDA04D-F313-9534-B28A-C5C5C8935E15}" dt="2026-06-01T17:54:32.944" v="570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9ADDA04D-F313-9534-B28A-C5C5C8935E15}" dt="2026-06-01T17:54:58.056" v="589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9ADDA04D-F313-9534-B28A-C5C5C8935E15}" dt="2026-06-01T17:54:58.056" v="589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delSp modSp">
        <pc:chgData name="Taylor Ilov" userId="S::taylor.ilov@cmsenergy.com::b3e8fa34-e639-4d12-a6dc-5e3032b39fb7" providerId="AD" clId="Web-{9ADDA04D-F313-9534-B28A-C5C5C8935E15}" dt="2026-06-01T17:54:17.631" v="554"/>
        <pc:sldMkLst>
          <pc:docMk/>
          <pc:sldMk cId="429306594" sldId="2147483632"/>
        </pc:sldMkLst>
        <pc:spChg chg="del">
          <ac:chgData name="Taylor Ilov" userId="S::taylor.ilov@cmsenergy.com::b3e8fa34-e639-4d12-a6dc-5e3032b39fb7" providerId="AD" clId="Web-{9ADDA04D-F313-9534-B28A-C5C5C8935E15}" dt="2026-06-01T17:54:17.631" v="554"/>
          <ac:spMkLst>
            <pc:docMk/>
            <pc:sldMk cId="429306594" sldId="2147483632"/>
            <ac:spMk id="3" creationId="{0C6FF333-408A-91A2-7176-E20767459EB7}"/>
          </ac:spMkLst>
        </pc:spChg>
        <pc:spChg chg="mod">
          <ac:chgData name="Taylor Ilov" userId="S::taylor.ilov@cmsenergy.com::b3e8fa34-e639-4d12-a6dc-5e3032b39fb7" providerId="AD" clId="Web-{9ADDA04D-F313-9534-B28A-C5C5C8935E15}" dt="2026-06-01T17:54:10.568" v="553" actId="20577"/>
          <ac:spMkLst>
            <pc:docMk/>
            <pc:sldMk cId="429306594" sldId="2147483632"/>
            <ac:spMk id="14" creationId="{1A3158E1-7695-0C81-4A14-28927869505A}"/>
          </ac:spMkLst>
        </pc:spChg>
      </pc:sldChg>
      <pc:sldChg chg="modSp">
        <pc:chgData name="Taylor Ilov" userId="S::taylor.ilov@cmsenergy.com::b3e8fa34-e639-4d12-a6dc-5e3032b39fb7" providerId="AD" clId="Web-{9ADDA04D-F313-9534-B28A-C5C5C8935E15}" dt="2026-06-01T17:54:24.678" v="556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9ADDA04D-F313-9534-B28A-C5C5C8935E15}" dt="2026-06-01T17:54:24.678" v="556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9ADDA04D-F313-9534-B28A-C5C5C8935E15}" dt="2026-06-01T16:27:34.974" v="40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modSp">
        <pc:chgData name="Taylor Ilov" userId="S::taylor.ilov@cmsenergy.com::b3e8fa34-e639-4d12-a6dc-5e3032b39fb7" providerId="AD" clId="Web-{9ADDA04D-F313-9534-B28A-C5C5C8935E15}" dt="2026-06-01T16:29:37.825" v="193" actId="20577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9ADDA04D-F313-9534-B28A-C5C5C8935E15}" dt="2026-06-01T16:29:37.825" v="193" actId="20577"/>
          <ac:spMkLst>
            <pc:docMk/>
            <pc:sldMk cId="2545389575" sldId="2147483641"/>
            <ac:spMk id="4" creationId="{5B50B024-5B2C-73D1-0F65-38C1CBB14B5B}"/>
          </ac:spMkLst>
        </pc:spChg>
      </pc:sldChg>
    </pc:docChg>
  </pc:docChgLst>
  <pc:docChgLst>
    <pc:chgData name="Taylor Ilov" userId="S::taylor.ilov@cmsenergy.com::b3e8fa34-e639-4d12-a6dc-5e3032b39fb7" providerId="AD" clId="Web-{0A44A006-A03F-3576-136B-44C7BA3AE361}"/>
    <pc:docChg chg="modSld">
      <pc:chgData name="Taylor Ilov" userId="S::taylor.ilov@cmsenergy.com::b3e8fa34-e639-4d12-a6dc-5e3032b39fb7" providerId="AD" clId="Web-{0A44A006-A03F-3576-136B-44C7BA3AE361}" dt="2026-05-23T11:32:35.359" v="0"/>
      <pc:docMkLst>
        <pc:docMk/>
      </pc:docMkLst>
      <pc:sldChg chg="delSp">
        <pc:chgData name="Taylor Ilov" userId="S::taylor.ilov@cmsenergy.com::b3e8fa34-e639-4d12-a6dc-5e3032b39fb7" providerId="AD" clId="Web-{0A44A006-A03F-3576-136B-44C7BA3AE361}" dt="2026-05-23T11:32:35.359" v="0"/>
        <pc:sldMkLst>
          <pc:docMk/>
          <pc:sldMk cId="3852294437" sldId="268"/>
        </pc:sldMkLst>
      </pc:sldChg>
    </pc:docChg>
  </pc:docChgLst>
</pc:chgInfo>
</file>

<file path=ppt/comments/modernComment_7FFFFFF0_1996B2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A2F45D-EB6C-423D-B5E7-9CEE03B8EE39}" authorId="{501AB7E2-9689-D00B-6C95-3A5D410786DE}" status="resolved" created="2026-05-06T15:36:35.441" startDate="2026-05-06T15:36:35.441" dueDate="2026-05-06T15:36:35.441" assignedTo="{F71F5868-14A0-AE0D-85D4-64A03FE904D8}" complete="100000" title="@Taylor Ilov need to add Security Roles and resequence">
    <pc:sldMkLst xmlns:pc="http://schemas.microsoft.com/office/powerpoint/2013/main/command">
      <pc:docMk/>
      <pc:sldMk cId="429306594" sldId="2147483632"/>
    </pc:sldMkLst>
    <p188:txBody>
      <a:bodyPr/>
      <a:lstStyle/>
      <a:p>
        <a:r>
          <a:rPr lang="en-US"/>
          <a:t>[@Taylor Ilov]  need to add Security Roles and resequence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5-06T15:36:35.441" id="{2738707F-F3B7-4525-98FE-2AB7872AD763}">
              <p228:atrbtn authorId="{501AB7E2-9689-D00B-6C95-3A5D410786DE}"/>
              <p228:anchr>
                <p228:comment id="{B5A2F45D-EB6C-423D-B5E7-9CEE03B8EE39}"/>
              </p228:anchr>
              <p228:add/>
            </p228:event>
            <p228:event time="2026-05-06T15:36:35.441" id="{3CBD1114-378D-4403-8C6F-EACE974627D5}">
              <p228:atrbtn authorId="{501AB7E2-9689-D00B-6C95-3A5D410786DE}"/>
              <p228:anchr>
                <p228:comment id="{B5A2F45D-EB6C-423D-B5E7-9CEE03B8EE39}"/>
              </p228:anchr>
              <p228:asgn authorId="{F71F5868-14A0-AE0D-85D4-64A03FE904D8}"/>
            </p228:event>
            <p228:event time="2026-05-06T15:36:35.441" id="{28FA7514-6070-4F53-817E-ABD76485CC0C}">
              <p228:atrbtn authorId="{501AB7E2-9689-D00B-6C95-3A5D410786DE}"/>
              <p228:anchr>
                <p228:comment id="{B5A2F45D-EB6C-423D-B5E7-9CEE03B8EE39}"/>
              </p228:anchr>
              <p228:title val="@Taylor Ilov need to add Security Roles and resequence"/>
            </p228:event>
            <p228:event time="2026-05-06T15:36:35.441" id="{8E0E0564-EFC1-4255-A4AC-010F1517F95E}">
              <p228:atrbtn authorId="{501AB7E2-9689-D00B-6C95-3A5D410786DE}"/>
              <p228:anchr>
                <p228:comment id="{B5A2F45D-EB6C-423D-B5E7-9CEE03B8EE39}"/>
              </p228:anchr>
              <p228:date stDt="2026-05-06T15:36:35.441" endDt="2026-05-06T15:36:35.441"/>
            </p228:event>
            <p228:event time="2026-05-06T16:54:31.534" id="{6350ABF6-92A8-44E1-B4A9-4CD7686E1AF9}">
              <p228:atrbtn authorId="{213F0180-4E89-B86B-F6E1-E03B7518BAE5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13F7A-D799-47D8-B0C0-7C909CCFF8FB}" type="datetimeFigureOut"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FCE71-FD4B-43E3-A8CE-38A62705FA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12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789fbb2d8_0_38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03" name="Google Shape;403;g32789fbb2d8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79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CCEC3-7244-3C46-9DB9-806F778100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55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E94A-C565-8AE0-FD4F-E494B3A3C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51FEE-E060-DB8B-FFA9-04EB4C96A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5BFA3-E0A2-DEF8-CBAA-57EE7FC72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CF5EC-9D83-0A1E-73D3-A7848C797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56D6-B181-778B-BB55-3EB484C1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04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BEAFE-3C4E-C6D0-17E5-A9049E55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B3ED5-0814-7EBD-BB55-4A7124270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70E5B-CDBA-494A-2A9B-80C1636A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5B121-F6F4-9636-2D8D-9C571ED6A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8485F-CD39-8F5C-EFAA-A1068566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69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7202F-10BB-FA34-5C5E-B33972AD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8A72C-D82B-2017-DC04-DC40CFEDB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86180-65DE-D0BC-603C-F578B5B02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B8364-239C-B455-F4A1-B83AF4456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B24DA-7D5A-92A4-AEF5-1E6D99EA1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2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5E46-EDE6-85C2-3BB8-327470A6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B3DB8-9F05-6DDF-9AA3-EA08174E05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83EE2-F745-A325-6715-10F234716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565EC-F3EA-C9AE-2EA1-DC666B88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90148-8F76-A6B9-300C-AA7EA0BC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63A55-872D-E5A3-068C-C5E3452F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80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66DE5-2045-A044-52F9-7A1E0EBF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29D1B-A453-0FB4-B6FE-8A118D633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F68CD-E617-8135-208C-1DC8A3B1E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741407-6763-6EE7-5558-441BDCB63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FFE11-059D-DC57-A666-8B29A2E6F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19EDFE-9C55-62CB-5BEF-DAC5B2B4A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72F597-D23C-0B9E-E871-2F166AA94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685201-8B5F-E152-0C58-430B63D7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86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1755-71A3-757B-C022-1C77925CA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401C2-3002-2C81-495F-7A48C4269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63AF-89E5-536B-A2B2-9D7DAE3F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BCEA8-7B2A-5AC5-59B7-7D8684F0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55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95AC4D-D76B-B682-9EE7-590D6A6CC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7805F7-FE58-E356-5918-049C902BA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F8B86-3CE0-E51C-3E12-14EB4EB4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45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0E6F-7058-DA5C-68C2-3D8C6FCDE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5074F-FDA3-ACF7-B15A-E1FD19E46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CFEE2-CC65-6CE0-6D89-F9F3EC79A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671D3-ABB4-70EB-F600-F04A40450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98883-609A-A053-7D2D-B185F15B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53799-8218-1123-40BB-D25A94FB5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4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BA61-CE62-4BF2-F854-39B66B288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E8F396-5489-E8BC-CD9B-CFEC1DC63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2BF8A-2397-249D-7AC5-7DC9B151A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CB50B-6F55-458C-BA03-2E612E28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C0A8D-D690-96BD-95D4-50A655114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76804-8623-7E02-4613-760D81FA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0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54B9-7BC0-0657-D7C9-67AFA319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BC771-FBC8-533C-0798-DE22B77DD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903CE-3779-22AC-EB91-E2C35D3A6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E7B7A-3287-30F2-ADDE-957C0F4EB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27AD3-8C12-CFE1-169C-8176B869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08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A62C37-4DDD-ED86-CD18-1C4379A23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A55ED-6B23-6731-857E-0F1C0EB00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29536-AEF2-FE0C-06F3-C7BB1586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1C6DD-CB04-BB00-4E5E-036D3505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105EA-DD46-7CB1-C060-443E2E99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53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8073" y="437960"/>
            <a:ext cx="11375136" cy="609600"/>
          </a:xfrm>
        </p:spPr>
        <p:txBody>
          <a:bodyPr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4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7905447" y="934345"/>
            <a:ext cx="2934692" cy="484592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19FDF49E-F19D-7966-5841-E8FE9E5F2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173873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0CA405F-B3CD-76DC-CAA3-F740ED934F6D}"/>
              </a:ext>
            </a:extLst>
          </p:cNvPr>
          <p:cNvSpPr/>
          <p:nvPr userDrawn="1"/>
        </p:nvSpPr>
        <p:spPr>
          <a:xfrm>
            <a:off x="0" y="63260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6FA4A-C1E9-5357-C9A5-5FFC82FC26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00" t="918" r="-200" b="27132"/>
          <a:stretch/>
        </p:blipFill>
        <p:spPr>
          <a:xfrm>
            <a:off x="0" y="4448042"/>
            <a:ext cx="12228576" cy="245839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583" y="6070185"/>
            <a:ext cx="2084131" cy="656644"/>
          </a:xfrm>
          <a:prstGeom prst="rect">
            <a:avLst/>
          </a:prstGeom>
        </p:spPr>
      </p:pic>
      <p:sp>
        <p:nvSpPr>
          <p:cNvPr id="8" name="Green top line">
            <a:extLst>
              <a:ext uri="{FF2B5EF4-FFF2-40B4-BE49-F238E27FC236}">
                <a16:creationId xmlns:a16="http://schemas.microsoft.com/office/drawing/2014/main" id="{03CF2A64-7CD1-4C22-7B38-A723A28DFEF4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0E030D4-1768-E3AD-266E-7222A4E8C0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8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MS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29B655-E050-2CEF-2CE1-0A53AA4DC649}"/>
              </a:ext>
            </a:extLst>
          </p:cNvPr>
          <p:cNvSpPr/>
          <p:nvPr userDrawn="1"/>
        </p:nvSpPr>
        <p:spPr>
          <a:xfrm>
            <a:off x="0" y="36576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9AEF07-3191-3F4A-3F7A-19EC791E9D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4126" t="305" r="-34" b="-305"/>
          <a:stretch/>
        </p:blipFill>
        <p:spPr>
          <a:xfrm>
            <a:off x="0" y="4420754"/>
            <a:ext cx="12216384" cy="2455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000" t="-13025" b="-13798"/>
          <a:stretch/>
        </p:blipFill>
        <p:spPr>
          <a:xfrm>
            <a:off x="154612" y="5982816"/>
            <a:ext cx="2280355" cy="691685"/>
          </a:xfrm>
          <a:prstGeom prst="rect">
            <a:avLst/>
          </a:prstGeom>
        </p:spPr>
      </p:pic>
      <p:sp>
        <p:nvSpPr>
          <p:cNvPr id="4" name="Green top line">
            <a:extLst>
              <a:ext uri="{FF2B5EF4-FFF2-40B4-BE49-F238E27FC236}">
                <a16:creationId xmlns:a16="http://schemas.microsoft.com/office/drawing/2014/main" id="{265938C9-7DBB-F010-0315-57D2F87C9106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E3F8541-C6A9-5757-9A4E-81D643DAAA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88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3048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5E742-6DCA-666E-9947-B0EE936494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2" name="CE Logo">
            <a:extLst>
              <a:ext uri="{FF2B5EF4-FFF2-40B4-BE49-F238E27FC236}">
                <a16:creationId xmlns:a16="http://schemas.microsoft.com/office/drawing/2014/main" id="{91ECB4FD-021B-A84F-9C74-397F7A9456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9122" t="10605" r="9079" b="11083"/>
          <a:stretch/>
        </p:blipFill>
        <p:spPr>
          <a:xfrm>
            <a:off x="189070" y="5913969"/>
            <a:ext cx="2205157" cy="79168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1DC64331-E5B9-B4C2-135F-7D91D7FFA2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6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M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">
            <a:extLst>
              <a:ext uri="{FF2B5EF4-FFF2-40B4-BE49-F238E27FC236}">
                <a16:creationId xmlns:a16="http://schemas.microsoft.com/office/drawing/2014/main" id="{6E3FDA63-1642-2C7F-F7CA-C7BBCAEC20E0}"/>
              </a:ext>
            </a:extLst>
          </p:cNvPr>
          <p:cNvSpPr/>
          <p:nvPr userDrawn="1"/>
        </p:nvSpPr>
        <p:spPr>
          <a:xfrm>
            <a:off x="0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87A2A-DEBD-3AA2-CBF5-D11C589099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1" name="CMS Energy Logo"/>
          <p:cNvPicPr>
            <a:picLocks noChangeAspect="1"/>
          </p:cNvPicPr>
          <p:nvPr userDrawn="1"/>
        </p:nvPicPr>
        <p:blipFill>
          <a:blip r:embed="rId3"/>
          <a:srcRect l="12" r="12"/>
          <a:stretch/>
        </p:blipFill>
        <p:spPr>
          <a:xfrm>
            <a:off x="100995" y="5981919"/>
            <a:ext cx="2279792" cy="6096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2067152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rgbClr val="000000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8720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E3E4CB9-D420-3CAB-8B68-2F5CDB9EB78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8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441B6A3-22F6-3738-6E9B-7AFE278268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7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D62B44-7DFB-726F-5071-FA040D62A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782" y="5459865"/>
            <a:ext cx="1697999" cy="68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0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131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0"/>
            <a:ext cx="11375136" cy="609600"/>
          </a:xfrm>
        </p:spPr>
        <p:txBody>
          <a:bodyPr anchor="b" anchorCtr="0"/>
          <a:lstStyle>
            <a:lvl1pPr algn="l">
              <a:defRPr sz="3200" b="0" i="0" cap="none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"/>
          <p:cNvSpPr>
            <a:spLocks noGrp="1"/>
          </p:cNvSpPr>
          <p:nvPr>
            <p:ph type="body" idx="1"/>
          </p:nvPr>
        </p:nvSpPr>
        <p:spPr>
          <a:xfrm>
            <a:off x="414528" y="3535680"/>
            <a:ext cx="11375136" cy="8534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E6D58A-F04B-D2E8-EFD8-3D2275F628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73809" y="5075956"/>
            <a:ext cx="2680107" cy="103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4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6400800" y="1219201"/>
            <a:ext cx="5384800" cy="398660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lang="en-US" sz="2133" b="0" i="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414528" y="1219201"/>
            <a:ext cx="5384800" cy="4352993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2133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wrap="none" lIns="0" tIns="45720" rIns="91440" b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A46DFA08-46CD-F086-6119-EF05D7343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6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F98E-6AAF-3ACB-63F7-A2C28BFC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0E233A6-DBBA-2515-B63A-9166DCE9B7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73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16CDDDB-E2E6-96CF-7794-2CB281875C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2609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C2F74D7-F259-ED94-FAC1-892474DA4D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599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C7D399D-8CB9-19E1-9EC0-25CC0E8D1A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173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D3E4421-7396-C90C-5119-84E1DA3263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2609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BB0FC328-3EDB-117F-B241-774C52C45C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599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8FD594C-5CE2-2E39-47A0-730C3B5520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4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quarter" idx="4"/>
          </p:nvPr>
        </p:nvSpPr>
        <p:spPr>
          <a:xfrm>
            <a:off x="6400801" y="1999488"/>
            <a:ext cx="5389033" cy="3309112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ub-title 2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1" y="1219200"/>
            <a:ext cx="5389033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2"/>
          </p:nvPr>
        </p:nvSpPr>
        <p:spPr>
          <a:xfrm>
            <a:off x="414528" y="1982049"/>
            <a:ext cx="5386917" cy="3583521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ub-title 1"/>
          <p:cNvSpPr>
            <a:spLocks noGrp="1"/>
          </p:cNvSpPr>
          <p:nvPr>
            <p:ph type="body" idx="1" hasCustomPrompt="1"/>
          </p:nvPr>
        </p:nvSpPr>
        <p:spPr>
          <a:xfrm>
            <a:off x="414528" y="1219200"/>
            <a:ext cx="5386917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anchor="b"/>
          <a:lstStyle>
            <a:lvl1pPr>
              <a:defRPr b="0" i="0">
                <a:solidFill>
                  <a:srgbClr val="1465C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E0979A95-488D-09C8-AE26-774FF0CB30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"/>
          <p:cNvSpPr>
            <a:spLocks noGrp="1"/>
          </p:cNvSpPr>
          <p:nvPr>
            <p:ph type="pic" sz="quarter" idx="13"/>
          </p:nvPr>
        </p:nvSpPr>
        <p:spPr>
          <a:xfrm>
            <a:off x="8077200" y="1202568"/>
            <a:ext cx="4114800" cy="322019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"/>
          <p:cNvSpPr>
            <a:spLocks noGrp="1"/>
          </p:cNvSpPr>
          <p:nvPr>
            <p:ph type="body" sz="half" idx="2"/>
          </p:nvPr>
        </p:nvSpPr>
        <p:spPr>
          <a:xfrm>
            <a:off x="414528" y="1202569"/>
            <a:ext cx="7489251" cy="4394668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4528" y="438912"/>
            <a:ext cx="7662672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C4F7D118-FEE1-1BB0-CD7C-74505B7976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2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-Full he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hite Background">
            <a:extLst>
              <a:ext uri="{FF2B5EF4-FFF2-40B4-BE49-F238E27FC236}">
                <a16:creationId xmlns:a16="http://schemas.microsoft.com/office/drawing/2014/main" id="{902DAFEE-672B-5531-AF4D-6EDB10B89A39}"/>
              </a:ext>
            </a:extLst>
          </p:cNvPr>
          <p:cNvSpPr/>
          <p:nvPr userDrawn="1"/>
        </p:nvSpPr>
        <p:spPr>
          <a:xfrm>
            <a:off x="0" y="122863"/>
            <a:ext cx="4064000" cy="67351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2" name="Picture Placeholder ">
            <a:extLst>
              <a:ext uri="{FF2B5EF4-FFF2-40B4-BE49-F238E27FC236}">
                <a16:creationId xmlns:a16="http://schemas.microsoft.com/office/drawing/2014/main" id="{FECA367A-4BF0-0C0F-3498-6E6DCA02C6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17" y="122862"/>
            <a:ext cx="4053483" cy="673513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">
            <a:extLst>
              <a:ext uri="{FF2B5EF4-FFF2-40B4-BE49-F238E27FC236}">
                <a16:creationId xmlns:a16="http://schemas.microsoft.com/office/drawing/2014/main" id="{46316DF1-26A9-2E6B-73C8-3D75A8FE6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30263" y="1202767"/>
            <a:ext cx="7463676" cy="4985627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4B4795F-48D0-3560-24E9-9EED8A3F9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8161" y="438912"/>
            <a:ext cx="7463676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1F91E5E3-C052-DFF7-0F22-4D1D49D5D0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5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8073" y="437960"/>
            <a:ext cx="11375136" cy="609600"/>
          </a:xfrm>
        </p:spPr>
        <p:txBody>
          <a:bodyPr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6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ue top line">
            <a:extLst>
              <a:ext uri="{FF2B5EF4-FFF2-40B4-BE49-F238E27FC236}">
                <a16:creationId xmlns:a16="http://schemas.microsoft.com/office/drawing/2014/main" id="{E698F46C-0450-0A42-69F4-4CA2C83E49C9}"/>
              </a:ext>
            </a:extLst>
          </p:cNvPr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7" name="Green top line">
            <a:extLst>
              <a:ext uri="{FF2B5EF4-FFF2-40B4-BE49-F238E27FC236}">
                <a16:creationId xmlns:a16="http://schemas.microsoft.com/office/drawing/2014/main" id="{12C9F3AD-9532-11E6-E672-6F10181290C1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EBB37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64C7FB6B-3110-4907-76D3-A00724A38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4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10430932" y="3565994"/>
            <a:ext cx="1465792" cy="241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9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7905447" y="934345"/>
            <a:ext cx="2934692" cy="484592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19FDF49E-F19D-7966-5841-E8FE9E5F2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58484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2473" y="5343937"/>
            <a:ext cx="7910000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66051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3AA51E4-54C5-C3EB-E63C-24DF6CD86D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40838" y="5542513"/>
            <a:ext cx="3331413" cy="1122135"/>
          </a:xfrm>
          <a:prstGeom prst="rect">
            <a:avLst/>
          </a:prstGeom>
        </p:spPr>
      </p:pic>
      <p:sp>
        <p:nvSpPr>
          <p:cNvPr id="8" name="Content Placeholder">
            <a:extLst>
              <a:ext uri="{FF2B5EF4-FFF2-40B4-BE49-F238E27FC236}">
                <a16:creationId xmlns:a16="http://schemas.microsoft.com/office/drawing/2014/main" id="{5F38107C-7728-4558-7E69-FAF1CE2A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F8B98C3A-005E-FCC5-F2BE-C72514D32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9031" t="-2797" b="-1"/>
          <a:stretch>
            <a:fillRect/>
          </a:stretch>
        </p:blipFill>
        <p:spPr>
          <a:xfrm>
            <a:off x="10876040" y="4876801"/>
            <a:ext cx="1076861" cy="1778172"/>
          </a:xfrm>
          <a:prstGeom prst="rect">
            <a:avLst/>
          </a:prstGeom>
        </p:spPr>
      </p:pic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56B42121-3791-88E3-3566-C1D5909E1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2F9A820-95BB-FDF9-48A2-DDD11B6C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381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8098971" y="924669"/>
            <a:ext cx="2934692" cy="48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0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D421C6B-9F5B-4DB8-A455-F9B42A1B54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00801"/>
            <a:ext cx="5486313" cy="22224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IBM Consulting / © IBM Corporation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57B4B170-B75A-4566-BD1C-C1A3AC9774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2" y="6400801"/>
            <a:ext cx="2438309" cy="22224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0E55ADD0-679D-766C-B0A5-B16098B26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256032"/>
            <a:ext cx="11606693" cy="860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F18601E-3127-8A99-E91E-5885361C43C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756834"/>
            <a:ext cx="11582400" cy="45444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10821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C3C3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21" y="1660526"/>
            <a:ext cx="5384800" cy="4296068"/>
          </a:xfrm>
        </p:spPr>
        <p:txBody>
          <a:bodyPr>
            <a:normAutofit/>
          </a:bodyPr>
          <a:lstStyle>
            <a:lvl1pPr marL="0" indent="0">
              <a:buNone/>
              <a:defRPr sz="2667">
                <a:solidFill>
                  <a:srgbClr val="3C3C3B"/>
                </a:solidFill>
              </a:defRPr>
            </a:lvl1pPr>
            <a:lvl2pPr marL="365742" indent="-365742">
              <a:buFont typeface="Arial" panose="020B0604020202020204" pitchFamily="34" charset="0"/>
              <a:buChar char="•"/>
              <a:defRPr sz="2400">
                <a:solidFill>
                  <a:srgbClr val="3C3C3B"/>
                </a:solidFill>
              </a:defRPr>
            </a:lvl2pPr>
            <a:lvl3pPr marL="731484" indent="-365742">
              <a:buFont typeface="Arial" panose="020B0604020202020204" pitchFamily="34" charset="0"/>
              <a:buChar char="•"/>
              <a:defRPr sz="2133">
                <a:solidFill>
                  <a:srgbClr val="3C3C3B"/>
                </a:solidFill>
              </a:defRPr>
            </a:lvl3pPr>
            <a:lvl4pPr marL="109722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4pPr>
            <a:lvl5pPr marL="146296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60526"/>
            <a:ext cx="5384800" cy="4296068"/>
          </a:xfrm>
        </p:spPr>
        <p:txBody>
          <a:bodyPr>
            <a:normAutofit/>
          </a:bodyPr>
          <a:lstStyle>
            <a:lvl1pPr marL="0" indent="0">
              <a:buNone/>
              <a:defRPr sz="2667">
                <a:solidFill>
                  <a:srgbClr val="3C3C3B"/>
                </a:solidFill>
              </a:defRPr>
            </a:lvl1pPr>
            <a:lvl2pPr marL="365742" indent="-365742">
              <a:buFont typeface="Arial" panose="020B0604020202020204" pitchFamily="34" charset="0"/>
              <a:buChar char="•"/>
              <a:defRPr lang="en-US" sz="2400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2pPr>
            <a:lvl3pPr marL="731484" indent="-365742">
              <a:buFont typeface="Arial" panose="020B0604020202020204" pitchFamily="34" charset="0"/>
              <a:buChar char="•"/>
              <a:defRPr sz="2133">
                <a:solidFill>
                  <a:srgbClr val="3C3C3B"/>
                </a:solidFill>
              </a:defRPr>
            </a:lvl3pPr>
            <a:lvl4pPr marL="109722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4pPr>
            <a:lvl5pPr marL="146296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355F-22F0-684D-B046-094980D10CE1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9B7C6-3FEA-7848-A062-37F8F6368D0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0450287" y="-53219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146911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alf Frame 4">
            <a:extLst>
              <a:ext uri="{FF2B5EF4-FFF2-40B4-BE49-F238E27FC236}">
                <a16:creationId xmlns:a16="http://schemas.microsoft.com/office/drawing/2014/main" id="{6581409C-6125-F298-D37A-31D8253DA6C0}"/>
              </a:ext>
            </a:extLst>
          </p:cNvPr>
          <p:cNvSpPr/>
          <p:nvPr userDrawn="1"/>
        </p:nvSpPr>
        <p:spPr>
          <a:xfrm rot="5400000">
            <a:off x="10427853" y="-341746"/>
            <a:ext cx="1422401" cy="2105894"/>
          </a:xfrm>
          <a:prstGeom prst="halfFrame">
            <a:avLst>
              <a:gd name="adj1" fmla="val 26436"/>
              <a:gd name="adj2" fmla="val 2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1D445B04-5630-FADB-A52F-C02F082ED06B}"/>
              </a:ext>
            </a:extLst>
          </p:cNvPr>
          <p:cNvSpPr/>
          <p:nvPr userDrawn="1"/>
        </p:nvSpPr>
        <p:spPr>
          <a:xfrm rot="16200000">
            <a:off x="341748" y="5093852"/>
            <a:ext cx="1422401" cy="2105894"/>
          </a:xfrm>
          <a:prstGeom prst="halfFrame">
            <a:avLst>
              <a:gd name="adj1" fmla="val 26436"/>
              <a:gd name="adj2" fmla="val 2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575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F262E-C592-3212-8CCB-AEDDA5F91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194FE-F685-D3DD-590A-8AF2F72CE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75257-0211-6B81-C931-9164A49704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724AC-A78E-8FA7-7A44-B7D3D58D1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A7047-926C-1AB6-C417-8D2D5E13A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74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8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A91A35-079A-C9FF-D72C-0EDC5BC8C68A}"/>
              </a:ext>
            </a:extLst>
          </p:cNvPr>
          <p:cNvSpPr/>
          <p:nvPr userDrawn="1"/>
        </p:nvSpPr>
        <p:spPr>
          <a:xfrm>
            <a:off x="0" y="6214429"/>
            <a:ext cx="12192000" cy="643572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527" y="441960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528" y="1219201"/>
            <a:ext cx="11375136" cy="422053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Blue top line"/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rgbClr val="146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7" name="Green top line"/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0278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96" r:id="rId24"/>
    <p:sldLayoutId id="2147483697" r:id="rId25"/>
    <p:sldLayoutId id="2147483698" r:id="rId26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b="0" i="0" kern="1200" baseline="0">
          <a:solidFill>
            <a:srgbClr val="1866AE"/>
          </a:solidFill>
          <a:latin typeface="Montserrat" pitchFamily="2" charset="77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Clr>
          <a:schemeClr val="tx2"/>
        </a:buClr>
        <a:buFont typeface="Wingdings" charset="2"/>
        <a:buNone/>
        <a:defRPr sz="2133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1pPr>
      <a:lvl2pPr marL="365751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8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2pPr>
      <a:lvl3pPr marL="731502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600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3pPr>
      <a:lvl4pPr marL="109725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4pPr>
      <a:lvl5pPr marL="146300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5760">
          <p15:clr>
            <a:srgbClr val="F26B43"/>
          </p15:clr>
        </p15:guide>
        <p15:guide id="3" pos="190">
          <p15:clr>
            <a:srgbClr val="F26B43"/>
          </p15:clr>
        </p15:guide>
        <p15:guide id="4" pos="1983">
          <p15:clr>
            <a:srgbClr val="F26B43"/>
          </p15:clr>
        </p15:guide>
        <p15:guide id="5" pos="3776">
          <p15:clr>
            <a:srgbClr val="F26B43"/>
          </p15:clr>
        </p15:guide>
        <p15:guide id="6" pos="5569">
          <p15:clr>
            <a:srgbClr val="F26B43"/>
          </p15:clr>
        </p15:guide>
        <p15:guide id="7" orient="horz">
          <p15:clr>
            <a:srgbClr val="F26B43"/>
          </p15:clr>
        </p15:guide>
        <p15:guide id="8" orient="horz" pos="3240">
          <p15:clr>
            <a:srgbClr val="F26B43"/>
          </p15:clr>
        </p15:guide>
        <p15:guide id="9" orient="horz" pos="190">
          <p15:clr>
            <a:srgbClr val="F26B43"/>
          </p15:clr>
        </p15:guide>
        <p15:guide id="10" orient="horz" pos="1158">
          <p15:clr>
            <a:srgbClr val="F26B43"/>
          </p15:clr>
        </p15:guide>
        <p15:guide id="11" orient="horz" pos="2127">
          <p15:clr>
            <a:srgbClr val="F26B43"/>
          </p15:clr>
        </p15:guide>
        <p15:guide id="12" orient="horz" pos="3095">
          <p15:clr>
            <a:srgbClr val="F26B43"/>
          </p15:clr>
        </p15:guide>
        <p15:guide id="13" pos="5376">
          <p15:clr>
            <a:srgbClr val="F26B43"/>
          </p15:clr>
        </p15:guide>
        <p15:guide id="14" orient="horz" pos="5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F0_1996B2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2460-6DBE-619C-CA11-2645AAEBF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A08FD6-7E06-AEC4-FC0F-CD07B6991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008" y="1270659"/>
            <a:ext cx="11705493" cy="3272557"/>
          </a:xfrm>
        </p:spPr>
        <p:txBody>
          <a:bodyPr/>
          <a:lstStyle/>
          <a:p>
            <a:r>
              <a:rPr lang="en-US" sz="4250" dirty="0">
                <a:latin typeface="Montserrat"/>
              </a:rPr>
              <a:t>Handle Order Management</a:t>
            </a:r>
            <a:br>
              <a:rPr lang="en-US" sz="4250" dirty="0">
                <a:latin typeface="Montserrat"/>
              </a:rPr>
            </a:br>
            <a:r>
              <a:rPr lang="en-US" sz="4250" dirty="0">
                <a:latin typeface="Montserrat"/>
              </a:rPr>
              <a:t>Workshop A-1</a:t>
            </a:r>
            <a:br>
              <a:rPr lang="en-US" sz="4250" dirty="0">
                <a:latin typeface="Montserrat"/>
              </a:rPr>
            </a:br>
            <a:br>
              <a:rPr lang="en-US" sz="4250" dirty="0">
                <a:latin typeface="Montserrat"/>
              </a:rPr>
            </a:br>
            <a:r>
              <a:rPr lang="en-US" sz="2800" b="1">
                <a:latin typeface="Montserrat"/>
              </a:rPr>
              <a:t>Jose Diaz and Mohanta Das</a:t>
            </a:r>
            <a:br>
              <a:rPr lang="en-US" sz="2800" dirty="0">
                <a:latin typeface="Montserrat"/>
              </a:rPr>
            </a:br>
            <a:r>
              <a:rPr lang="en-US" sz="2800">
                <a:latin typeface="Montserrat"/>
              </a:rPr>
              <a:t>7/14/26</a:t>
            </a: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385229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2789fbb2d8_0_389"/>
          <p:cNvSpPr txBox="1">
            <a:spLocks noGrp="1"/>
          </p:cNvSpPr>
          <p:nvPr>
            <p:ph type="title"/>
          </p:nvPr>
        </p:nvSpPr>
        <p:spPr>
          <a:xfrm>
            <a:off x="268516" y="412769"/>
            <a:ext cx="11375136" cy="6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1866AE"/>
              </a:buClr>
              <a:buSzPts val="3200"/>
            </a:pPr>
            <a:r>
              <a:rPr lang="en-US" sz="2800" b="1">
                <a:latin typeface="Montserrat"/>
              </a:rPr>
              <a:t>Overarching Design Principles</a:t>
            </a:r>
          </a:p>
        </p:txBody>
      </p:sp>
      <p:sp>
        <p:nvSpPr>
          <p:cNvPr id="410" name="Google Shape;410;g32789fbb2d8_0_389"/>
          <p:cNvSpPr txBox="1">
            <a:spLocks noGrp="1"/>
          </p:cNvSpPr>
          <p:nvPr>
            <p:ph type="sldNum" idx="4294967295"/>
          </p:nvPr>
        </p:nvSpPr>
        <p:spPr>
          <a:xfrm>
            <a:off x="11582400" y="6316133"/>
            <a:ext cx="609600" cy="36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067" b="0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+mn-ea"/>
                <a:cs typeface="Arial"/>
                <a:sym typeface="Montserrat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2</a:t>
            </a:fld>
            <a:endParaRPr kumimoji="0" sz="1067" b="0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+mn-ea"/>
              <a:cs typeface="Arial"/>
              <a:sym typeface="Montserra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BB7B8B-CC49-D365-0378-CE28117D9C6F}"/>
              </a:ext>
            </a:extLst>
          </p:cNvPr>
          <p:cNvGrpSpPr/>
          <p:nvPr/>
        </p:nvGrpSpPr>
        <p:grpSpPr>
          <a:xfrm>
            <a:off x="257027" y="4480549"/>
            <a:ext cx="5765213" cy="1492901"/>
            <a:chOff x="142638" y="2224199"/>
            <a:chExt cx="4323909" cy="1119676"/>
          </a:xfrm>
        </p:grpSpPr>
        <p:sp>
          <p:nvSpPr>
            <p:cNvPr id="407" name="Google Shape;407;g32789fbb2d8_0_389"/>
            <p:cNvSpPr txBox="1"/>
            <p:nvPr/>
          </p:nvSpPr>
          <p:spPr>
            <a:xfrm>
              <a:off x="1166753" y="2719097"/>
              <a:ext cx="3267641" cy="553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minimize customizations and keep the core clean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to ease future upgrades, improving agility and scalability.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08" name="Google Shape;408;g32789fbb2d8_0_389"/>
            <p:cNvSpPr/>
            <p:nvPr/>
          </p:nvSpPr>
          <p:spPr>
            <a:xfrm>
              <a:off x="1198906" y="2224199"/>
              <a:ext cx="3267641" cy="1119623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09" name="Google Shape;409;g32789fbb2d8_0_389"/>
            <p:cNvSpPr/>
            <p:nvPr/>
          </p:nvSpPr>
          <p:spPr>
            <a:xfrm>
              <a:off x="142638" y="2224199"/>
              <a:ext cx="1045800" cy="1119676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417;g32789fbb2d8_0_389">
              <a:extLst>
                <a:ext uri="{FF2B5EF4-FFF2-40B4-BE49-F238E27FC236}">
                  <a16:creationId xmlns:a16="http://schemas.microsoft.com/office/drawing/2014/main" id="{41D41366-DF01-1768-218C-4C7589718121}"/>
                </a:ext>
              </a:extLst>
            </p:cNvPr>
            <p:cNvSpPr/>
            <p:nvPr/>
          </p:nvSpPr>
          <p:spPr>
            <a:xfrm>
              <a:off x="1188438" y="2233595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Minimize customizations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pic>
          <p:nvPicPr>
            <p:cNvPr id="430" name="Google Shape;430;g32789fbb2d8_0_389" descr="Gears outlin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7931" y="2376197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B18C77-C996-6AF4-3C3E-7E4E1642FBB4}"/>
              </a:ext>
            </a:extLst>
          </p:cNvPr>
          <p:cNvGrpSpPr/>
          <p:nvPr/>
        </p:nvGrpSpPr>
        <p:grpSpPr>
          <a:xfrm>
            <a:off x="6258375" y="4495995"/>
            <a:ext cx="5766069" cy="1457100"/>
            <a:chOff x="4684200" y="2235351"/>
            <a:chExt cx="4324552" cy="1092826"/>
          </a:xfrm>
        </p:grpSpPr>
        <p:sp>
          <p:nvSpPr>
            <p:cNvPr id="9" name="Google Shape;407;g32789fbb2d8_0_389">
              <a:extLst>
                <a:ext uri="{FF2B5EF4-FFF2-40B4-BE49-F238E27FC236}">
                  <a16:creationId xmlns:a16="http://schemas.microsoft.com/office/drawing/2014/main" id="{9DC1BFDA-BBBE-D3AA-D906-721A4B227937}"/>
                </a:ext>
              </a:extLst>
            </p:cNvPr>
            <p:cNvSpPr txBox="1"/>
            <p:nvPr/>
          </p:nvSpPr>
          <p:spPr>
            <a:xfrm>
              <a:off x="5716044" y="2582308"/>
              <a:ext cx="3292708" cy="7155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Non-SAP applications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will only be considered 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if they are considered ‘best of breed’ and are necessary to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enable competitive advantage or meet complex regulatory requirements.</a:t>
              </a:r>
              <a:endParaRPr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10" name="Google Shape;408;g32789fbb2d8_0_389">
              <a:extLst>
                <a:ext uri="{FF2B5EF4-FFF2-40B4-BE49-F238E27FC236}">
                  <a16:creationId xmlns:a16="http://schemas.microsoft.com/office/drawing/2014/main" id="{8F90BB64-A06C-6838-C906-C7141DC97498}"/>
                </a:ext>
              </a:extLst>
            </p:cNvPr>
            <p:cNvSpPr/>
            <p:nvPr/>
          </p:nvSpPr>
          <p:spPr>
            <a:xfrm>
              <a:off x="5740151" y="2242927"/>
              <a:ext cx="3267640" cy="108525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4" name="Google Shape;414;g32789fbb2d8_0_389"/>
            <p:cNvSpPr/>
            <p:nvPr/>
          </p:nvSpPr>
          <p:spPr>
            <a:xfrm>
              <a:off x="4684200" y="2235351"/>
              <a:ext cx="1045800" cy="1092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417;g32789fbb2d8_0_389">
              <a:extLst>
                <a:ext uri="{FF2B5EF4-FFF2-40B4-BE49-F238E27FC236}">
                  <a16:creationId xmlns:a16="http://schemas.microsoft.com/office/drawing/2014/main" id="{4589EB17-6120-C3B2-A307-D429542D1035}"/>
                </a:ext>
              </a:extLst>
            </p:cNvPr>
            <p:cNvSpPr/>
            <p:nvPr/>
          </p:nvSpPr>
          <p:spPr>
            <a:xfrm>
              <a:off x="5740040" y="2235351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‘Best of Breed’ by exception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pic>
          <p:nvPicPr>
            <p:cNvPr id="431" name="Google Shape;431;g32789fbb2d8_0_389" descr="Clipboard Badge with solid fill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57222" y="2376150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17FF38-FB3B-AE05-2E09-63D1AD5DCA28}"/>
              </a:ext>
            </a:extLst>
          </p:cNvPr>
          <p:cNvGrpSpPr/>
          <p:nvPr/>
        </p:nvGrpSpPr>
        <p:grpSpPr>
          <a:xfrm>
            <a:off x="265344" y="2853848"/>
            <a:ext cx="5760893" cy="1494064"/>
            <a:chOff x="148875" y="977333"/>
            <a:chExt cx="4320670" cy="1120548"/>
          </a:xfrm>
        </p:grpSpPr>
        <p:sp>
          <p:nvSpPr>
            <p:cNvPr id="417" name="Google Shape;417;g32789fbb2d8_0_389"/>
            <p:cNvSpPr/>
            <p:nvPr/>
          </p:nvSpPr>
          <p:spPr>
            <a:xfrm>
              <a:off x="1198235" y="1253012"/>
              <a:ext cx="3267750" cy="844638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8" name="Google Shape;418;g32789fbb2d8_0_389"/>
            <p:cNvSpPr txBox="1"/>
            <p:nvPr/>
          </p:nvSpPr>
          <p:spPr>
            <a:xfrm>
              <a:off x="1177486" y="1452484"/>
              <a:ext cx="3267579" cy="553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change and adapt our existing business processes to fit to standard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‘out of the box’ functionality.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" name="Google Shape;417;g32789fbb2d8_0_389">
              <a:extLst>
                <a:ext uri="{FF2B5EF4-FFF2-40B4-BE49-F238E27FC236}">
                  <a16:creationId xmlns:a16="http://schemas.microsoft.com/office/drawing/2014/main" id="{8D41AEF2-1070-0073-A19C-3DEBFCB3F678}"/>
                </a:ext>
              </a:extLst>
            </p:cNvPr>
            <p:cNvSpPr/>
            <p:nvPr/>
          </p:nvSpPr>
          <p:spPr>
            <a:xfrm>
              <a:off x="1204774" y="977333"/>
              <a:ext cx="326477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Fit to Standard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419" name="Google Shape;419;g32789fbb2d8_0_389"/>
            <p:cNvSpPr/>
            <p:nvPr/>
          </p:nvSpPr>
          <p:spPr>
            <a:xfrm>
              <a:off x="148875" y="978056"/>
              <a:ext cx="1045800" cy="1119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2" name="Google Shape;432;g32789fbb2d8_0_389" descr="Continuous Improvement with solid fil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8404" y="1115429"/>
              <a:ext cx="844856" cy="8448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Google Shape;417;g32789fbb2d8_0_389">
            <a:extLst>
              <a:ext uri="{FF2B5EF4-FFF2-40B4-BE49-F238E27FC236}">
                <a16:creationId xmlns:a16="http://schemas.microsoft.com/office/drawing/2014/main" id="{E908B7A6-2C7E-0E4F-24F6-146F9D47ABBB}"/>
              </a:ext>
            </a:extLst>
          </p:cNvPr>
          <p:cNvSpPr/>
          <p:nvPr/>
        </p:nvSpPr>
        <p:spPr>
          <a:xfrm>
            <a:off x="7666911" y="2844429"/>
            <a:ext cx="4329190" cy="482294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Rationalize Applications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grpSp>
        <p:nvGrpSpPr>
          <p:cNvPr id="421" name="Google Shape;421;g32789fbb2d8_0_389"/>
          <p:cNvGrpSpPr/>
          <p:nvPr/>
        </p:nvGrpSpPr>
        <p:grpSpPr>
          <a:xfrm>
            <a:off x="7653078" y="2830813"/>
            <a:ext cx="4363265" cy="1525551"/>
            <a:chOff x="347967" y="4648260"/>
            <a:chExt cx="5145358" cy="1773900"/>
          </a:xfrm>
        </p:grpSpPr>
        <p:sp>
          <p:nvSpPr>
            <p:cNvPr id="422" name="Google Shape;422;g32789fbb2d8_0_389"/>
            <p:cNvSpPr txBox="1"/>
            <p:nvPr/>
          </p:nvSpPr>
          <p:spPr>
            <a:xfrm>
              <a:off x="347967" y="5411928"/>
              <a:ext cx="5137800" cy="858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standardize and rationalize our applications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 to control costs and reduce the complexity of our IT estate.</a:t>
              </a:r>
              <a:endParaRPr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423" name="Google Shape;423;g32789fbb2d8_0_389"/>
            <p:cNvSpPr/>
            <p:nvPr/>
          </p:nvSpPr>
          <p:spPr>
            <a:xfrm>
              <a:off x="355525" y="4648260"/>
              <a:ext cx="5137800" cy="177390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24" name="Google Shape;424;g32789fbb2d8_0_389"/>
          <p:cNvSpPr/>
          <p:nvPr/>
        </p:nvSpPr>
        <p:spPr>
          <a:xfrm>
            <a:off x="6267763" y="2830872"/>
            <a:ext cx="1394400" cy="1525497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g32789fbb2d8_0_389" descr="Money outlin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9848" y="3136391"/>
            <a:ext cx="914400" cy="914398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32789fbb2d8_0_389"/>
          <p:cNvSpPr/>
          <p:nvPr/>
        </p:nvSpPr>
        <p:spPr>
          <a:xfrm>
            <a:off x="7639921" y="1222976"/>
            <a:ext cx="4370466" cy="1493384"/>
          </a:xfrm>
          <a:prstGeom prst="rect">
            <a:avLst/>
          </a:prstGeom>
          <a:noFill/>
          <a:ln w="19050" cap="flat" cmpd="sng">
            <a:solidFill>
              <a:srgbClr val="007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t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/>
            </a:pPr>
            <a:endParaRPr kumimoji="0" b="0" i="0" u="none" strike="noStrike" kern="0" cap="none" spc="0" normalizeH="0" baseline="0" noProof="0">
              <a:ln>
                <a:noFill/>
              </a:ln>
              <a:solidFill>
                <a:srgbClr val="454947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8" name="Google Shape;428;g32789fbb2d8_0_389"/>
          <p:cNvSpPr txBox="1"/>
          <p:nvPr/>
        </p:nvSpPr>
        <p:spPr>
          <a:xfrm>
            <a:off x="7655878" y="1885987"/>
            <a:ext cx="4356854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We will adopt an “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SAP first” strategy </a:t>
            </a: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with all financial and operational data housed within SAP. </a:t>
            </a:r>
            <a:endParaRPr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sp>
        <p:nvSpPr>
          <p:cNvPr id="429" name="Google Shape;429;g32789fbb2d8_0_389"/>
          <p:cNvSpPr/>
          <p:nvPr/>
        </p:nvSpPr>
        <p:spPr>
          <a:xfrm>
            <a:off x="6245604" y="1222900"/>
            <a:ext cx="1394400" cy="1493363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2789fbb2d8_0_389"/>
          <p:cNvSpPr/>
          <p:nvPr/>
        </p:nvSpPr>
        <p:spPr>
          <a:xfrm>
            <a:off x="6333200" y="1314913"/>
            <a:ext cx="1200800" cy="130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 Light"/>
              <a:ea typeface="Nunito Sans Light"/>
              <a:cs typeface="Nunito Sans Light"/>
              <a:sym typeface="Nunito Sans Light"/>
            </a:endParaRPr>
          </a:p>
        </p:txBody>
      </p:sp>
      <p:pic>
        <p:nvPicPr>
          <p:cNvPr id="435" name="Google Shape;435;g32789fbb2d8_0_38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55079" y="1732852"/>
            <a:ext cx="956853" cy="4732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17;g32789fbb2d8_0_389">
            <a:extLst>
              <a:ext uri="{FF2B5EF4-FFF2-40B4-BE49-F238E27FC236}">
                <a16:creationId xmlns:a16="http://schemas.microsoft.com/office/drawing/2014/main" id="{7C3A552F-1141-4B0A-0498-135B5978438F}"/>
              </a:ext>
            </a:extLst>
          </p:cNvPr>
          <p:cNvSpPr/>
          <p:nvPr/>
        </p:nvSpPr>
        <p:spPr>
          <a:xfrm>
            <a:off x="7653386" y="1236567"/>
            <a:ext cx="4357000" cy="482295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SAP First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C717F-3571-D9A9-D060-149F7AABBC00}"/>
              </a:ext>
            </a:extLst>
          </p:cNvPr>
          <p:cNvSpPr txBox="1"/>
          <p:nvPr/>
        </p:nvSpPr>
        <p:spPr>
          <a:xfrm>
            <a:off x="254000" y="1236577"/>
            <a:ext cx="5724357" cy="132343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>
                <a:ea typeface="+mn-lt"/>
                <a:cs typeface="+mn-lt"/>
              </a:rPr>
              <a:t>The goal of this project is to utilize standard Service Cloud V2 capabilities with minimal customizations.  We will strive to modify our processes to Fit-to-Standard SAP technology as much as possible. </a:t>
            </a:r>
            <a:endParaRPr lang="en-US" sz="1600" b="1" i="1"/>
          </a:p>
        </p:txBody>
      </p:sp>
    </p:spTree>
    <p:extLst>
      <p:ext uri="{BB962C8B-B14F-4D97-AF65-F5344CB8AC3E}">
        <p14:creationId xmlns:p14="http://schemas.microsoft.com/office/powerpoint/2010/main" val="111019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E6A8-5C35-7351-DB79-97BFAAA22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C7DFAC-34D3-91D3-2C54-3811D96D4D0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5217" y="332997"/>
            <a:ext cx="7615238" cy="457200"/>
          </a:xfrm>
        </p:spPr>
        <p:txBody>
          <a:bodyPr vert="horz" lIns="0" tIns="45720" rIns="91440" bIns="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200" b="1">
                <a:solidFill>
                  <a:srgbClr val="94806E"/>
                </a:solidFill>
                <a:latin typeface="Montserrat"/>
                <a:ea typeface="+mj-ea"/>
                <a:cs typeface="+mj-cs"/>
              </a:rPr>
              <a:t>Workshop Agenda</a:t>
            </a:r>
            <a:endParaRPr lang="en-US" sz="3200" b="1">
              <a:solidFill>
                <a:srgbClr val="94806E"/>
              </a:solidFill>
              <a:ea typeface="+mj-ea"/>
              <a:cs typeface="+mj-cs"/>
            </a:endParaRPr>
          </a:p>
        </p:txBody>
      </p:sp>
      <p:sp>
        <p:nvSpPr>
          <p:cNvPr id="125" name="Text Placeholder 5">
            <a:extLst>
              <a:ext uri="{FF2B5EF4-FFF2-40B4-BE49-F238E27FC236}">
                <a16:creationId xmlns:a16="http://schemas.microsoft.com/office/drawing/2014/main" id="{84DDF3AB-9E71-B162-93B6-96C48461F019}"/>
              </a:ext>
            </a:extLst>
          </p:cNvPr>
          <p:cNvSpPr txBox="1">
            <a:spLocks/>
          </p:cNvSpPr>
          <p:nvPr/>
        </p:nvSpPr>
        <p:spPr>
          <a:xfrm>
            <a:off x="878971" y="952073"/>
            <a:ext cx="1105573" cy="194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1pPr>
            <a:lvl2pPr marL="38862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2pPr>
            <a:lvl3pPr marL="77724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3pPr>
            <a:lvl4pPr marL="116586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4pPr>
            <a:lvl5pPr marL="155448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4767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25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TOPIC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AF3347E-7396-B26D-772C-4D59FBA7AC07}"/>
              </a:ext>
            </a:extLst>
          </p:cNvPr>
          <p:cNvCxnSpPr>
            <a:cxnSpLocks/>
          </p:cNvCxnSpPr>
          <p:nvPr/>
        </p:nvCxnSpPr>
        <p:spPr>
          <a:xfrm>
            <a:off x="796190" y="1221248"/>
            <a:ext cx="10479474" cy="0"/>
          </a:xfrm>
          <a:prstGeom prst="line">
            <a:avLst/>
          </a:prstGeom>
          <a:noFill/>
          <a:ln w="381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3A62A1C-E4DA-E643-660B-BB82D7B9774C}"/>
              </a:ext>
            </a:extLst>
          </p:cNvPr>
          <p:cNvCxnSpPr>
            <a:cxnSpLocks/>
          </p:cNvCxnSpPr>
          <p:nvPr/>
        </p:nvCxnSpPr>
        <p:spPr>
          <a:xfrm>
            <a:off x="744629" y="1656931"/>
            <a:ext cx="1048992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3F14BB83-26F6-F81B-257F-AB1BDE8BC505}"/>
              </a:ext>
            </a:extLst>
          </p:cNvPr>
          <p:cNvCxnSpPr>
            <a:cxnSpLocks/>
          </p:cNvCxnSpPr>
          <p:nvPr/>
        </p:nvCxnSpPr>
        <p:spPr>
          <a:xfrm>
            <a:off x="744629" y="4079099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754A7B2-5729-37BA-4CC5-BFF820B38880}"/>
              </a:ext>
            </a:extLst>
          </p:cNvPr>
          <p:cNvSpPr txBox="1">
            <a:spLocks/>
          </p:cNvSpPr>
          <p:nvPr/>
        </p:nvSpPr>
        <p:spPr>
          <a:xfrm>
            <a:off x="744629" y="1649212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02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1E00338-5619-11A3-BAFF-7FB71EE17928}"/>
              </a:ext>
            </a:extLst>
          </p:cNvPr>
          <p:cNvSpPr txBox="1">
            <a:spLocks/>
          </p:cNvSpPr>
          <p:nvPr/>
        </p:nvSpPr>
        <p:spPr>
          <a:xfrm>
            <a:off x="744629" y="2870678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04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D7CD0002-0816-D81E-8E98-17B201F8556D}"/>
              </a:ext>
            </a:extLst>
          </p:cNvPr>
          <p:cNvSpPr txBox="1">
            <a:spLocks/>
          </p:cNvSpPr>
          <p:nvPr/>
        </p:nvSpPr>
        <p:spPr>
          <a:xfrm>
            <a:off x="744629" y="3261008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05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4ABBC89-EEC8-89D8-4B2B-F5F774610ECB}"/>
              </a:ext>
            </a:extLst>
          </p:cNvPr>
          <p:cNvSpPr txBox="1">
            <a:spLocks/>
          </p:cNvSpPr>
          <p:nvPr/>
        </p:nvSpPr>
        <p:spPr>
          <a:xfrm>
            <a:off x="744629" y="2462806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5E7236-32C8-A033-8F10-76C1A5930AEA}"/>
              </a:ext>
            </a:extLst>
          </p:cNvPr>
          <p:cNvSpPr txBox="1">
            <a:spLocks/>
          </p:cNvSpPr>
          <p:nvPr/>
        </p:nvSpPr>
        <p:spPr>
          <a:xfrm>
            <a:off x="744629" y="3666194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06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9207E7A-871B-C1C3-99AF-A6AB696537D6}"/>
              </a:ext>
            </a:extLst>
          </p:cNvPr>
          <p:cNvSpPr txBox="1">
            <a:spLocks/>
          </p:cNvSpPr>
          <p:nvPr/>
        </p:nvSpPr>
        <p:spPr>
          <a:xfrm>
            <a:off x="744629" y="1244026"/>
            <a:ext cx="720783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99B157-D785-0E02-B067-81348AF53B7D}"/>
              </a:ext>
            </a:extLst>
          </p:cNvPr>
          <p:cNvCxnSpPr>
            <a:cxnSpLocks/>
          </p:cNvCxnSpPr>
          <p:nvPr/>
        </p:nvCxnSpPr>
        <p:spPr>
          <a:xfrm flipV="1">
            <a:off x="744647" y="2452260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C43B979-0628-FFA5-3D81-2A6A3E21E52F}"/>
              </a:ext>
            </a:extLst>
          </p:cNvPr>
          <p:cNvCxnSpPr>
            <a:cxnSpLocks/>
          </p:cNvCxnSpPr>
          <p:nvPr/>
        </p:nvCxnSpPr>
        <p:spPr>
          <a:xfrm>
            <a:off x="744629" y="3268728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DD4D7D-C580-3745-9E64-E7C176966FB6}"/>
              </a:ext>
            </a:extLst>
          </p:cNvPr>
          <p:cNvCxnSpPr>
            <a:cxnSpLocks/>
          </p:cNvCxnSpPr>
          <p:nvPr/>
        </p:nvCxnSpPr>
        <p:spPr>
          <a:xfrm>
            <a:off x="744629" y="3673913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9CAA55-934B-FEA2-EA64-6A32CCB94014}"/>
              </a:ext>
            </a:extLst>
          </p:cNvPr>
          <p:cNvCxnSpPr>
            <a:cxnSpLocks/>
          </p:cNvCxnSpPr>
          <p:nvPr/>
        </p:nvCxnSpPr>
        <p:spPr>
          <a:xfrm flipV="1">
            <a:off x="744647" y="2863542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14" name="TextBox 2">
            <a:extLst>
              <a:ext uri="{FF2B5EF4-FFF2-40B4-BE49-F238E27FC236}">
                <a16:creationId xmlns:a16="http://schemas.microsoft.com/office/drawing/2014/main" id="{1A3158E1-7695-0C81-4A14-28927869505A}"/>
              </a:ext>
            </a:extLst>
          </p:cNvPr>
          <p:cNvSpPr txBox="1"/>
          <p:nvPr/>
        </p:nvSpPr>
        <p:spPr>
          <a:xfrm>
            <a:off x="1146100" y="1194089"/>
            <a:ext cx="10739400" cy="37850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/>
              <a:t>Scope, Purpose, Objective</a:t>
            </a:r>
          </a:p>
          <a:p>
            <a:pPr>
              <a:lnSpc>
                <a:spcPct val="150000"/>
              </a:lnSpc>
            </a:pPr>
            <a:r>
              <a:rPr lang="en-US"/>
              <a:t>(L3) </a:t>
            </a:r>
            <a:r>
              <a:rPr lang="en-US">
                <a:ea typeface="+mn-lt"/>
                <a:cs typeface="+mn-lt"/>
              </a:rPr>
              <a:t>Manage Service Orders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chemeClr val="accent2"/>
                </a:solidFill>
                <a:ea typeface="+mn-lt"/>
                <a:cs typeface="+mn-lt"/>
              </a:rPr>
              <a:t>BREAK – 10 Mins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</a:rPr>
              <a:t>(L3) Manage Service Orders (</a:t>
            </a:r>
            <a:r>
              <a:rPr lang="en-US" dirty="0" err="1">
                <a:solidFill>
                  <a:srgbClr val="000000"/>
                </a:solidFill>
              </a:rPr>
              <a:t>Cont</a:t>
            </a:r>
            <a:r>
              <a:rPr lang="en-US" dirty="0">
                <a:solidFill>
                  <a:srgbClr val="000000"/>
                </a:solidFill>
              </a:rPr>
              <a:t>.)</a:t>
            </a:r>
          </a:p>
          <a:p>
            <a:pPr>
              <a:lnSpc>
                <a:spcPct val="150000"/>
              </a:lnSpc>
            </a:pPr>
            <a:r>
              <a:rPr lang="en-US"/>
              <a:t>Future State Assumptions</a:t>
            </a:r>
          </a:p>
          <a:p>
            <a:pPr>
              <a:lnSpc>
                <a:spcPct val="150000"/>
              </a:lnSpc>
            </a:pPr>
            <a:r>
              <a:rPr lang="en-US"/>
              <a:t>FRICE-W</a:t>
            </a:r>
          </a:p>
          <a:p>
            <a:pPr>
              <a:lnSpc>
                <a:spcPct val="150000"/>
              </a:lnSpc>
            </a:pPr>
            <a:r>
              <a:rPr lang="en-US"/>
              <a:t>Drafted User Stories</a:t>
            </a:r>
          </a:p>
          <a:p>
            <a:pPr>
              <a:lnSpc>
                <a:spcPct val="150000"/>
              </a:lnSpc>
            </a:pPr>
            <a:r>
              <a:rPr lang="en-US"/>
              <a:t>Data Migration</a:t>
            </a:r>
          </a:p>
          <a:p>
            <a:pPr>
              <a:lnSpc>
                <a:spcPct val="150000"/>
              </a:lnSpc>
            </a:pPr>
            <a:r>
              <a:rPr lang="en-US"/>
              <a:t>Decisions, Action Items, Change Impacts, Wrap-Up, and Next Steps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CE3659-5291-DEDD-2F76-4488BBA28AFA}"/>
              </a:ext>
            </a:extLst>
          </p:cNvPr>
          <p:cNvCxnSpPr>
            <a:cxnSpLocks/>
          </p:cNvCxnSpPr>
          <p:nvPr/>
        </p:nvCxnSpPr>
        <p:spPr>
          <a:xfrm>
            <a:off x="744629" y="4484284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37498B5-50A6-1993-F4E6-D125CEC4558D}"/>
              </a:ext>
            </a:extLst>
          </p:cNvPr>
          <p:cNvSpPr txBox="1">
            <a:spLocks/>
          </p:cNvSpPr>
          <p:nvPr/>
        </p:nvSpPr>
        <p:spPr>
          <a:xfrm>
            <a:off x="744629" y="4071380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07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440C7EC6-DBBB-DA51-BFFF-8CA5BC63AD30}"/>
              </a:ext>
            </a:extLst>
          </p:cNvPr>
          <p:cNvSpPr txBox="1">
            <a:spLocks/>
          </p:cNvSpPr>
          <p:nvPr/>
        </p:nvSpPr>
        <p:spPr>
          <a:xfrm>
            <a:off x="744629" y="4476565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08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733F61-66C7-18F4-6938-676D88C48CC5}"/>
              </a:ext>
            </a:extLst>
          </p:cNvPr>
          <p:cNvCxnSpPr>
            <a:cxnSpLocks/>
          </p:cNvCxnSpPr>
          <p:nvPr/>
        </p:nvCxnSpPr>
        <p:spPr>
          <a:xfrm>
            <a:off x="744629" y="4883374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F47A323-8294-0E08-D343-EAD02302621C}"/>
              </a:ext>
            </a:extLst>
          </p:cNvPr>
          <p:cNvCxnSpPr>
            <a:cxnSpLocks/>
          </p:cNvCxnSpPr>
          <p:nvPr/>
        </p:nvCxnSpPr>
        <p:spPr>
          <a:xfrm>
            <a:off x="721009" y="2050718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42930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1D28-E381-D82D-4CE8-2AD86600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3667B-981C-A7C5-B405-AF1006A4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01</a:t>
            </a:r>
            <a:r>
              <a:rPr lang="en-US" sz="4250">
                <a:latin typeface="Montserrat"/>
              </a:rPr>
              <a:t> Scope, Purpose, Objective</a:t>
            </a:r>
            <a:br>
              <a:rPr lang="en-GB" sz="4400"/>
            </a:br>
            <a:br>
              <a:rPr lang="en-CA" sz="440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1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626BE-82DC-C3E0-175A-3A300D93E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40" y="272224"/>
            <a:ext cx="11375136" cy="609600"/>
          </a:xfrm>
        </p:spPr>
        <p:txBody>
          <a:bodyPr>
            <a:normAutofit/>
          </a:bodyPr>
          <a:lstStyle/>
          <a:p>
            <a:r>
              <a:rPr lang="en-US">
                <a:latin typeface="Montserrat"/>
              </a:rPr>
              <a:t>Scope, Purpose, Objectives</a:t>
            </a:r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41648DD-4218-4BE8-7835-E2FEC3AD90A5}"/>
              </a:ext>
            </a:extLst>
          </p:cNvPr>
          <p:cNvSpPr/>
          <p:nvPr/>
        </p:nvSpPr>
        <p:spPr>
          <a:xfrm>
            <a:off x="668741" y="1709382"/>
            <a:ext cx="3324971" cy="422664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8B61822E-C6DD-3567-E7D0-EB09E981B1A4}"/>
              </a:ext>
            </a:extLst>
          </p:cNvPr>
          <p:cNvSpPr/>
          <p:nvPr/>
        </p:nvSpPr>
        <p:spPr>
          <a:xfrm>
            <a:off x="4433248" y="1720754"/>
            <a:ext cx="3313065" cy="422664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62FBCF2D-842F-77C1-E421-560EFB911469}"/>
              </a:ext>
            </a:extLst>
          </p:cNvPr>
          <p:cNvSpPr/>
          <p:nvPr/>
        </p:nvSpPr>
        <p:spPr>
          <a:xfrm>
            <a:off x="8288740" y="1720753"/>
            <a:ext cx="3336877" cy="421474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F7AC8526-0BC0-5086-C656-0FB2FF4449F2}"/>
              </a:ext>
            </a:extLst>
          </p:cNvPr>
          <p:cNvSpPr/>
          <p:nvPr/>
        </p:nvSpPr>
        <p:spPr>
          <a:xfrm>
            <a:off x="663765" y="1101629"/>
            <a:ext cx="3325504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A89469BA-CFF6-D096-4A3C-61901337270E}"/>
              </a:ext>
            </a:extLst>
          </p:cNvPr>
          <p:cNvSpPr/>
          <p:nvPr/>
        </p:nvSpPr>
        <p:spPr>
          <a:xfrm>
            <a:off x="4428272" y="1101628"/>
            <a:ext cx="3325504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7D1D11F0-635C-A5D2-ABC6-26B771A1B782}"/>
              </a:ext>
            </a:extLst>
          </p:cNvPr>
          <p:cNvSpPr/>
          <p:nvPr/>
        </p:nvSpPr>
        <p:spPr>
          <a:xfrm>
            <a:off x="8343295" y="1101627"/>
            <a:ext cx="3277880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3488D4D5-5CD8-4795-9990-CE0CF387E5E3}"/>
              </a:ext>
            </a:extLst>
          </p:cNvPr>
          <p:cNvSpPr txBox="1"/>
          <p:nvPr/>
        </p:nvSpPr>
        <p:spPr>
          <a:xfrm>
            <a:off x="1132048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Scope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735DA-84BE-BABC-7597-E1E0AC846AEA}"/>
              </a:ext>
            </a:extLst>
          </p:cNvPr>
          <p:cNvSpPr txBox="1"/>
          <p:nvPr/>
        </p:nvSpPr>
        <p:spPr>
          <a:xfrm>
            <a:off x="4906329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Purpose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74CF1-E679-4FA2-4961-699915B99E26}"/>
              </a:ext>
            </a:extLst>
          </p:cNvPr>
          <p:cNvSpPr txBox="1"/>
          <p:nvPr/>
        </p:nvSpPr>
        <p:spPr>
          <a:xfrm>
            <a:off x="8752048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Objective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B2ECB-81D5-58D2-6118-D4651F04DC2A}"/>
              </a:ext>
            </a:extLst>
          </p:cNvPr>
          <p:cNvSpPr txBox="1"/>
          <p:nvPr/>
        </p:nvSpPr>
        <p:spPr>
          <a:xfrm>
            <a:off x="804175" y="1806066"/>
            <a:ext cx="3040854" cy="132343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Scope of this document covers the to-be state for Handle Order </a:t>
            </a: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Management between</a:t>
            </a:r>
            <a:r>
              <a:rPr lang="en-US" sz="1600" dirty="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 SAP Service Cloud v2 and SAP S4HANA</a:t>
            </a:r>
            <a:r>
              <a:rPr lang="en-US" sz="1600" dirty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222EA-B48B-A73B-8B97-C9D2C354B0CD}"/>
              </a:ext>
            </a:extLst>
          </p:cNvPr>
          <p:cNvSpPr txBox="1"/>
          <p:nvPr/>
        </p:nvSpPr>
        <p:spPr>
          <a:xfrm>
            <a:off x="4561049" y="1801867"/>
            <a:ext cx="3044942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Describe the process of </a:t>
            </a: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Handle Order</a:t>
            </a:r>
            <a:r>
              <a:rPr lang="en-US" sz="1600" dirty="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 Management</a:t>
            </a:r>
            <a:endParaRPr lang="en-US" sz="1600" dirty="0">
              <a:solidFill>
                <a:schemeClr val="bg1"/>
              </a:solidFill>
              <a:ea typeface="+mj-ea"/>
              <a:cs typeface="+mj-cs"/>
            </a:endParaRP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A8F84-D62C-19BE-A519-41A2E08899EA}"/>
              </a:ext>
            </a:extLst>
          </p:cNvPr>
          <p:cNvSpPr txBox="1"/>
          <p:nvPr/>
        </p:nvSpPr>
        <p:spPr>
          <a:xfrm>
            <a:off x="8418673" y="1801867"/>
            <a:ext cx="3128285" cy="4462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Offer a holistic view of all the key elements of the to-be process including organization/roles, configuration or customization if needed, data, reporting, security, and controls requirements. </a:t>
            </a:r>
            <a:endParaRPr lang="en-US">
              <a:solidFill>
                <a:schemeClr val="bg1"/>
              </a:solidFill>
              <a:latin typeface="Montserrat"/>
              <a:ea typeface="+mj-ea"/>
              <a:cs typeface="+mj-cs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Define the target-state ownership and L3 processes. 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Document key assumptions/decisions and outline any FRICE-W's and reports. </a:t>
            </a:r>
            <a:endParaRPr lang="en-US">
              <a:solidFill>
                <a:schemeClr val="bg1"/>
              </a:solidFill>
              <a:ea typeface="+mj-ea"/>
              <a:cs typeface="+mj-cs"/>
            </a:endParaRPr>
          </a:p>
          <a:p>
            <a:endParaRPr lang="en-US">
              <a:solidFill>
                <a:schemeClr val="bg1"/>
              </a:solidFill>
              <a:latin typeface="Montserrat"/>
              <a:ea typeface="+mj-ea"/>
              <a:cs typeface="+mj-cs"/>
            </a:endParaRPr>
          </a:p>
          <a:p>
            <a:endParaRPr lang="en-US" sz="100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0854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06D9-97D5-976B-6B7D-37ADA965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46CD-1144-6554-DF58-B2D391AF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>
                <a:latin typeface="Montserrat"/>
              </a:rPr>
              <a:t>Ownership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068F04F-6DFB-171B-FC7A-BD61AE783CD5}"/>
              </a:ext>
            </a:extLst>
          </p:cNvPr>
          <p:cNvSpPr txBox="1">
            <a:spLocks/>
          </p:cNvSpPr>
          <p:nvPr/>
        </p:nvSpPr>
        <p:spPr>
          <a:xfrm>
            <a:off x="535657" y="4756766"/>
            <a:ext cx="3749040" cy="158504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440" tIns="45720" rIns="91440" bIns="45720" anchor="t">
            <a:sp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Montserrat"/>
              </a:defRPr>
            </a:defPPr>
            <a:lvl1pPr>
              <a:spcAft>
                <a:spcPts val="1200"/>
              </a:spcAft>
              <a:defRPr sz="1200">
                <a:solidFill>
                  <a:schemeClr val="accent1"/>
                </a:solidFill>
                <a:latin typeface="Montserrat"/>
              </a:defRPr>
            </a:lvl1pPr>
            <a:lvl2pPr marL="233363" indent="-233363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–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2pPr>
            <a:lvl3pPr marL="457200" indent="-223838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•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3pPr>
            <a:lvl4pPr marL="690563" indent="-233363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–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4pPr>
            <a:lvl5pPr marL="914400" indent="-223838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5pPr>
            <a:lvl6pPr marL="921162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6pPr>
            <a:lvl7pPr marL="1102374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7pPr>
            <a:lvl8pPr marL="1283586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8pPr>
            <a:lvl9pPr marL="1464798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WORKSHOP FACILITATION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Facilitator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</a:t>
            </a:r>
            <a:r>
              <a:rPr lang="en-US" b="1">
                <a:solidFill>
                  <a:srgbClr val="000000"/>
                </a:solidFill>
              </a:rPr>
              <a:t>Jose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Diaz</a:t>
            </a:r>
            <a:r>
              <a:rPr lang="en-US" b="1">
                <a:solidFill>
                  <a:srgbClr val="000000"/>
                </a:solidFill>
              </a:rPr>
              <a:t>, Mohanta Das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IBM Scribe: </a:t>
            </a:r>
            <a:r>
              <a:rPr lang="en-US" sz="1200" b="1" dirty="0">
                <a:solidFill>
                  <a:srgbClr val="000000"/>
                </a:solidFill>
              </a:rPr>
              <a:t>Taylor </a:t>
            </a:r>
            <a:r>
              <a:rPr lang="en-US" sz="1200" b="1" dirty="0" err="1">
                <a:solidFill>
                  <a:srgbClr val="000000"/>
                </a:solidFill>
              </a:rPr>
              <a:t>Ilov</a:t>
            </a:r>
            <a:endParaRPr lang="en-US" sz="1200" b="1" dirty="0">
              <a:solidFill>
                <a:srgbClr val="000000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Change Impacts: </a:t>
            </a:r>
            <a:r>
              <a:rPr lang="en-US" b="1" dirty="0">
                <a:solidFill>
                  <a:srgbClr val="000000"/>
                </a:solidFill>
              </a:rPr>
              <a:t>Julie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Vandblarcum</a:t>
            </a:r>
            <a:r>
              <a:rPr lang="en-US" b="1" dirty="0">
                <a:solidFill>
                  <a:srgbClr val="000000"/>
                </a:solidFill>
              </a:rPr>
              <a:t>,</a:t>
            </a:r>
            <a:r>
              <a:rPr lang="en-US" dirty="0">
                <a:solidFill>
                  <a:srgbClr val="000000"/>
                </a:solidFill>
              </a:rPr>
              <a:t> </a:t>
            </a:r>
            <a:r>
              <a:rPr lang="en-US" b="1" dirty="0">
                <a:solidFill>
                  <a:srgbClr val="000000"/>
                </a:solidFill>
              </a:rPr>
              <a:t>Olivia Shen</a:t>
            </a:r>
            <a:endParaRPr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73676-BFE1-83AA-90C9-0699928A0949}"/>
              </a:ext>
            </a:extLst>
          </p:cNvPr>
          <p:cNvSpPr txBox="1"/>
          <p:nvPr/>
        </p:nvSpPr>
        <p:spPr>
          <a:xfrm>
            <a:off x="4298472" y="4756766"/>
            <a:ext cx="2482339" cy="14311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CE PARTICIPANTS</a:t>
            </a:r>
          </a:p>
          <a:p>
            <a:pPr marL="285750" indent="-285750">
              <a:buFont typeface="Arial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Global Process Owner: </a:t>
            </a:r>
            <a:br>
              <a:rPr lang="en-US" dirty="0"/>
            </a:br>
            <a:r>
              <a:rPr lang="en-US" sz="1200" b="1">
                <a:solidFill>
                  <a:srgbClr val="000000"/>
                </a:solidFill>
                <a:latin typeface="Montserrat"/>
              </a:rPr>
              <a:t>Jamie Charette​</a:t>
            </a:r>
            <a:endParaRPr lang="en-US" sz="1200" b="1"/>
          </a:p>
          <a:p>
            <a:pPr>
              <a:defRPr sz="1200">
                <a:latin typeface="Montserrat"/>
              </a:defRPr>
            </a:pPr>
            <a:endParaRPr lang="en-US" sz="1200" b="1" dirty="0">
              <a:solidFill>
                <a:srgbClr val="000000"/>
              </a:solidFill>
              <a:latin typeface="Montserra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,Sans-Serif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SMEs 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/>
              </a:rPr>
              <a:t> </a:t>
            </a:r>
            <a:endParaRPr lang="en-US" sz="1200" i="0" u="none" strike="noStrike" kern="1200" cap="none" spc="0" normalizeH="0" baseline="0" noProof="0" dirty="0">
              <a:ln>
                <a:noFill/>
              </a:ln>
              <a:solidFill>
                <a:srgbClr val="0067A4"/>
              </a:solidFill>
              <a:effectLst/>
              <a:uLnTx/>
              <a:uFillTx/>
              <a:latin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/>
              </a:rPr>
              <a:t> </a:t>
            </a:r>
            <a:endParaRPr lang="en-US" sz="1200" i="0" u="none" strike="noStrike" kern="1200" cap="none" spc="0" normalizeH="0" baseline="0" noProof="0" dirty="0">
              <a:ln>
                <a:noFill/>
              </a:ln>
              <a:solidFill>
                <a:srgbClr val="0067A4"/>
              </a:solidFill>
              <a:effectLst/>
              <a:uLnTx/>
              <a:uFillTx/>
              <a:latin typeface="Montserrat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7F055A7-BB2E-3BF1-B0E5-02D3240DD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523732"/>
              </p:ext>
            </p:extLst>
          </p:nvPr>
        </p:nvGraphicFramePr>
        <p:xfrm>
          <a:off x="420567" y="1240385"/>
          <a:ext cx="11599853" cy="1981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032">
                  <a:extLst>
                    <a:ext uri="{9D8B030D-6E8A-4147-A177-3AD203B41FA5}">
                      <a16:colId xmlns:a16="http://schemas.microsoft.com/office/drawing/2014/main" val="1046793142"/>
                    </a:ext>
                  </a:extLst>
                </a:gridCol>
                <a:gridCol w="1072893">
                  <a:extLst>
                    <a:ext uri="{9D8B030D-6E8A-4147-A177-3AD203B41FA5}">
                      <a16:colId xmlns:a16="http://schemas.microsoft.com/office/drawing/2014/main" val="1451434593"/>
                    </a:ext>
                  </a:extLst>
                </a:gridCol>
                <a:gridCol w="1743454">
                  <a:extLst>
                    <a:ext uri="{9D8B030D-6E8A-4147-A177-3AD203B41FA5}">
                      <a16:colId xmlns:a16="http://schemas.microsoft.com/office/drawing/2014/main" val="4290049925"/>
                    </a:ext>
                  </a:extLst>
                </a:gridCol>
                <a:gridCol w="2426208">
                  <a:extLst>
                    <a:ext uri="{9D8B030D-6E8A-4147-A177-3AD203B41FA5}">
                      <a16:colId xmlns:a16="http://schemas.microsoft.com/office/drawing/2014/main" val="3896140478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57838292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744401575"/>
                    </a:ext>
                  </a:extLst>
                </a:gridCol>
                <a:gridCol w="1273234">
                  <a:extLst>
                    <a:ext uri="{9D8B030D-6E8A-4147-A177-3AD203B41FA5}">
                      <a16:colId xmlns:a16="http://schemas.microsoft.com/office/drawing/2014/main" val="2844718432"/>
                    </a:ext>
                  </a:extLst>
                </a:gridCol>
              </a:tblGrid>
              <a:tr h="398063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Workshop/PDD 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1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2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3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Teams Impacted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Business Process Owner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Reviewer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717236"/>
                  </a:ext>
                </a:extLst>
              </a:tr>
              <a:tr h="772713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19.0 A-1 Handle Order Management</a:t>
                      </a:r>
                      <a:endParaRPr 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l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Manage Customer Service</a:t>
                      </a:r>
                      <a:endParaRPr lang="en-US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l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Handle Order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19.1 Manage Service 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Orders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Jamie Charette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243378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19.2 Process Outages &amp;  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Emergencies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Jamie Charette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  <a:endParaRPr 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84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63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1D28-E381-D82D-4CE8-2AD86600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3667B-981C-A7C5-B405-AF1006A4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766" y="4425702"/>
            <a:ext cx="6483035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02</a:t>
            </a:r>
            <a:r>
              <a:rPr lang="en-US" sz="4250">
                <a:latin typeface="Montserrat"/>
              </a:rPr>
              <a:t> (L3) Manage Service Orders</a:t>
            </a:r>
            <a:endParaRPr lang="en-US" sz="4250"/>
          </a:p>
        </p:txBody>
      </p:sp>
    </p:spTree>
    <p:extLst>
      <p:ext uri="{BB962C8B-B14F-4D97-AF65-F5344CB8AC3E}">
        <p14:creationId xmlns:p14="http://schemas.microsoft.com/office/powerpoint/2010/main" val="282806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EA6E-7A0A-9158-4C92-51094BED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C5F9E6-3576-ABCE-2B99-6F16E81FF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BREAK!  - 10 mins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8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E96CB-2C3E-3649-84C9-E047CD09F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B98184E-2065-B50A-5DE8-04BEA6B96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56" y="4427892"/>
            <a:ext cx="6515881" cy="1887074"/>
          </a:xfrm>
        </p:spPr>
        <p:txBody>
          <a:bodyPr/>
          <a:lstStyle/>
          <a:p>
            <a:r>
              <a:rPr lang="en-US" sz="4250" b="1" dirty="0">
                <a:latin typeface="Montserrat"/>
              </a:rPr>
              <a:t>03</a:t>
            </a:r>
            <a:r>
              <a:rPr lang="en-US" sz="4250" dirty="0">
                <a:latin typeface="Montserrat"/>
              </a:rPr>
              <a:t> (L3) </a:t>
            </a:r>
            <a:r>
              <a:rPr lang="en-US" sz="4400" dirty="0">
                <a:latin typeface="Montserrat"/>
              </a:rPr>
              <a:t>Manage Service </a:t>
            </a:r>
            <a:r>
              <a:rPr lang="en-US" sz="4400">
                <a:latin typeface="Montserrat"/>
              </a:rPr>
              <a:t>Orders (cont.)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260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EC69-23A8-5772-BEB9-B9ED0972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70A362-5F9D-E986-8A1E-DFA31FDD6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7796828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04</a:t>
            </a:r>
            <a:r>
              <a:rPr lang="en-US" sz="4250">
                <a:latin typeface="Montserrat"/>
              </a:rPr>
              <a:t> Assumptions for </a:t>
            </a:r>
            <a:r>
              <a:rPr lang="en-US" sz="4250" dirty="0">
                <a:latin typeface="Montserrat"/>
              </a:rPr>
              <a:t>Future State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0909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6A9F5-6FA5-6E90-4540-7E81EB75C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endParaRPr lang="en-US" sz="1800">
              <a:latin typeface="Montserrat"/>
            </a:endParaRP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r>
              <a:rPr lang="en-US" sz="1800">
                <a:latin typeface="Montserrat"/>
              </a:rPr>
              <a:t>Contact Accounts or Contracts will not be created in Service Cloud v2 individually. They will only be created during a move in process. </a:t>
            </a: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endParaRPr lang="en-US" sz="1800">
              <a:latin typeface="Montserrat"/>
            </a:endParaRP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r>
              <a:rPr lang="en-US" sz="1800">
                <a:latin typeface="Montserrat"/>
              </a:rPr>
              <a:t>Service Cloud will not expose PO box address fields as DQM does not validate those fields.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lang="en-US" sz="1800">
              <a:latin typeface="Montserrat"/>
            </a:endParaRP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r>
              <a:rPr lang="en-US" sz="1800">
                <a:latin typeface="Montserrat"/>
              </a:rPr>
              <a:t>Street 3 is used as the PMB (Private Mail Box) details. This field also does not get validated by DQM</a:t>
            </a: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endParaRPr lang="en-US" sz="1800">
              <a:latin typeface="Montserrat"/>
            </a:endParaRP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r>
              <a:rPr lang="en-US" sz="1800">
                <a:latin typeface="Montserrat"/>
              </a:rPr>
              <a:t>PO Box details get added onto the Street field for DQM validation </a:t>
            </a:r>
            <a:endParaRPr lang="en-US"/>
          </a:p>
          <a:p>
            <a:pPr marL="742950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800">
              <a:latin typeface="Montserrat"/>
            </a:endParaRPr>
          </a:p>
          <a:p>
            <a:pPr marL="742950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800">
              <a:latin typeface="Montserrat"/>
            </a:endParaRPr>
          </a:p>
          <a:p>
            <a:pPr marL="742950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800">
              <a:latin typeface="Montserra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12FBF-5B23-4CEF-91CF-208E41B8A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Assumptions for Future State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47FBA2-98A1-9143-4DF1-F8AAF299F6E9}"/>
              </a:ext>
            </a:extLst>
          </p:cNvPr>
          <p:cNvSpPr/>
          <p:nvPr/>
        </p:nvSpPr>
        <p:spPr>
          <a:xfrm>
            <a:off x="7629525" y="180975"/>
            <a:ext cx="2219325" cy="112395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/>
              </a:rPr>
              <a:t>Update</a:t>
            </a:r>
            <a:endParaRPr lang="en-US" sz="1000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92905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EDE2-C629-0ECC-E66B-8A4A13ED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97FD0F-3E1D-D644-5432-29FF22D04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05</a:t>
            </a:r>
            <a:r>
              <a:rPr lang="en-US" sz="4250" dirty="0">
                <a:latin typeface="Montserrat"/>
              </a:rPr>
              <a:t> </a:t>
            </a:r>
            <a:r>
              <a:rPr lang="en-US" sz="4400" dirty="0">
                <a:latin typeface="Montserrat"/>
              </a:rPr>
              <a:t>FRICE-W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72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0B024-5B2C-73D1-0F65-38C1CBB14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r>
              <a:rPr lang="en-US" sz="1800">
                <a:latin typeface="Montserrat"/>
              </a:rPr>
              <a:t>1. SPLATT Notification</a:t>
            </a:r>
            <a:endParaRPr lang="en-US"/>
          </a:p>
          <a:p>
            <a:r>
              <a:rPr lang="en-US" sz="1800">
                <a:latin typeface="Montserrat"/>
              </a:rPr>
              <a:t>2. Create Service Notification(s)</a:t>
            </a:r>
            <a:endParaRPr lang="en-US"/>
          </a:p>
          <a:p>
            <a:r>
              <a:rPr lang="en-US" sz="1800">
                <a:latin typeface="Montserrat"/>
              </a:rPr>
              <a:t>3. OMS Integration</a:t>
            </a:r>
            <a:endParaRPr lang="en-US"/>
          </a:p>
          <a:p>
            <a:r>
              <a:rPr lang="en-US" sz="1800">
                <a:latin typeface="Montserrat"/>
              </a:rPr>
              <a:t>4. OMAR integration (Dispatch view)?</a:t>
            </a:r>
            <a:endParaRPr lang="en-US"/>
          </a:p>
          <a:p>
            <a:r>
              <a:rPr lang="en-US" sz="1800">
                <a:latin typeface="Montserrat"/>
              </a:rPr>
              <a:t>5. Question Tree based type of order</a:t>
            </a:r>
            <a:endParaRPr lang="en-US"/>
          </a:p>
          <a:p>
            <a:r>
              <a:rPr lang="en-US" sz="1800">
                <a:latin typeface="Montserrat"/>
              </a:rPr>
              <a:t>6. Schedule orders</a:t>
            </a:r>
            <a:endParaRPr lang="en-US"/>
          </a:p>
          <a:p>
            <a:r>
              <a:rPr lang="en-US" sz="1800">
                <a:latin typeface="Montserrat"/>
              </a:rPr>
              <a:t>7. Streetlight outage and OSI ? </a:t>
            </a:r>
            <a:endParaRPr lang="en-US"/>
          </a:p>
          <a:p>
            <a:pPr marL="342900" indent="-342900">
              <a:buAutoNum type="arabicPeriod"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854201-7694-B80E-BB57-4FB9BB65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FRICE-W Identified</a:t>
            </a:r>
          </a:p>
        </p:txBody>
      </p:sp>
    </p:spTree>
    <p:extLst>
      <p:ext uri="{BB962C8B-B14F-4D97-AF65-F5344CB8AC3E}">
        <p14:creationId xmlns:p14="http://schemas.microsoft.com/office/powerpoint/2010/main" val="254538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E8D7-1EFB-05D1-51F6-7FE02C066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66E776-CABB-A883-38E3-FB62E686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07</a:t>
            </a:r>
            <a:r>
              <a:rPr lang="en-US" sz="4250">
                <a:latin typeface="Montserrat"/>
              </a:rPr>
              <a:t> Drafted </a:t>
            </a:r>
            <a:r>
              <a:rPr lang="en-US" sz="4400">
                <a:latin typeface="Montserrat"/>
              </a:rPr>
              <a:t>User Stories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1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9E81-EF5E-7959-2041-1D04A53FC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383F-4927-0444-587E-4284181D7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User Stories for Handle Order Management</a:t>
            </a: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D8FAA2-4B6C-BC4B-328F-08ECDE8FD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775343"/>
              </p:ext>
            </p:extLst>
          </p:nvPr>
        </p:nvGraphicFramePr>
        <p:xfrm>
          <a:off x="315310" y="1305034"/>
          <a:ext cx="11729970" cy="5373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458">
                  <a:extLst>
                    <a:ext uri="{9D8B030D-6E8A-4147-A177-3AD203B41FA5}">
                      <a16:colId xmlns:a16="http://schemas.microsoft.com/office/drawing/2014/main" val="808626716"/>
                    </a:ext>
                  </a:extLst>
                </a:gridCol>
                <a:gridCol w="758872">
                  <a:extLst>
                    <a:ext uri="{9D8B030D-6E8A-4147-A177-3AD203B41FA5}">
                      <a16:colId xmlns:a16="http://schemas.microsoft.com/office/drawing/2014/main" val="2583136349"/>
                    </a:ext>
                  </a:extLst>
                </a:gridCol>
                <a:gridCol w="754786">
                  <a:extLst>
                    <a:ext uri="{9D8B030D-6E8A-4147-A177-3AD203B41FA5}">
                      <a16:colId xmlns:a16="http://schemas.microsoft.com/office/drawing/2014/main" val="986637745"/>
                    </a:ext>
                  </a:extLst>
                </a:gridCol>
                <a:gridCol w="799337">
                  <a:extLst>
                    <a:ext uri="{9D8B030D-6E8A-4147-A177-3AD203B41FA5}">
                      <a16:colId xmlns:a16="http://schemas.microsoft.com/office/drawing/2014/main" val="1256446933"/>
                    </a:ext>
                  </a:extLst>
                </a:gridCol>
                <a:gridCol w="3368597">
                  <a:extLst>
                    <a:ext uri="{9D8B030D-6E8A-4147-A177-3AD203B41FA5}">
                      <a16:colId xmlns:a16="http://schemas.microsoft.com/office/drawing/2014/main" val="1397567261"/>
                    </a:ext>
                  </a:extLst>
                </a:gridCol>
                <a:gridCol w="5407920">
                  <a:extLst>
                    <a:ext uri="{9D8B030D-6E8A-4147-A177-3AD203B41FA5}">
                      <a16:colId xmlns:a16="http://schemas.microsoft.com/office/drawing/2014/main" val="1493299998"/>
                    </a:ext>
                  </a:extLst>
                </a:gridCol>
              </a:tblGrid>
              <a:tr h="1901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L1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L2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L3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L4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User Story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Acceptance Criteria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48898239"/>
                  </a:ext>
                </a:extLst>
              </a:tr>
              <a:tr h="12607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Manage Customer Service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Handle Order Management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Service Notifications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Create Service Request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>
                          <a:effectLst/>
                        </a:rPr>
                        <a:t>As an SAP Customer Service Representative, I want to process Service Notifications within Handle Order Management under Manage Customer Service, so that I can timely capture and initiate service-related activities.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>
                          <a:effectLst/>
                        </a:rPr>
                        <a:t>1. Able to capture basic details for service request creation.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3.Able to validate entries before submitting the service request.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4.Able to save the service request as draft.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5.Able to submit the service request for processing.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6.Able to cancel service request creation before submission.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7.Able to edit the service request prior to submission.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8.Able to view confirmation after creating the service request.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9.Able to build Security roles and perform testing.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10.Able to identify Risk and Controls</a:t>
                      </a:r>
                      <a:endParaRPr lang="en-US" sz="9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3973512"/>
                  </a:ext>
                </a:extLst>
              </a:tr>
              <a:tr h="14008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Manage Customer Service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Handle Order Management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Service Notifications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Create Service Order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As an SAP Customer Service Representative, I want to manage Service Notifications within Handle Order Management so that I can efficiently transition customer issues into actionable follow-up activities and track progress.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>
                          <a:effectLst/>
                        </a:rPr>
                        <a:t>1. Able to start a new service order creation.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3.Able to link the service order to the originating notification.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4.Able to save the service order successfully.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5.Able to submit the service order for processing.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6.Able to modify entered details before saving.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7.Able to cancel the creation before saving.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8.Able to view the created service order from the notification.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9.Able to receive confirmation of service order creation.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10.Able to build Security roles and perform testing.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11.Able to identify Risk and Controls</a:t>
                      </a:r>
                      <a:endParaRPr lang="en-US" sz="9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2059250"/>
                  </a:ext>
                </a:extLst>
              </a:tr>
              <a:tr h="12607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Manage Customer Service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Handle Order Management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Service Notifications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Service order - Create/Change/Display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>
                          <a:effectLst/>
                        </a:rPr>
                        <a:t>As an SAP Customer Service representative, I want to manage Service Notifications within customer service order management so that I can efficiently initiate, maintain, and review related service orders to resolve customer issues promptly.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>
                          <a:effectLst/>
                        </a:rPr>
                        <a:t>1. Able to change an existing service order.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3.Able to display an existing service order.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4.Able to create a service order from a service notification.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5.Able to change a service order linked to a service notification.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6.Able to display a service order linked to a service notification.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7.Able to open a service order in change mode.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8.Able to open a service order in display mode.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9.Able to build Security roles and perform testing.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10.Able to identify Risk and Controls</a:t>
                      </a:r>
                      <a:endParaRPr lang="en-US" sz="9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48082860"/>
                  </a:ext>
                </a:extLst>
              </a:tr>
              <a:tr h="12607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Manage Customer Service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Handle Order Management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Service Notifications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>
                          <a:effectLst/>
                        </a:rPr>
                        <a:t>Create/Modify meter reads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>
                          <a:effectLst/>
                        </a:rPr>
                        <a:t>As an SAP Customer Service Representative, I want to manage Service Notifications by creating and modifying meter reads within Handle Order Management so that customer service activities are accurately documented and actionable.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>
                          <a:effectLst/>
                        </a:rPr>
                        <a:t>1. Able to create a new meter read within the service notification.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3.Able to modify an existing meter read within the service notification.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4.Able to select a meter read for modification.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5.Able to save a newly created meter read.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6.Able to save changes to a modified meter read.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7.Able to associate a created meter read with the current service notification.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8.Able to review the updated meter read within the service notification.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9.Able to build Security roles and perform testing.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10.Able to identify Risk and Controls</a:t>
                      </a:r>
                      <a:endParaRPr lang="en-US" sz="9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567346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3D3953F-B72A-0C5E-28EA-472BAADEA2FB}"/>
              </a:ext>
            </a:extLst>
          </p:cNvPr>
          <p:cNvSpPr txBox="1"/>
          <p:nvPr/>
        </p:nvSpPr>
        <p:spPr>
          <a:xfrm>
            <a:off x="413060" y="1047045"/>
            <a:ext cx="9418320" cy="25391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b="1">
                <a:latin typeface="Montserrat"/>
              </a:rPr>
              <a:t>Please note, this is just a drafted starting point we will leverage to formulate our actual user stories and acceptance criteria</a:t>
            </a:r>
            <a:endParaRPr lang="en-US" sz="1050" b="1" err="1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1820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4918839-C2B4-DE01-C0BC-B9EA86B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5130418-35EB-D35C-512F-CF63AE52F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544" y="5127738"/>
            <a:ext cx="6613591" cy="612967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08</a:t>
            </a:r>
            <a:r>
              <a:rPr lang="en-US" sz="4250">
                <a:latin typeface="Montserrat"/>
              </a:rPr>
              <a:t> 3</a:t>
            </a:r>
            <a:r>
              <a:rPr lang="en-US" sz="4250" baseline="30000">
                <a:latin typeface="Montserrat"/>
              </a:rPr>
              <a:t>rd</a:t>
            </a:r>
            <a:r>
              <a:rPr lang="en-US" sz="4250">
                <a:latin typeface="Montserrat"/>
              </a:rPr>
              <a:t> Party Integration </a:t>
            </a:r>
            <a:br>
              <a:rPr lang="en-US" sz="4250"/>
            </a:br>
            <a:endParaRPr lang="en-US" sz="42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E568AE-5A89-D970-9770-3B24B136EA57}"/>
              </a:ext>
            </a:extLst>
          </p:cNvPr>
          <p:cNvSpPr/>
          <p:nvPr/>
        </p:nvSpPr>
        <p:spPr>
          <a:xfrm>
            <a:off x="6819900" y="561975"/>
            <a:ext cx="3924300" cy="2600325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Remove?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4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8B1C4-66C6-E4C5-33CB-E873CE8B0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8750B-80A9-3759-00E2-7796EC771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122" y="5046940"/>
            <a:ext cx="6270458" cy="1072100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08 </a:t>
            </a:r>
            <a:r>
              <a:rPr lang="en-US" sz="4250">
                <a:latin typeface="Montserrat"/>
              </a:rPr>
              <a:t>Data Migration</a:t>
            </a:r>
            <a:endParaRPr lang="en-US" sz="4250"/>
          </a:p>
        </p:txBody>
      </p:sp>
    </p:spTree>
    <p:extLst>
      <p:ext uri="{BB962C8B-B14F-4D97-AF65-F5344CB8AC3E}">
        <p14:creationId xmlns:p14="http://schemas.microsoft.com/office/powerpoint/2010/main" val="205250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8E552-A664-270D-D320-04C752E55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0EE52-89F9-8837-0A7E-2CEF9D6BF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en-US" sz="1800" b="1">
                <a:latin typeface="Montserrat"/>
              </a:rPr>
              <a:t>CRMD_ACTIVITY_H</a:t>
            </a:r>
            <a:endParaRPr lang="en-US" sz="1800" b="1"/>
          </a:p>
          <a:p>
            <a:pPr>
              <a:spcBef>
                <a:spcPts val="0"/>
              </a:spcBef>
            </a:pPr>
            <a:r>
              <a:rPr lang="en-US" sz="1800" b="1">
                <a:latin typeface="Montserrat"/>
              </a:rPr>
              <a:t>CRMD_ORDERADM_H</a:t>
            </a:r>
            <a:endParaRPr lang="en-US" sz="1800" b="1"/>
          </a:p>
          <a:p>
            <a:pPr>
              <a:spcBef>
                <a:spcPts val="0"/>
              </a:spcBef>
            </a:pPr>
            <a:r>
              <a:rPr lang="en-US" sz="1800" b="1">
                <a:latin typeface="Montserrat"/>
              </a:rPr>
              <a:t>CRMD_ORDERADM_I</a:t>
            </a:r>
          </a:p>
          <a:p>
            <a:pPr>
              <a:spcBef>
                <a:spcPts val="0"/>
              </a:spcBef>
            </a:pPr>
            <a:r>
              <a:rPr lang="en-US" sz="1800" b="1">
                <a:latin typeface="Montserrat"/>
              </a:rPr>
              <a:t>CRMV_LINKPARTNER</a:t>
            </a: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5DCA3-1176-A063-C84B-C1B74490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Potential Tables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9819C6-88CB-8EDB-2E75-AB8F3943CBE5}"/>
              </a:ext>
            </a:extLst>
          </p:cNvPr>
          <p:cNvSpPr/>
          <p:nvPr/>
        </p:nvSpPr>
        <p:spPr>
          <a:xfrm>
            <a:off x="7629525" y="180975"/>
            <a:ext cx="2219325" cy="112395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latin typeface="Montserrat"/>
              </a:rPr>
              <a:t>Update </a:t>
            </a:r>
            <a:endParaRPr lang="en-US" sz="1000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5827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602E-2C3B-4F08-5E75-F752CAE78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502" y="3148509"/>
            <a:ext cx="6270458" cy="2490996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09 </a:t>
            </a:r>
            <a:r>
              <a:rPr lang="en-US" sz="4250" dirty="0">
                <a:latin typeface="Montserrat"/>
              </a:rPr>
              <a:t>Decisions, </a:t>
            </a:r>
            <a:br>
              <a:rPr lang="en-US" sz="4250" dirty="0">
                <a:latin typeface="Montserrat"/>
              </a:rPr>
            </a:br>
            <a:r>
              <a:rPr lang="en-US" sz="4250" dirty="0">
                <a:latin typeface="Montserrat"/>
              </a:rPr>
              <a:t>Action Items, </a:t>
            </a:r>
            <a:br>
              <a:rPr lang="en-US" sz="4250" dirty="0">
                <a:latin typeface="Montserrat"/>
              </a:rPr>
            </a:br>
            <a:r>
              <a:rPr lang="en-US" sz="4250" dirty="0">
                <a:latin typeface="Montserrat"/>
              </a:rPr>
              <a:t>Change Impacts, Wrap-Up &amp; Next Steps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5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5619D-0B81-725C-05C0-A444FD63F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AD21A1-7636-1E92-BA74-97C118A0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562" y="6316519"/>
            <a:ext cx="609601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67" b="0" i="0" kern="1200" baseline="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69B7C6-3FEA-7848-A062-37F8F6368D00}" type="slidenum">
              <a:rPr kumimoji="0" lang="en-US" sz="1067" b="0" i="0" u="none" strike="noStrike" kern="1200" cap="none" spc="0" normalizeH="0" baseline="0" noProof="0" smtClean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241765-29E7-B65E-EF47-99994A77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28" y="-140006"/>
            <a:ext cx="11375136" cy="609600"/>
          </a:xfrm>
        </p:spPr>
        <p:txBody>
          <a:bodyPr/>
          <a:lstStyle/>
          <a:p>
            <a:r>
              <a:rPr lang="en-US" sz="2000" b="1">
                <a:latin typeface="Montserrat"/>
              </a:rPr>
              <a:t>Program Charging	(CE Internal Only)			</a:t>
            </a:r>
            <a:endParaRPr lang="en-US" sz="1600" b="1">
              <a:latin typeface="Montserrat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3C419A-8C28-8621-94F2-6BC57951C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28" y="552364"/>
            <a:ext cx="11769344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The Change &amp; Why: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We need to track O&amp;M costs more precisely. OCM and Data Conversion must be charged separately from End User Training and from Design/Build/Deployment work. This change is retroactive from February for Accounting, Rate case discovery, and audit. 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Ask: 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Pls follow the instructions below that apply to you based on your staffing category on the </a:t>
            </a:r>
            <a:r>
              <a:rPr kumimoji="0" lang="en-US" alt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LaunchPad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program. It is critical to track costs in the correct cost buckets.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Business Partner (BP) Core Team (Use SAP*):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Continue 100% allocation as before. (BP&amp;A handles this automatically behind the scenes and no time entry is needed except for the two scenarios below) 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OCM and Data Conversion activities; Use SAP to bill IO 6520973.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End User Training; Use SAP to bill IO 6519532.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IT Core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lvl="2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0000"/>
                </a:solidFill>
                <a:highlight>
                  <a:srgbClr val="FFFF00"/>
                </a:highlight>
                <a:latin typeface="Arial"/>
                <a:cs typeface="Arial"/>
              </a:rPr>
              <a:t>S4- Customer – Design/Development/Testing/Deploy Clarity Task</a:t>
            </a:r>
            <a:endParaRPr lang="en-US" altLang="en-US" sz="1100">
              <a:solidFill>
                <a:srgbClr val="000000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Clarity Timesheets will now be used for time charging, and the allocation mechanism is discontinued. Submit timesheets from February 2nd for a one-time catchup.  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Separate tasks for OCM, End User Training, and Data Conversion are available; Find them using keywords OCM, End User Training, and Data Conversion and charge them as applicable.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Extended BP Team (use SAP*):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6520973 for OCM and Data Conversion.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6519532 for End User Training.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Use new IO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6521411 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for all other tasks.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Extended IT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S4- Customer – Design/Development/Testing/Deploy Clarity Task</a:t>
            </a:r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specific tasks for OCM, End User Training, and Data Conversion; ID the tasks using the keywords OCM, End User Training, and Data Conversion.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other tasks as appropriate.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*SAP Timesheet Submission Instructions (for BPs)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Follow ESS steps (screen shot below): 1. Open ESS timesheet. 2. Enter IO number in work order field. 3. Select WORK code under ATT-ABS. 4. Add OCM, End User Training, or Data Conversion in comments. 5. Enter hours worked.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E62B9E-43CB-BEB2-4EBC-D41DFC90D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40" y="5670487"/>
            <a:ext cx="9777075" cy="55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5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6x9 PowertPoint Template-CE-Jan.2019-AFC">
  <a:themeElements>
    <a:clrScheme name="2024 Color Pallette">
      <a:dk1>
        <a:srgbClr val="000000"/>
      </a:dk1>
      <a:lt1>
        <a:srgbClr val="FFFEFE"/>
      </a:lt1>
      <a:dk2>
        <a:srgbClr val="454947"/>
      </a:dk2>
      <a:lt2>
        <a:srgbClr val="E3E4E3"/>
      </a:lt2>
      <a:accent1>
        <a:srgbClr val="0067A4"/>
      </a:accent1>
      <a:accent2>
        <a:srgbClr val="84BE41"/>
      </a:accent2>
      <a:accent3>
        <a:srgbClr val="E3E4E3"/>
      </a:accent3>
      <a:accent4>
        <a:srgbClr val="23425F"/>
      </a:accent4>
      <a:accent5>
        <a:srgbClr val="F5BB25"/>
      </a:accent5>
      <a:accent6>
        <a:srgbClr val="B4B4B3"/>
      </a:accent6>
      <a:hlink>
        <a:srgbClr val="0067A4"/>
      </a:hlink>
      <a:folHlink>
        <a:srgbClr val="B4B4B3"/>
      </a:folHlink>
    </a:clrScheme>
    <a:fontScheme name="2024 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>
          <a:solidFill>
            <a:schemeClr val="tx2"/>
          </a:solidFill>
        </a:ln>
        <a:effectLst/>
      </a:spPr>
      <a:bodyPr rtlCol="0" anchor="ctr"/>
      <a:lstStyle>
        <a:defPPr algn="ctr">
          <a:defRPr sz="1000" dirty="0">
            <a:latin typeface="Montserrat" pitchFamily="2" charset="77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>
        <a:spAutoFit/>
      </a:bodyPr>
      <a:lstStyle>
        <a:defPPr algn="l">
          <a:defRPr sz="1000" dirty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4 All Purpose PowerPoint Template.potx" id="{84CB3BC2-CE68-044F-9772-13EBC42BCB48}" vid="{4FEEE54B-C9A9-9B47-9C99-2B91212D142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1e0a56-4899-4cce-a214-5e425f318dcb">
      <Terms xmlns="http://schemas.microsoft.com/office/infopath/2007/PartnerControls"/>
    </lcf76f155ced4ddcb4097134ff3c332f>
    <TaxCatchAll xmlns="2c7fe448-207e-4aca-804d-051f84c484d7">
      <Value>4</Value>
    </TaxCatchAll>
    <i0f84bba906045b4af568ee102a52dcb xmlns="2c7fe448-207e-4aca-804d-051f84c484d7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COR-104 Policies and Procedures</TermName>
          <TermId xmlns="http://schemas.microsoft.com/office/infopath/2007/PartnerControls">23fe8a5f-9220-44d9-ae32-6aebd451fecc</TermId>
        </TermInfo>
      </Terms>
    </i0f84bba906045b4af568ee102a52dcb>
    <RSC_x0020_Event_x0020_Date xmlns="a433be04-1063-452b-9ab8-ba06373cb7c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5E4EB0480BDD4BA0725FDA835A98E9" ma:contentTypeVersion="12" ma:contentTypeDescription="Create a new document." ma:contentTypeScope="" ma:versionID="a7e85cd843c542c305e66a5ac0a6561c">
  <xsd:schema xmlns:xsd="http://www.w3.org/2001/XMLSchema" xmlns:xs="http://www.w3.org/2001/XMLSchema" xmlns:p="http://schemas.microsoft.com/office/2006/metadata/properties" xmlns:ns2="a433be04-1063-452b-9ab8-ba06373cb7cb" xmlns:ns3="2c7fe448-207e-4aca-804d-051f84c484d7" xmlns:ns4="301e0a56-4899-4cce-a214-5e425f318dcb" targetNamespace="http://schemas.microsoft.com/office/2006/metadata/properties" ma:root="true" ma:fieldsID="30d58687421f0a6c39a35b55d9f36047" ns2:_="" ns3:_="" ns4:_="">
    <xsd:import namespace="a433be04-1063-452b-9ab8-ba06373cb7cb"/>
    <xsd:import namespace="2c7fe448-207e-4aca-804d-051f84c484d7"/>
    <xsd:import namespace="301e0a56-4899-4cce-a214-5e425f318dcb"/>
    <xsd:element name="properties">
      <xsd:complexType>
        <xsd:sequence>
          <xsd:element name="documentManagement">
            <xsd:complexType>
              <xsd:all>
                <xsd:element ref="ns2:RSC_x0020_Event_x0020_Date" minOccurs="0"/>
                <xsd:element ref="ns3:i0f84bba906045b4af568ee102a52dcb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DateTaken" minOccurs="0"/>
                <xsd:element ref="ns4:lcf76f155ced4ddcb4097134ff3c332f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33be04-1063-452b-9ab8-ba06373cb7cb" elementFormDefault="qualified">
    <xsd:import namespace="http://schemas.microsoft.com/office/2006/documentManagement/types"/>
    <xsd:import namespace="http://schemas.microsoft.com/office/infopath/2007/PartnerControls"/>
    <xsd:element name="RSC_x0020_Event_x0020_Date" ma:index="2" nillable="true" ma:displayName="RSC Event Date" ma:default="" ma:description="This is used for retention purpose" ma:format="DateOnly" ma:internalName="RSC_x0020_Event_x0020_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7fe448-207e-4aca-804d-051f84c484d7" elementFormDefault="qualified">
    <xsd:import namespace="http://schemas.microsoft.com/office/2006/documentManagement/types"/>
    <xsd:import namespace="http://schemas.microsoft.com/office/infopath/2007/PartnerControls"/>
    <xsd:element name="i0f84bba906045b4af568ee102a52dcb" ma:index="10" nillable="true" ma:taxonomy="true" ma:internalName="i0f84bba906045b4af568ee102a52dcb" ma:taxonomyFieldName="RevIMBCS" ma:displayName="Record Series Code" ma:indexed="true" ma:default="1;#Default RSC|9a6b99e8-c984-4e1f-adbd-d33c0db777c9" ma:fieldId="{20f84bba-9060-45b4-af56-8ee102a52dcb}" ma:sspId="eeb413d7-29a7-49c8-b3b9-887ddee13f64" ma:termSetId="7f59b463-bd21-44ec-893d-1d24de4ba12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1" nillable="true" ma:displayName="Taxonomy Catch All Column" ma:hidden="true" ma:list="{0ec71dd2-9a89-4594-bd42-1ef39577ba0a}" ma:internalName="TaxCatchAll" ma:showField="CatchAllData" ma:web="2c7fe448-207e-4aca-804d-051f84c484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1e0a56-4899-4cce-a214-5e425f318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eb413d7-29a7-49c8-b3b9-887ddee13f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eeb413d7-29a7-49c8-b3b9-887ddee13f64" ContentTypeId="0x01" PreviousValue="false"/>
</file>

<file path=customXml/itemProps1.xml><?xml version="1.0" encoding="utf-8"?>
<ds:datastoreItem xmlns:ds="http://schemas.openxmlformats.org/officeDocument/2006/customXml" ds:itemID="{6934203E-F84F-42A1-BE7F-2ED863C99AA5}">
  <ds:schemaRefs>
    <ds:schemaRef ds:uri="a433be04-1063-452b-9ab8-ba06373cb7cb"/>
    <ds:schemaRef ds:uri="http://purl.org/dc/dcmitype/"/>
    <ds:schemaRef ds:uri="http://purl.org/dc/elements/1.1/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301e0a56-4899-4cce-a214-5e425f318dcb"/>
    <ds:schemaRef ds:uri="2c7fe448-207e-4aca-804d-051f84c484d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E5C41F0-1A8C-4F27-98CC-41CB6F8C0276}">
  <ds:schemaRefs>
    <ds:schemaRef ds:uri="2c7fe448-207e-4aca-804d-051f84c484d7"/>
    <ds:schemaRef ds:uri="301e0a56-4899-4cce-a214-5e425f318dcb"/>
    <ds:schemaRef ds:uri="a433be04-1063-452b-9ab8-ba06373cb7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ADCFE08-E000-4E3C-9310-2C6D30497FD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0F335610-4AA4-4FE7-AF91-F45CC40938C5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6016</Words>
  <Application>Microsoft Office PowerPoint</Application>
  <PresentationFormat>Widescreen</PresentationFormat>
  <Paragraphs>1420</Paragraphs>
  <Slides>20</Slides>
  <Notes>2</Notes>
  <HiddenSlides>1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Office Theme</vt:lpstr>
      <vt:lpstr>16x9 PowertPoint Template-CE-Jan.2019-AFC</vt:lpstr>
      <vt:lpstr>Handle Order Management Workshop A-1  Jose Diaz and Mohanta Das 7/14/26</vt:lpstr>
      <vt:lpstr>Overarching Design Principles</vt:lpstr>
      <vt:lpstr>PowerPoint Presentation</vt:lpstr>
      <vt:lpstr>01 Scope, Purpose, Objective  </vt:lpstr>
      <vt:lpstr>Scope, Purpose, Objectives</vt:lpstr>
      <vt:lpstr>Ownership</vt:lpstr>
      <vt:lpstr>02 (L3) Manage Service Orders</vt:lpstr>
      <vt:lpstr>BREAK!  - 10 mins</vt:lpstr>
      <vt:lpstr>03 (L3) Manage Service Orders (cont.)</vt:lpstr>
      <vt:lpstr>04 Assumptions for Future State</vt:lpstr>
      <vt:lpstr>Assumptions for Future State</vt:lpstr>
      <vt:lpstr>05 FRICE-W</vt:lpstr>
      <vt:lpstr>FRICE-W Identified</vt:lpstr>
      <vt:lpstr>07 Drafted User Stories</vt:lpstr>
      <vt:lpstr>User Stories for Handle Order Management</vt:lpstr>
      <vt:lpstr>08 3rd Party Integration  </vt:lpstr>
      <vt:lpstr>08 Data Migration</vt:lpstr>
      <vt:lpstr>Potential Tables</vt:lpstr>
      <vt:lpstr>09 Decisions,  Action Items,  Change Impacts, Wrap-Up &amp; Next Steps</vt:lpstr>
      <vt:lpstr>Program Charging (CE Internal Only)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Diaz</dc:creator>
  <cp:lastModifiedBy>DAWN M PETTENGILL</cp:lastModifiedBy>
  <cp:revision>436</cp:revision>
  <dcterms:created xsi:type="dcterms:W3CDTF">2026-04-30T14:24:24Z</dcterms:created>
  <dcterms:modified xsi:type="dcterms:W3CDTF">2026-06-01T17:55:02Z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0x010100E85E4EB0480BDD4BA0725FDA835A98E9</vt:lpwstr>
  </property>
  <property fmtid="{D5CDD505-2E9C-101B-9397-08002B2CF9AE}" pid="3" name="MediaServiceImageTags">
    <vt:lpwstr/>
  </property>
  <property fmtid="{D5CDD505-2E9C-101B-9397-08002B2CF9AE}" pid="4" name="RevIMBCS">
    <vt:lpwstr>4;#COR-104 Policies and Procedures|23fe8a5f-9220-44d9-ae32-6aebd451fecc</vt:lpwstr>
  </property>
</Properties>
</file>