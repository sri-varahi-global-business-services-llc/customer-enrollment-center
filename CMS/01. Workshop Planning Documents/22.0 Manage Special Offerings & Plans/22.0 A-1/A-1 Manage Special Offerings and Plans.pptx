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FFF0_1996B2E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85" r:id="rId6"/>
  </p:sldMasterIdLst>
  <p:notesMasterIdLst>
    <p:notesMasterId r:id="rId27"/>
  </p:notesMasterIdLst>
  <p:sldIdLst>
    <p:sldId id="268" r:id="rId7"/>
    <p:sldId id="305" r:id="rId8"/>
    <p:sldId id="2147483632" r:id="rId9"/>
    <p:sldId id="295" r:id="rId10"/>
    <p:sldId id="2147483637" r:id="rId11"/>
    <p:sldId id="280" r:id="rId12"/>
    <p:sldId id="258" r:id="rId13"/>
    <p:sldId id="291" r:id="rId14"/>
    <p:sldId id="281" r:id="rId15"/>
    <p:sldId id="2147483643" r:id="rId16"/>
    <p:sldId id="2147483642" r:id="rId17"/>
    <p:sldId id="2147483639" r:id="rId18"/>
    <p:sldId id="261" r:id="rId19"/>
    <p:sldId id="2147483641" r:id="rId20"/>
    <p:sldId id="270" r:id="rId21"/>
    <p:sldId id="271" r:id="rId22"/>
    <p:sldId id="256" r:id="rId23"/>
    <p:sldId id="262" r:id="rId24"/>
    <p:sldId id="257" r:id="rId25"/>
    <p:sldId id="21474828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56B50B-91B3-483C-BE05-FE0EDD9856A7}">
          <p14:sldIdLst>
            <p14:sldId id="268"/>
            <p14:sldId id="305"/>
            <p14:sldId id="2147483632"/>
            <p14:sldId id="295"/>
            <p14:sldId id="2147483637"/>
            <p14:sldId id="280"/>
            <p14:sldId id="258"/>
            <p14:sldId id="291"/>
            <p14:sldId id="281"/>
            <p14:sldId id="2147483643"/>
            <p14:sldId id="2147483642"/>
            <p14:sldId id="2147483639"/>
            <p14:sldId id="261"/>
            <p14:sldId id="2147483641"/>
            <p14:sldId id="270"/>
            <p14:sldId id="271"/>
            <p14:sldId id="256"/>
            <p14:sldId id="262"/>
            <p14:sldId id="257"/>
            <p14:sldId id="2147482861"/>
          </p14:sldIdLst>
        </p14:section>
        <p14:section name="Graveyard" id="{6A0FE7CB-C75F-47F8-8DB4-A309BCF33C4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054E2A-988F-FF15-C981-8B792429B072}" name="DAWN M PETTENGILL" initials="DP" userId="S::DAWN.PETTENGILL@cmsenergy.com::6c3e7221-c014-41df-9963-eb44707bad46" providerId="AD"/>
  <p188:author id="{DE9ACA47-3EA9-04A0-C6C5-013CFC6955FC}" name="Jose Diaz" initials="JD" userId="S::jose.diaz@cmsenergy.com::517cb5ef-6fb8-49bc-8303-535c95eee28f" providerId="AD"/>
  <p188:author id="{63114D57-0809-584E-AAB2-61DBCC96837E}" name="Shibu Devapalan Prabha" initials="SD" userId="S::Shibu.DevapalanPrabha@cmsenergy.com::183e8b0d-c241-4499-bcd3-c8d01511828f" providerId="AD"/>
  <p188:author id="{F71F5868-14A0-AE0D-85D4-64A03FE904D8}" name="Taylor Ilov" initials="" userId="S::Taylor.Ilov@ibm.com::43dc5e75-7824-4f8d-a1aa-508c4d2ae3d7" providerId="AD"/>
  <p188:author id="{213F0180-4E89-B86B-F6E1-E03B7518BAE5}" name="Taylor Ilov" initials="TI" userId="S::taylor.ilov@ibm.com::43dc5e75-7824-4f8d-a1aa-508c4d2ae3d7" providerId="AD"/>
  <p188:author id="{55932883-5CB1-84AB-7BEE-79D4FF9FD896}" name="DAWN M PETTENGILL" initials="DP" userId="S::dawn.pettengill@cmsenergy.com::6c3e7221-c014-41df-9963-eb44707bad46" providerId="AD"/>
  <p188:author id="{06E22CA2-C0F8-AC46-CA2A-3E2B1B6644D3}" name="Taylor Ilov" initials="TI" userId="S::taylor.ilov@cmsenergy.com::b3e8fa34-e639-4d12-a6dc-5e3032b39fb7" providerId="AD"/>
  <p188:author id="{501AB7E2-9689-D00B-6C95-3A5D410786DE}" name="Jose Diaz" initials="JD" userId="S::jose.diaz2@ibm.com::9b29bd53-f7fb-41c2-aeba-4f48f8f2c2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23174-A1C9-D4CC-F77A-AA2D9889D947}" v="123" dt="2026-06-15T03:42:28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Ilov" userId="S::taylor.ilov@cmsenergy.com::b3e8fa34-e639-4d12-a6dc-5e3032b39fb7" providerId="AD" clId="Web-{B23F50C1-F81E-DCA0-2696-560A2F5A8108}"/>
    <pc:docChg chg="addSld delSld modSld sldOrd modSection">
      <pc:chgData name="Taylor Ilov" userId="S::taylor.ilov@cmsenergy.com::b3e8fa34-e639-4d12-a6dc-5e3032b39fb7" providerId="AD" clId="Web-{B23F50C1-F81E-DCA0-2696-560A2F5A8108}" dt="2026-06-01T14:58:50.022" v="526"/>
      <pc:docMkLst>
        <pc:docMk/>
      </pc:docMkLst>
      <pc:sldChg chg="modSp">
        <pc:chgData name="Taylor Ilov" userId="S::taylor.ilov@cmsenergy.com::b3e8fa34-e639-4d12-a6dc-5e3032b39fb7" providerId="AD" clId="Web-{B23F50C1-F81E-DCA0-2696-560A2F5A8108}" dt="2026-06-01T14:24:16.842" v="446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B23F50C1-F81E-DCA0-2696-560A2F5A8108}" dt="2026-06-01T14:24:16.842" v="446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24:22.545" v="449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B23F50C1-F81E-DCA0-2696-560A2F5A8108}" dt="2026-06-01T14:24:22.545" v="449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4:13:33.613" v="38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B23F50C1-F81E-DCA0-2696-560A2F5A8108}" dt="2026-06-01T14:13:33.613" v="38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addSp modSp">
        <pc:chgData name="Taylor Ilov" userId="S::taylor.ilov@cmsenergy.com::b3e8fa34-e639-4d12-a6dc-5e3032b39fb7" providerId="AD" clId="Web-{B23F50C1-F81E-DCA0-2696-560A2F5A8108}" dt="2026-06-01T14:15:37.087" v="440" actId="20577"/>
        <pc:sldMkLst>
          <pc:docMk/>
          <pc:sldMk cId="3258273975" sldId="262"/>
        </pc:sldMkLst>
        <pc:spChg chg="add mod">
          <ac:chgData name="Taylor Ilov" userId="S::taylor.ilov@cmsenergy.com::b3e8fa34-e639-4d12-a6dc-5e3032b39fb7" providerId="AD" clId="Web-{B23F50C1-F81E-DCA0-2696-560A2F5A8108}" dt="2026-06-01T14:15:37.087" v="440" actId="20577"/>
          <ac:spMkLst>
            <pc:docMk/>
            <pc:sldMk cId="3258273975" sldId="262"/>
            <ac:spMk id="5" creationId="{839819C6-88CB-8EDB-2E75-AB8F3943CBE5}"/>
          </ac:spMkLst>
        </pc:spChg>
      </pc:sldChg>
      <pc:sldChg chg="modSp">
        <pc:chgData name="Taylor Ilov" userId="S::taylor.ilov@cmsenergy.com::b3e8fa34-e639-4d12-a6dc-5e3032b39fb7" providerId="AD" clId="Web-{B23F50C1-F81E-DCA0-2696-560A2F5A8108}" dt="2026-06-01T13:21:27.158" v="2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B23F50C1-F81E-DCA0-2696-560A2F5A8108}" dt="2026-06-01T13:21:27.158" v="2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58:50.022" v="526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B23F50C1-F81E-DCA0-2696-560A2F5A8108}" dt="2026-06-01T14:58:35.506" v="524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addSp modSp mod modShow">
        <pc:chgData name="Taylor Ilov" userId="S::taylor.ilov@cmsenergy.com::b3e8fa34-e639-4d12-a6dc-5e3032b39fb7" providerId="AD" clId="Web-{B23F50C1-F81E-DCA0-2696-560A2F5A8108}" dt="2026-06-01T14:24:12.779" v="445"/>
        <pc:sldMkLst>
          <pc:docMk/>
          <pc:sldMk cId="3351640754" sldId="273"/>
        </pc:sldMkLst>
        <pc:spChg chg="add mod">
          <ac:chgData name="Taylor Ilov" userId="S::taylor.ilov@cmsenergy.com::b3e8fa34-e639-4d12-a6dc-5e3032b39fb7" providerId="AD" clId="Web-{B23F50C1-F81E-DCA0-2696-560A2F5A8108}" dt="2026-06-01T14:15:24.633" v="438" actId="14100"/>
          <ac:spMkLst>
            <pc:docMk/>
            <pc:sldMk cId="3351640754" sldId="273"/>
            <ac:spMk id="2" creationId="{C1E568AE-5A89-D970-9770-3B24B136EA57}"/>
          </ac:spMkLst>
        </pc:spChg>
      </pc:sldChg>
      <pc:sldChg chg="modSp add">
        <pc:chgData name="Taylor Ilov" userId="S::taylor.ilov@cmsenergy.com::b3e8fa34-e639-4d12-a6dc-5e3032b39fb7" providerId="AD" clId="Web-{B23F50C1-F81E-DCA0-2696-560A2F5A8108}" dt="2026-06-01T13:48:21.678" v="259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B23F50C1-F81E-DCA0-2696-560A2F5A8108}" dt="2026-06-01T13:47:52.426" v="24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7:28.066" v="234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B23F50C1-F81E-DCA0-2696-560A2F5A8108}" dt="2026-06-01T13:48:21.678" v="2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B23F50C1-F81E-DCA0-2696-560A2F5A8108}" dt="2026-06-01T14:13:40.082" v="390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B23F50C1-F81E-DCA0-2696-560A2F5A8108}" dt="2026-06-01T14:13:40.082" v="390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add">
        <pc:chgData name="Taylor Ilov" userId="S::taylor.ilov@cmsenergy.com::b3e8fa34-e639-4d12-a6dc-5e3032b39fb7" providerId="AD" clId="Web-{B23F50C1-F81E-DCA0-2696-560A2F5A8108}" dt="2026-06-01T13:21:46.221" v="23"/>
        <pc:sldMkLst>
          <pc:docMk/>
          <pc:sldMk cId="1110191763" sldId="305"/>
        </pc:sldMkLst>
      </pc:sldChg>
      <pc:sldChg chg="addSp delSp modSp">
        <pc:chgData name="Taylor Ilov" userId="S::taylor.ilov@cmsenergy.com::b3e8fa34-e639-4d12-a6dc-5e3032b39fb7" providerId="AD" clId="Web-{B23F50C1-F81E-DCA0-2696-560A2F5A8108}" dt="2026-06-01T14:24:03.951" v="444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B23F50C1-F81E-DCA0-2696-560A2F5A8108}" dt="2026-06-01T14:15:59.525" v="441" actId="20577"/>
          <ac:spMkLst>
            <pc:docMk/>
            <pc:sldMk cId="429306594" sldId="2147483632"/>
            <ac:spMk id="14" creationId="{1A3158E1-7695-0C81-4A14-28927869505A}"/>
          </ac:spMkLst>
        </pc:spChg>
        <pc:cxnChg chg="mod">
          <ac:chgData name="Taylor Ilov" userId="S::taylor.ilov@cmsenergy.com::b3e8fa34-e639-4d12-a6dc-5e3032b39fb7" providerId="AD" clId="Web-{B23F50C1-F81E-DCA0-2696-560A2F5A8108}" dt="2026-06-01T14:24:03.951" v="444" actId="1076"/>
          <ac:cxnSpMkLst>
            <pc:docMk/>
            <pc:sldMk cId="429306594" sldId="2147483632"/>
            <ac:cxnSpMk id="16" creationId="{28733F61-66C7-18F4-6938-676D88C48CC5}"/>
          </ac:cxnSpMkLst>
        </pc:cxnChg>
      </pc:sldChg>
      <pc:sldChg chg="modSp">
        <pc:chgData name="Taylor Ilov" userId="S::taylor.ilov@cmsenergy.com::b3e8fa34-e639-4d12-a6dc-5e3032b39fb7" providerId="AD" clId="Web-{B23F50C1-F81E-DCA0-2696-560A2F5A8108}" dt="2026-06-01T13:49:19.180" v="311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B23F50C1-F81E-DCA0-2696-560A2F5A8108}" dt="2026-06-01T13:48:47.601" v="288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B23F50C1-F81E-DCA0-2696-560A2F5A8108}" dt="2026-06-01T13:49:19.180" v="3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addSp modSp ord">
        <pc:chgData name="Taylor Ilov" userId="S::taylor.ilov@cmsenergy.com::b3e8fa34-e639-4d12-a6dc-5e3032b39fb7" providerId="AD" clId="Web-{B23F50C1-F81E-DCA0-2696-560A2F5A8108}" dt="2026-06-01T14:14:24.256" v="406"/>
        <pc:sldMkLst>
          <pc:docMk/>
          <pc:sldMk cId="1929058891" sldId="2147483639"/>
        </pc:sldMkLst>
        <pc:spChg chg="add mod">
          <ac:chgData name="Taylor Ilov" userId="S::taylor.ilov@cmsenergy.com::b3e8fa34-e639-4d12-a6dc-5e3032b39fb7" providerId="AD" clId="Web-{B23F50C1-F81E-DCA0-2696-560A2F5A8108}" dt="2026-06-01T14:14:02.255" v="401" actId="20577"/>
          <ac:spMkLst>
            <pc:docMk/>
            <pc:sldMk cId="1929058891" sldId="2147483639"/>
            <ac:spMk id="3" creationId="{3647FBA2-98A1-9143-4DF1-F8AAF299F6E9}"/>
          </ac:spMkLst>
        </pc:spChg>
      </pc:sldChg>
      <pc:sldChg chg="addSp delSp modSp">
        <pc:chgData name="Taylor Ilov" userId="S::taylor.ilov@cmsenergy.com::b3e8fa34-e639-4d12-a6dc-5e3032b39fb7" providerId="AD" clId="Web-{B23F50C1-F81E-DCA0-2696-560A2F5A8108}" dt="2026-06-01T14:24:57.624" v="458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B23F50C1-F81E-DCA0-2696-560A2F5A8108}" dt="2026-06-01T14:24:53.234" v="457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Taylor Ilov" userId="S::taylor.ilov@cmsenergy.com::b3e8fa34-e639-4d12-a6dc-5e3032b39fb7" providerId="AD" clId="Web-{85F3C456-8B4D-EC70-9C90-360635DF6369}"/>
    <pc:docChg chg="delSld modSld modSection">
      <pc:chgData name="Taylor Ilov" userId="S::taylor.ilov@cmsenergy.com::b3e8fa34-e639-4d12-a6dc-5e3032b39fb7" providerId="AD" clId="Web-{85F3C456-8B4D-EC70-9C90-360635DF6369}" dt="2026-05-21T12:45:51.571" v="5"/>
      <pc:docMkLst>
        <pc:docMk/>
      </pc:docMkLst>
      <pc:sldChg chg="addSp">
        <pc:chgData name="Taylor Ilov" userId="S::taylor.ilov@cmsenergy.com::b3e8fa34-e639-4d12-a6dc-5e3032b39fb7" providerId="AD" clId="Web-{85F3C456-8B4D-EC70-9C90-360635DF6369}" dt="2026-05-21T12:45:51.571" v="5"/>
        <pc:sldMkLst>
          <pc:docMk/>
          <pc:sldMk cId="3852294437" sldId="268"/>
        </pc:sldMkLst>
      </pc:sldChg>
      <pc:sldChg chg="addSp delSp">
        <pc:chgData name="Taylor Ilov" userId="S::taylor.ilov@cmsenergy.com::b3e8fa34-e639-4d12-a6dc-5e3032b39fb7" providerId="AD" clId="Web-{85F3C456-8B4D-EC70-9C90-360635DF6369}" dt="2026-05-21T12:45:50.399" v="4"/>
        <pc:sldMkLst>
          <pc:docMk/>
          <pc:sldMk cId="3351640754" sldId="273"/>
        </pc:sldMkLst>
      </pc:sldChg>
    </pc:docChg>
  </pc:docChgLst>
  <pc:docChgLst>
    <pc:chgData name="Taylor Ilov" userId="S::taylor.ilov@cmsenergy.com::b3e8fa34-e639-4d12-a6dc-5e3032b39fb7" providerId="AD" clId="Web-{210A9902-F20C-6A31-AFE2-3845EE1D1744}"/>
    <pc:docChg chg="delSld modSld sldOrd modSection">
      <pc:chgData name="Taylor Ilov" userId="S::taylor.ilov@cmsenergy.com::b3e8fa34-e639-4d12-a6dc-5e3032b39fb7" providerId="AD" clId="Web-{210A9902-F20C-6A31-AFE2-3845EE1D1744}" dt="2026-06-01T15:48:34.904" v="589" actId="20577"/>
      <pc:docMkLst>
        <pc:docMk/>
      </pc:docMkLst>
      <pc:sldChg chg="modSp">
        <pc:chgData name="Taylor Ilov" userId="S::taylor.ilov@cmsenergy.com::b3e8fa34-e639-4d12-a6dc-5e3032b39fb7" providerId="AD" clId="Web-{210A9902-F20C-6A31-AFE2-3845EE1D1744}" dt="2026-06-01T15:44:35.334" v="370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210A9902-F20C-6A31-AFE2-3845EE1D1744}" dt="2026-06-01T15:44:35.334" v="370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8.615" v="371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210A9902-F20C-6A31-AFE2-3845EE1D1744}" dt="2026-06-01T15:44:38.615" v="371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06.333" v="345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210A9902-F20C-6A31-AFE2-3845EE1D1744}" dt="2026-06-01T15:44:06.333" v="345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9.068" v="368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210A9902-F20C-6A31-AFE2-3845EE1D1744}" dt="2026-06-01T15:44:29.068" v="368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27:10.511" v="8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210A9902-F20C-6A31-AFE2-3845EE1D1744}" dt="2026-06-01T15:27:10.511" v="8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32.271" v="369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210A9902-F20C-6A31-AFE2-3845EE1D1744}" dt="2026-06-01T15:44:32.271" v="369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210A9902-F20C-6A31-AFE2-3845EE1D1744}" dt="2026-06-01T15:48:34.904" v="589" actId="20577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210A9902-F20C-6A31-AFE2-3845EE1D1744}" dt="2026-06-01T15:48:34.904" v="589" actId="20577"/>
          <ac:spMkLst>
            <pc:docMk/>
            <pc:sldMk cId="2218206800" sldId="271"/>
            <ac:spMk id="2" creationId="{FADA383F-4927-0444-587E-4284181D7C5E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8:02.372" v="569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2:48.595" v="293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210A9902-F20C-6A31-AFE2-3845EE1D1744}" dt="2026-06-01T15:42:48.595" v="293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2:31.438" v="27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210A9902-F20C-6A31-AFE2-3845EE1D1744}" dt="2026-06-01T15:42:26.047" v="276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210A9902-F20C-6A31-AFE2-3845EE1D1744}" dt="2026-06-01T15:44:11.849" v="355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210A9902-F20C-6A31-AFE2-3845EE1D1744}" dt="2026-06-01T15:44:11.849" v="355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ord">
        <pc:chgData name="Taylor Ilov" userId="S::taylor.ilov@cmsenergy.com::b3e8fa34-e639-4d12-a6dc-5e3032b39fb7" providerId="AD" clId="Web-{210A9902-F20C-6A31-AFE2-3845EE1D1744}" dt="2026-06-01T15:44:16.317" v="356"/>
        <pc:sldMkLst>
          <pc:docMk/>
          <pc:sldMk cId="1963681403" sldId="291"/>
        </pc:sldMkLst>
      </pc:sldChg>
      <pc:sldChg chg="delSp modSp">
        <pc:chgData name="Taylor Ilov" userId="S::taylor.ilov@cmsenergy.com::b3e8fa34-e639-4d12-a6dc-5e3032b39fb7" providerId="AD" clId="Web-{210A9902-F20C-6A31-AFE2-3845EE1D1744}" dt="2026-06-01T15:43:57.176" v="33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210A9902-F20C-6A31-AFE2-3845EE1D1744}" dt="2026-06-01T15:43:53.426" v="335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210A9902-F20C-6A31-AFE2-3845EE1D1744}" dt="2026-06-01T15:43:41.410" v="334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39:06.018" v="40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210A9902-F20C-6A31-AFE2-3845EE1D1744}" dt="2026-06-01T15:38:59.158" v="3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210A9902-F20C-6A31-AFE2-3845EE1D1744}" dt="2026-06-01T15:39:06.018" v="40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6:30.776" v="422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210A9902-F20C-6A31-AFE2-3845EE1D1744}" dt="2026-06-01T15:46:30.776" v="422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210A9902-F20C-6A31-AFE2-3845EE1D1744}" dt="2026-06-01T15:44:25.740" v="367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210A9902-F20C-6A31-AFE2-3845EE1D1744}" dt="2026-06-01T15:44:25.740" v="367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Jose Diaz" userId="S::jose.diaz@cmsenergy.com::517cb5ef-6fb8-49bc-8303-535c95eee28f" providerId="AD" clId="Web-{AEDAA0FF-21AD-C6AD-5175-EB7225DEC29F}"/>
    <pc:docChg chg="addSld delSld modSld sldOrd modSection">
      <pc:chgData name="Jose Diaz" userId="S::jose.diaz@cmsenergy.com::517cb5ef-6fb8-49bc-8303-535c95eee28f" providerId="AD" clId="Web-{AEDAA0FF-21AD-C6AD-5175-EB7225DEC29F}" dt="2026-05-22T17:26:00.954" v="1226" actId="20577"/>
      <pc:docMkLst>
        <pc:docMk/>
      </pc:docMkLst>
      <pc:sldChg chg="modSp">
        <pc:chgData name="Jose Diaz" userId="S::jose.diaz@cmsenergy.com::517cb5ef-6fb8-49bc-8303-535c95eee28f" providerId="AD" clId="Web-{AEDAA0FF-21AD-C6AD-5175-EB7225DEC29F}" dt="2026-05-22T12:45:31.474" v="972" actId="20577"/>
        <pc:sldMkLst>
          <pc:docMk/>
          <pc:sldMk cId="2545389575" sldId="2147483641"/>
        </pc:sldMkLst>
        <pc:spChg chg="mod">
          <ac:chgData name="Jose Diaz" userId="S::jose.diaz@cmsenergy.com::517cb5ef-6fb8-49bc-8303-535c95eee28f" providerId="AD" clId="Web-{AEDAA0FF-21AD-C6AD-5175-EB7225DEC29F}" dt="2026-05-22T12:45:31.474" v="972" actId="20577"/>
          <ac:spMkLst>
            <pc:docMk/>
            <pc:sldMk cId="2545389575" sldId="2147483641"/>
            <ac:spMk id="4" creationId="{5B50B024-5B2C-73D1-0F65-38C1CBB14B5B}"/>
          </ac:spMkLst>
        </pc:spChg>
      </pc:sldChg>
    </pc:docChg>
  </pc:docChgLst>
  <pc:docChgLst>
    <pc:chgData name="DAWN M PETTENGILL" userId="6c3e7221-c014-41df-9963-eb44707bad46" providerId="ADAL" clId="{29FA3F86-359B-4B62-8DF6-5E1FAB534B2A}"/>
    <pc:docChg chg="custSel modSld">
      <pc:chgData name="DAWN M PETTENGILL" userId="6c3e7221-c014-41df-9963-eb44707bad46" providerId="ADAL" clId="{29FA3F86-359B-4B62-8DF6-5E1FAB534B2A}" dt="2026-05-29T17:57:02.330" v="94" actId="5793"/>
      <pc:docMkLst>
        <pc:docMk/>
      </pc:docMkLst>
      <pc:sldChg chg="modSp mod">
        <pc:chgData name="DAWN M PETTENGILL" userId="6c3e7221-c014-41df-9963-eb44707bad46" providerId="ADAL" clId="{29FA3F86-359B-4B62-8DF6-5E1FAB534B2A}" dt="2026-05-29T17:57:02.330" v="94" actId="5793"/>
        <pc:sldMkLst>
          <pc:docMk/>
          <pc:sldMk cId="2218206800" sldId="271"/>
        </pc:sldMkLst>
        <pc:graphicFrameChg chg="mod modGraphic">
          <ac:chgData name="DAWN M PETTENGILL" userId="6c3e7221-c014-41df-9963-eb44707bad46" providerId="ADAL" clId="{29FA3F86-359B-4B62-8DF6-5E1FAB534B2A}" dt="2026-05-29T17:57:02.330" v="94" actId="5793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</pc:docChg>
  </pc:docChgLst>
  <pc:docChgLst>
    <pc:chgData name="Jose Diaz" userId="S::jose.diaz@cmsenergy.com::517cb5ef-6fb8-49bc-8303-535c95eee28f" providerId="AD" clId="Web-{0BFEBDF3-A953-9ECD-3F19-B39A69B823B9}"/>
    <pc:docChg chg="addSld delSld modSld sldOrd modSection">
      <pc:chgData name="Jose Diaz" userId="S::jose.diaz@cmsenergy.com::517cb5ef-6fb8-49bc-8303-535c95eee28f" providerId="AD" clId="Web-{0BFEBDF3-A953-9ECD-3F19-B39A69B823B9}" dt="2026-05-23T21:13:25.658" v="386" actId="20577"/>
      <pc:docMkLst>
        <pc:docMk/>
      </pc:docMkLst>
      <pc:sldChg chg="modSp">
        <pc:chgData name="Jose Diaz" userId="S::jose.diaz@cmsenergy.com::517cb5ef-6fb8-49bc-8303-535c95eee28f" providerId="AD" clId="Web-{0BFEBDF3-A953-9ECD-3F19-B39A69B823B9}" dt="2026-05-23T21:13:25.658" v="386" actId="20577"/>
        <pc:sldMkLst>
          <pc:docMk/>
          <pc:sldMk cId="1929058891" sldId="2147483639"/>
        </pc:sldMkLst>
        <pc:spChg chg="mod">
          <ac:chgData name="Jose Diaz" userId="S::jose.diaz@cmsenergy.com::517cb5ef-6fb8-49bc-8303-535c95eee28f" providerId="AD" clId="Web-{0BFEBDF3-A953-9ECD-3F19-B39A69B823B9}" dt="2026-05-23T21:13:25.658" v="386" actId="20577"/>
          <ac:spMkLst>
            <pc:docMk/>
            <pc:sldMk cId="1929058891" sldId="2147483639"/>
            <ac:spMk id="4" creationId="{C736A9F5-6FA5-6E90-4540-7E81EB75C05C}"/>
          </ac:spMkLst>
        </pc:spChg>
      </pc:sldChg>
    </pc:docChg>
  </pc:docChgLst>
  <pc:docChgLst>
    <pc:chgData name="Taylor Ilov" userId="S::taylor.ilov@cmsenergy.com::b3e8fa34-e639-4d12-a6dc-5e3032b39fb7" providerId="AD" clId="Web-{E1F79A72-DA0D-D5F5-8913-92835685BCFC}"/>
    <pc:docChg chg="addSld modSld sldOrd modSection">
      <pc:chgData name="Taylor Ilov" userId="S::taylor.ilov@cmsenergy.com::b3e8fa34-e639-4d12-a6dc-5e3032b39fb7" providerId="AD" clId="Web-{E1F79A72-DA0D-D5F5-8913-92835685BCFC}" dt="2026-06-01T15:23:04.250" v="558" actId="20577"/>
      <pc:docMkLst>
        <pc:docMk/>
      </pc:docMkLst>
      <pc:sldChg chg="modSp">
        <pc:chgData name="Taylor Ilov" userId="S::taylor.ilov@cmsenergy.com::b3e8fa34-e639-4d12-a6dc-5e3032b39fb7" providerId="AD" clId="Web-{E1F79A72-DA0D-D5F5-8913-92835685BCFC}" dt="2026-06-01T15:22:57.578" v="555" actId="20577"/>
        <pc:sldMkLst>
          <pc:docMk/>
          <pc:sldMk cId="2052507368" sldId="256"/>
        </pc:sldMkLst>
        <pc:spChg chg="mod">
          <ac:chgData name="Taylor Ilov" userId="S::taylor.ilov@cmsenergy.com::b3e8fa34-e639-4d12-a6dc-5e3032b39fb7" providerId="AD" clId="Web-{E1F79A72-DA0D-D5F5-8913-92835685BCFC}" dt="2026-06-01T15:22:57.578" v="555" actId="20577"/>
          <ac:spMkLst>
            <pc:docMk/>
            <pc:sldMk cId="2052507368" sldId="256"/>
            <ac:spMk id="2" creationId="{D9B8750B-80A9-3759-00E2-7796EC77173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3:04.250" v="558" actId="20577"/>
        <pc:sldMkLst>
          <pc:docMk/>
          <pc:sldMk cId="274954407" sldId="257"/>
        </pc:sldMkLst>
        <pc:spChg chg="mod">
          <ac:chgData name="Taylor Ilov" userId="S::taylor.ilov@cmsenergy.com::b3e8fa34-e639-4d12-a6dc-5e3032b39fb7" providerId="AD" clId="Web-{E1F79A72-DA0D-D5F5-8913-92835685BCFC}" dt="2026-06-01T15:23:04.250" v="558" actId="20577"/>
          <ac:spMkLst>
            <pc:docMk/>
            <pc:sldMk cId="274954407" sldId="257"/>
            <ac:spMk id="2" creationId="{E34B602E-2C3B-4F08-5E75-F752CAE78886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0:10.337" v="517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E1F79A72-DA0D-D5F5-8913-92835685BCFC}" dt="2026-06-01T15:20:10.337" v="517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2.890" v="553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E1F79A72-DA0D-D5F5-8913-92835685BCFC}" dt="2026-06-01T15:22:52.890" v="553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2:34.467" v="10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E1F79A72-DA0D-D5F5-8913-92835685BCFC}" dt="2026-06-01T15:02:34.467" v="10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22:55.359" v="554" actId="20577"/>
        <pc:sldMkLst>
          <pc:docMk/>
          <pc:sldMk cId="1180415898" sldId="270"/>
        </pc:sldMkLst>
        <pc:spChg chg="mod">
          <ac:chgData name="Taylor Ilov" userId="S::taylor.ilov@cmsenergy.com::b3e8fa34-e639-4d12-a6dc-5e3032b39fb7" providerId="AD" clId="Web-{E1F79A72-DA0D-D5F5-8913-92835685BCFC}" dt="2026-06-01T15:22:55.359" v="554" actId="20577"/>
          <ac:spMkLst>
            <pc:docMk/>
            <pc:sldMk cId="1180415898" sldId="270"/>
            <ac:spMk id="7" creationId="{0C66E776-CABB-A883-38E3-FB62E6868850}"/>
          </ac:spMkLst>
        </pc:spChg>
      </pc:sldChg>
      <pc:sldChg chg="addSp delSp modSp">
        <pc:chgData name="Taylor Ilov" userId="S::taylor.ilov@cmsenergy.com::b3e8fa34-e639-4d12-a6dc-5e3032b39fb7" providerId="AD" clId="Web-{E1F79A72-DA0D-D5F5-8913-92835685BCFC}" dt="2026-06-01T15:08:33.685" v="110"/>
        <pc:sldMkLst>
          <pc:docMk/>
          <pc:sldMk cId="2218206800" sldId="271"/>
        </pc:sldMkLst>
        <pc:graphicFrameChg chg="mod modGraphic">
          <ac:chgData name="Taylor Ilov" userId="S::taylor.ilov@cmsenergy.com::b3e8fa34-e639-4d12-a6dc-5e3032b39fb7" providerId="AD" clId="Web-{E1F79A72-DA0D-D5F5-8913-92835685BCFC}" dt="2026-06-01T15:08:33.685" v="110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addSp delSp modSp">
        <pc:chgData name="Taylor Ilov" userId="S::taylor.ilov@cmsenergy.com::b3e8fa34-e639-4d12-a6dc-5e3032b39fb7" providerId="AD" clId="Web-{E1F79A72-DA0D-D5F5-8913-92835685BCFC}" dt="2026-06-01T15:14:53.122" v="397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E1F79A72-DA0D-D5F5-8913-92835685BCFC}" dt="2026-06-01T15:14:36.840" v="386" actId="20577"/>
          <ac:spMkLst>
            <pc:docMk/>
            <pc:sldMk cId="3692638522" sldId="280"/>
            <ac:spMk id="3" creationId="{58573676-BFE1-83AA-90C9-0699928A0949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4:53.122" v="397" actId="20577"/>
          <ac:spMkLst>
            <pc:docMk/>
            <pc:sldMk cId="3692638522" sldId="280"/>
            <ac:spMk id="8" creationId="{F068F04F-6DFB-171B-FC7A-BD61AE783CD5}"/>
          </ac:spMkLst>
        </pc:spChg>
        <pc:graphicFrameChg chg="mod modGraphic">
          <ac:chgData name="Taylor Ilov" userId="S::taylor.ilov@cmsenergy.com::b3e8fa34-e639-4d12-a6dc-5e3032b39fb7" providerId="AD" clId="Web-{E1F79A72-DA0D-D5F5-8913-92835685BCFC}" dt="2026-06-01T15:14:13.995" v="372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 ord">
        <pc:chgData name="Taylor Ilov" userId="S::taylor.ilov@cmsenergy.com::b3e8fa34-e639-4d12-a6dc-5e3032b39fb7" providerId="AD" clId="Web-{E1F79A72-DA0D-D5F5-8913-92835685BCFC}" dt="2026-06-01T15:20:19.509" v="518" actId="1076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E1F79A72-DA0D-D5F5-8913-92835685BCFC}" dt="2026-06-01T15:20:19.509" v="518" actId="1076"/>
          <ac:spMkLst>
            <pc:docMk/>
            <pc:sldMk cId="12600196" sldId="281"/>
            <ac:spMk id="7" creationId="{EB98184E-2065-B50A-5DE8-04BEA6B96B3C}"/>
          </ac:spMkLst>
        </pc:spChg>
      </pc:sldChg>
      <pc:sldChg chg="addSp modSp">
        <pc:chgData name="Taylor Ilov" userId="S::taylor.ilov@cmsenergy.com::b3e8fa34-e639-4d12-a6dc-5e3032b39fb7" providerId="AD" clId="Web-{E1F79A72-DA0D-D5F5-8913-92835685BCFC}" dt="2026-06-01T15:21:52.888" v="546" actId="107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E1F79A72-DA0D-D5F5-8913-92835685BCFC}" dt="2026-06-01T15:21:41.169" v="543" actId="1076"/>
          <ac:spMkLst>
            <pc:docMk/>
            <pc:sldMk cId="429306594" sldId="2147483632"/>
            <ac:spMk id="2" creationId="{440C7EC6-DBBB-DA51-BFFF-8CA5BC63AD30}"/>
          </ac:spMkLst>
        </pc:spChg>
        <pc:spChg chg="add mod">
          <ac:chgData name="Taylor Ilov" userId="S::taylor.ilov@cmsenergy.com::b3e8fa34-e639-4d12-a6dc-5e3032b39fb7" providerId="AD" clId="Web-{E1F79A72-DA0D-D5F5-8913-92835685BCFC}" dt="2026-06-01T15:19:15.647" v="489" actId="20577"/>
          <ac:spMkLst>
            <pc:docMk/>
            <pc:sldMk cId="429306594" sldId="2147483632"/>
            <ac:spMk id="3" creationId="{0C6FF333-408A-91A2-7176-E20767459EB7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6:38.907" v="449" actId="20577"/>
          <ac:spMkLst>
            <pc:docMk/>
            <pc:sldMk cId="429306594" sldId="2147483632"/>
            <ac:spMk id="6" creationId="{4CC7DFAC-34D3-91D3-2C54-3811D96D4D0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52.888" v="546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0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07.839" v="529" actId="1076"/>
          <ac:spMkLst>
            <pc:docMk/>
            <pc:sldMk cId="429306594" sldId="2147483632"/>
            <ac:spMk id="9" creationId="{04ABBC89-EEC8-89D8-4B2B-F5F774610ECB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37" v="541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0:47.604" v="526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21:41.153" v="542" actId="1076"/>
          <ac:spMkLst>
            <pc:docMk/>
            <pc:sldMk cId="429306594" sldId="2147483632"/>
            <ac:spMk id="20" creationId="{E37498B5-50A6-1993-F4E6-D125CEC4558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15:18.357" v="40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E1F79A72-DA0D-D5F5-8913-92835685BCFC}" dt="2026-06-01T15:15:09.778" v="402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E1F79A72-DA0D-D5F5-8913-92835685BCFC}" dt="2026-06-01T15:15:18.357" v="405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E1F79A72-DA0D-D5F5-8913-92835685BCFC}" dt="2026-06-01T15:09:43.657" v="127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E1F79A72-DA0D-D5F5-8913-92835685BCFC}" dt="2026-06-01T15:09:43.657" v="127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 add replId">
        <pc:chgData name="Taylor Ilov" userId="S::taylor.ilov@cmsenergy.com::b3e8fa34-e639-4d12-a6dc-5e3032b39fb7" providerId="AD" clId="Web-{E1F79A72-DA0D-D5F5-8913-92835685BCFC}" dt="2026-06-01T15:22:48.890" v="552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E1F79A72-DA0D-D5F5-8913-92835685BCFC}" dt="2026-06-01T15:22:48.890" v="552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602534FC-EB04-4C24-DF86-70C3C6B8E16A}"/>
    <pc:docChg chg="delSld modSld modSection">
      <pc:chgData name="Taylor Ilov" userId="S::taylor.ilov@cmsenergy.com::b3e8fa34-e639-4d12-a6dc-5e3032b39fb7" providerId="AD" clId="Web-{602534FC-EB04-4C24-DF86-70C3C6B8E16A}" dt="2026-06-01T16:11:29.541" v="316"/>
      <pc:docMkLst>
        <pc:docMk/>
      </pc:docMkLst>
      <pc:sldChg chg="modSp">
        <pc:chgData name="Taylor Ilov" userId="S::taylor.ilov@cmsenergy.com::b3e8fa34-e639-4d12-a6dc-5e3032b39fb7" providerId="AD" clId="Web-{602534FC-EB04-4C24-DF86-70C3C6B8E16A}" dt="2026-06-01T16:09:03.958" v="216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602534FC-EB04-4C24-DF86-70C3C6B8E16A}" dt="2026-06-01T16:09:03.958" v="216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21.568" v="227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602534FC-EB04-4C24-DF86-70C3C6B8E16A}" dt="2026-06-01T16:09:21.568" v="227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5:54:35.741" v="12" actId="20577"/>
        <pc:sldMkLst>
          <pc:docMk/>
          <pc:sldMk cId="3852294437" sldId="268"/>
        </pc:sldMkLst>
        <pc:spChg chg="mod">
          <ac:chgData name="Taylor Ilov" userId="S::taylor.ilov@cmsenergy.com::b3e8fa34-e639-4d12-a6dc-5e3032b39fb7" providerId="AD" clId="Web-{602534FC-EB04-4C24-DF86-70C3C6B8E16A}" dt="2026-06-01T15:54:35.741" v="12" actId="20577"/>
          <ac:spMkLst>
            <pc:docMk/>
            <pc:sldMk cId="3852294437" sldId="268"/>
            <ac:spMk id="4" creationId="{81A08FD6-7E06-AEC4-FC0F-CD07B69918CC}"/>
          </ac:spMkLst>
        </pc:spChg>
      </pc:sldChg>
      <pc:sldChg chg="addSp delSp modSp">
        <pc:chgData name="Taylor Ilov" userId="S::taylor.ilov@cmsenergy.com::b3e8fa34-e639-4d12-a6dc-5e3032b39fb7" providerId="AD" clId="Web-{602534FC-EB04-4C24-DF86-70C3C6B8E16A}" dt="2026-06-01T16:11:29.541" v="316"/>
        <pc:sldMkLst>
          <pc:docMk/>
          <pc:sldMk cId="2218206800" sldId="271"/>
        </pc:sldMkLst>
        <pc:spChg chg="mod">
          <ac:chgData name="Taylor Ilov" userId="S::taylor.ilov@cmsenergy.com::b3e8fa34-e639-4d12-a6dc-5e3032b39fb7" providerId="AD" clId="Web-{602534FC-EB04-4C24-DF86-70C3C6B8E16A}" dt="2026-06-01T16:10:31.508" v="252" actId="20577"/>
          <ac:spMkLst>
            <pc:docMk/>
            <pc:sldMk cId="2218206800" sldId="271"/>
            <ac:spMk id="2" creationId="{FADA383F-4927-0444-587E-4284181D7C5E}"/>
          </ac:spMkLst>
        </pc:spChg>
        <pc:graphicFrameChg chg="mod modGraphic">
          <ac:chgData name="Taylor Ilov" userId="S::taylor.ilov@cmsenergy.com::b3e8fa34-e639-4d12-a6dc-5e3032b39fb7" providerId="AD" clId="Web-{602534FC-EB04-4C24-DF86-70C3C6B8E16A}" dt="2026-06-01T16:11:29.541" v="316"/>
          <ac:graphicFrameMkLst>
            <pc:docMk/>
            <pc:sldMk cId="2218206800" sldId="271"/>
            <ac:graphicFrameMk id="8" creationId="{EBD8FAA2-4B6C-BC4B-328F-08ECDE8FD127}"/>
          </ac:graphicFrameMkLst>
        </pc:graphicFrameChg>
      </pc:sldChg>
      <pc:sldChg chg="modSp">
        <pc:chgData name="Taylor Ilov" userId="S::taylor.ilov@cmsenergy.com::b3e8fa34-e639-4d12-a6dc-5e3032b39fb7" providerId="AD" clId="Web-{602534FC-EB04-4C24-DF86-70C3C6B8E16A}" dt="2026-06-01T16:06:34.750" v="171" actId="20577"/>
        <pc:sldMkLst>
          <pc:docMk/>
          <pc:sldMk cId="3692638522" sldId="280"/>
        </pc:sldMkLst>
        <pc:spChg chg="mod">
          <ac:chgData name="Taylor Ilov" userId="S::taylor.ilov@cmsenergy.com::b3e8fa34-e639-4d12-a6dc-5e3032b39fb7" providerId="AD" clId="Web-{602534FC-EB04-4C24-DF86-70C3C6B8E16A}" dt="2026-06-01T16:06:34.750" v="171" actId="20577"/>
          <ac:spMkLst>
            <pc:docMk/>
            <pc:sldMk cId="3692638522" sldId="280"/>
            <ac:spMk id="3" creationId="{58573676-BFE1-83AA-90C9-0699928A0949}"/>
          </ac:spMkLst>
        </pc:spChg>
        <pc:graphicFrameChg chg="mod modGraphic">
          <ac:chgData name="Taylor Ilov" userId="S::taylor.ilov@cmsenergy.com::b3e8fa34-e639-4d12-a6dc-5e3032b39fb7" providerId="AD" clId="Web-{602534FC-EB04-4C24-DF86-70C3C6B8E16A}" dt="2026-06-01T16:06:24.219" v="159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602534FC-EB04-4C24-DF86-70C3C6B8E16A}" dt="2026-06-01T16:09:13.099" v="224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602534FC-EB04-4C24-DF86-70C3C6B8E16A}" dt="2026-06-01T16:09:13.099" v="224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delSp modSp">
        <pc:chgData name="Taylor Ilov" userId="S::taylor.ilov@cmsenergy.com::b3e8fa34-e639-4d12-a6dc-5e3032b39fb7" providerId="AD" clId="Web-{602534FC-EB04-4C24-DF86-70C3C6B8E16A}" dt="2026-06-01T16:07:15.361" v="182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602534FC-EB04-4C24-DF86-70C3C6B8E16A}" dt="2026-06-01T16:07:05.642" v="180" actId="20577"/>
          <ac:spMkLst>
            <pc:docMk/>
            <pc:sldMk cId="429306594" sldId="2147483632"/>
            <ac:spMk id="14" creationId="{1A3158E1-7695-0C81-4A14-28927869505A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8:49.755" v="215" actId="20577"/>
        <pc:sldMkLst>
          <pc:docMk/>
          <pc:sldMk cId="1808544518" sldId="2147483637"/>
        </pc:sldMkLst>
        <pc:spChg chg="mod">
          <ac:chgData name="Taylor Ilov" userId="S::taylor.ilov@cmsenergy.com::b3e8fa34-e639-4d12-a6dc-5e3032b39fb7" providerId="AD" clId="Web-{602534FC-EB04-4C24-DF86-70C3C6B8E16A}" dt="2026-06-01T16:08:49.755" v="215" actId="20577"/>
          <ac:spMkLst>
            <pc:docMk/>
            <pc:sldMk cId="1808544518" sldId="2147483637"/>
            <ac:spMk id="5" creationId="{2A0B2ECB-81D5-58D2-6118-D4651F04DC2A}"/>
          </ac:spMkLst>
        </pc:spChg>
        <pc:spChg chg="mod">
          <ac:chgData name="Taylor Ilov" userId="S::taylor.ilov@cmsenergy.com::b3e8fa34-e639-4d12-a6dc-5e3032b39fb7" providerId="AD" clId="Web-{602534FC-EB04-4C24-DF86-70C3C6B8E16A}" dt="2026-06-01T16:08:45.708" v="211" actId="20577"/>
          <ac:spMkLst>
            <pc:docMk/>
            <pc:sldMk cId="1808544518" sldId="2147483637"/>
            <ac:spMk id="6" creationId="{830222EA-B48B-A73B-8B97-C9D2C354B0CD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43.709" v="236" actId="20577"/>
        <pc:sldMkLst>
          <pc:docMk/>
          <pc:sldMk cId="2545389575" sldId="2147483641"/>
        </pc:sldMkLst>
        <pc:spChg chg="mod">
          <ac:chgData name="Taylor Ilov" userId="S::taylor.ilov@cmsenergy.com::b3e8fa34-e639-4d12-a6dc-5e3032b39fb7" providerId="AD" clId="Web-{602534FC-EB04-4C24-DF86-70C3C6B8E16A}" dt="2026-06-01T16:09:43.709" v="236" actId="20577"/>
          <ac:spMkLst>
            <pc:docMk/>
            <pc:sldMk cId="2545389575" sldId="2147483641"/>
            <ac:spMk id="4" creationId="{5B50B024-5B2C-73D1-0F65-38C1CBB14B5B}"/>
          </ac:spMkLst>
        </pc:spChg>
      </pc:sldChg>
      <pc:sldChg chg="modSp">
        <pc:chgData name="Taylor Ilov" userId="S::taylor.ilov@cmsenergy.com::b3e8fa34-e639-4d12-a6dc-5e3032b39fb7" providerId="AD" clId="Web-{602534FC-EB04-4C24-DF86-70C3C6B8E16A}" dt="2026-06-01T16:09:18.162" v="226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602534FC-EB04-4C24-DF86-70C3C6B8E16A}" dt="2026-06-01T16:09:18.162" v="226" actId="20577"/>
          <ac:spMkLst>
            <pc:docMk/>
            <pc:sldMk cId="309092209" sldId="2147483642"/>
            <ac:spMk id="7" creationId="{4C70A362-5F9D-E986-8A1E-DFA31FDD6FB7}"/>
          </ac:spMkLst>
        </pc:spChg>
      </pc:sldChg>
    </pc:docChg>
  </pc:docChgLst>
  <pc:docChgLst>
    <pc:chgData name="Taylor Ilov" userId="S::taylor.ilov@cmsenergy.com::b3e8fa34-e639-4d12-a6dc-5e3032b39fb7" providerId="AD" clId="Web-{4E923174-A1C9-D4CC-F77A-AA2D9889D947}"/>
    <pc:docChg chg="addSld delSld modSld modSection">
      <pc:chgData name="Taylor Ilov" userId="S::taylor.ilov@cmsenergy.com::b3e8fa34-e639-4d12-a6dc-5e3032b39fb7" providerId="AD" clId="Web-{4E923174-A1C9-D4CC-F77A-AA2D9889D947}" dt="2026-06-15T03:42:28.630" v="99"/>
      <pc:docMkLst>
        <pc:docMk/>
      </pc:docMkLst>
      <pc:sldChg chg="modSp">
        <pc:chgData name="Taylor Ilov" userId="S::taylor.ilov@cmsenergy.com::b3e8fa34-e639-4d12-a6dc-5e3032b39fb7" providerId="AD" clId="Web-{4E923174-A1C9-D4CC-F77A-AA2D9889D947}" dt="2026-06-15T03:40:18.521" v="47" actId="20577"/>
        <pc:sldMkLst>
          <pc:docMk/>
          <pc:sldMk cId="2828065825" sldId="258"/>
        </pc:sldMkLst>
        <pc:spChg chg="mod">
          <ac:chgData name="Taylor Ilov" userId="S::taylor.ilov@cmsenergy.com::b3e8fa34-e639-4d12-a6dc-5e3032b39fb7" providerId="AD" clId="Web-{4E923174-A1C9-D4CC-F77A-AA2D9889D947}" dt="2026-06-15T03:40:18.521" v="47" actId="20577"/>
          <ac:spMkLst>
            <pc:docMk/>
            <pc:sldMk cId="2828065825" sldId="258"/>
            <ac:spMk id="7" creationId="{F363667B-981C-A7C5-B405-AF1006A4BA19}"/>
          </ac:spMkLst>
        </pc:spChg>
      </pc:sldChg>
      <pc:sldChg chg="modSp">
        <pc:chgData name="Taylor Ilov" userId="S::taylor.ilov@cmsenergy.com::b3e8fa34-e639-4d12-a6dc-5e3032b39fb7" providerId="AD" clId="Web-{4E923174-A1C9-D4CC-F77A-AA2D9889D947}" dt="2026-06-15T03:42:24.068" v="98" actId="20577"/>
        <pc:sldMkLst>
          <pc:docMk/>
          <pc:sldMk cId="3093726476" sldId="261"/>
        </pc:sldMkLst>
        <pc:spChg chg="mod">
          <ac:chgData name="Taylor Ilov" userId="S::taylor.ilov@cmsenergy.com::b3e8fa34-e639-4d12-a6dc-5e3032b39fb7" providerId="AD" clId="Web-{4E923174-A1C9-D4CC-F77A-AA2D9889D947}" dt="2026-06-15T03:42:24.068" v="98" actId="20577"/>
          <ac:spMkLst>
            <pc:docMk/>
            <pc:sldMk cId="3093726476" sldId="261"/>
            <ac:spMk id="7" creationId="{B597FD0F-3E1D-D644-5432-29FF22D04E82}"/>
          </ac:spMkLst>
        </pc:spChg>
      </pc:sldChg>
      <pc:sldChg chg="del">
        <pc:chgData name="Taylor Ilov" userId="S::taylor.ilov@cmsenergy.com::b3e8fa34-e639-4d12-a6dc-5e3032b39fb7" providerId="AD" clId="Web-{4E923174-A1C9-D4CC-F77A-AA2D9889D947}" dt="2026-06-15T03:42:28.630" v="99"/>
        <pc:sldMkLst>
          <pc:docMk/>
          <pc:sldMk cId="3351640754" sldId="273"/>
        </pc:sldMkLst>
      </pc:sldChg>
      <pc:sldChg chg="addSp modSp">
        <pc:chgData name="Taylor Ilov" userId="S::taylor.ilov@cmsenergy.com::b3e8fa34-e639-4d12-a6dc-5e3032b39fb7" providerId="AD" clId="Web-{4E923174-A1C9-D4CC-F77A-AA2D9889D947}" dt="2026-06-15T03:42:07.115" v="95"/>
        <pc:sldMkLst>
          <pc:docMk/>
          <pc:sldMk cId="3692638522" sldId="280"/>
        </pc:sldMkLst>
        <pc:graphicFrameChg chg="add mod modGraphic">
          <ac:chgData name="Taylor Ilov" userId="S::taylor.ilov@cmsenergy.com::b3e8fa34-e639-4d12-a6dc-5e3032b39fb7" providerId="AD" clId="Web-{4E923174-A1C9-D4CC-F77A-AA2D9889D947}" dt="2026-06-15T03:41:43.630" v="85"/>
          <ac:graphicFrameMkLst>
            <pc:docMk/>
            <pc:sldMk cId="3692638522" sldId="280"/>
            <ac:graphicFrameMk id="5" creationId="{E63819F8-F979-FAED-F695-48D71D24712C}"/>
          </ac:graphicFrameMkLst>
        </pc:graphicFrameChg>
        <pc:graphicFrameChg chg="mod modGraphic">
          <ac:chgData name="Taylor Ilov" userId="S::taylor.ilov@cmsenergy.com::b3e8fa34-e639-4d12-a6dc-5e3032b39fb7" providerId="AD" clId="Web-{4E923174-A1C9-D4CC-F77A-AA2D9889D947}" dt="2026-06-15T03:42:07.115" v="95"/>
          <ac:graphicFrameMkLst>
            <pc:docMk/>
            <pc:sldMk cId="3692638522" sldId="280"/>
            <ac:graphicFrameMk id="11" creationId="{17F055A7-BB2E-3BF1-B0E5-02D3240DD088}"/>
          </ac:graphicFrameMkLst>
        </pc:graphicFrameChg>
      </pc:sldChg>
      <pc:sldChg chg="modSp">
        <pc:chgData name="Taylor Ilov" userId="S::taylor.ilov@cmsenergy.com::b3e8fa34-e639-4d12-a6dc-5e3032b39fb7" providerId="AD" clId="Web-{4E923174-A1C9-D4CC-F77A-AA2D9889D947}" dt="2026-06-15T03:40:28.615" v="53" actId="20577"/>
        <pc:sldMkLst>
          <pc:docMk/>
          <pc:sldMk cId="12600196" sldId="281"/>
        </pc:sldMkLst>
        <pc:spChg chg="mod">
          <ac:chgData name="Taylor Ilov" userId="S::taylor.ilov@cmsenergy.com::b3e8fa34-e639-4d12-a6dc-5e3032b39fb7" providerId="AD" clId="Web-{4E923174-A1C9-D4CC-F77A-AA2D9889D947}" dt="2026-06-15T03:40:28.615" v="53" actId="20577"/>
          <ac:spMkLst>
            <pc:docMk/>
            <pc:sldMk cId="12600196" sldId="281"/>
            <ac:spMk id="7" creationId="{EB98184E-2065-B50A-5DE8-04BEA6B96B3C}"/>
          </ac:spMkLst>
        </pc:spChg>
      </pc:sldChg>
      <pc:sldChg chg="addSp delSp modSp">
        <pc:chgData name="Taylor Ilov" userId="S::taylor.ilov@cmsenergy.com::b3e8fa34-e639-4d12-a6dc-5e3032b39fb7" providerId="AD" clId="Web-{4E923174-A1C9-D4CC-F77A-AA2D9889D947}" dt="2026-06-15T03:39:58.474" v="46"/>
        <pc:sldMkLst>
          <pc:docMk/>
          <pc:sldMk cId="429306594" sldId="2147483632"/>
        </pc:sldMkLst>
        <pc:spChg chg="mod">
          <ac:chgData name="Taylor Ilov" userId="S::taylor.ilov@cmsenergy.com::b3e8fa34-e639-4d12-a6dc-5e3032b39fb7" providerId="AD" clId="Web-{4E923174-A1C9-D4CC-F77A-AA2D9889D947}" dt="2026-06-15T03:39:44.552" v="40" actId="1076"/>
          <ac:spMkLst>
            <pc:docMk/>
            <pc:sldMk cId="429306594" sldId="2147483632"/>
            <ac:spMk id="2" creationId="{440C7EC6-DBBB-DA51-BFFF-8CA5BC63AD30}"/>
          </ac:spMkLst>
        </pc:spChg>
        <pc:spChg chg="del">
          <ac:chgData name="Taylor Ilov" userId="S::taylor.ilov@cmsenergy.com::b3e8fa34-e639-4d12-a6dc-5e3032b39fb7" providerId="AD" clId="Web-{4E923174-A1C9-D4CC-F77A-AA2D9889D947}" dt="2026-06-15T03:39:58.474" v="46"/>
          <ac:spMkLst>
            <pc:docMk/>
            <pc:sldMk cId="429306594" sldId="2147483632"/>
            <ac:spMk id="3" creationId="{0C6FF333-408A-91A2-7176-E20767459EB7}"/>
          </ac:spMkLst>
        </pc:spChg>
        <pc:spChg chg="add mod">
          <ac:chgData name="Taylor Ilov" userId="S::taylor.ilov@cmsenergy.com::b3e8fa34-e639-4d12-a6dc-5e3032b39fb7" providerId="AD" clId="Web-{4E923174-A1C9-D4CC-F77A-AA2D9889D947}" dt="2026-06-15T03:39:52.771" v="44" actId="20577"/>
          <ac:spMkLst>
            <pc:docMk/>
            <pc:sldMk cId="429306594" sldId="2147483632"/>
            <ac:spMk id="5" creationId="{63E6A97C-518D-6383-C8A1-B13398BD7864}"/>
          </ac:spMkLst>
        </pc:spChg>
        <pc:spChg chg="mod">
          <ac:chgData name="Taylor Ilov" userId="S::taylor.ilov@cmsenergy.com::b3e8fa34-e639-4d12-a6dc-5e3032b39fb7" providerId="AD" clId="Web-{4E923174-A1C9-D4CC-F77A-AA2D9889D947}" dt="2026-06-15T03:39:44.505" v="35" actId="1076"/>
          <ac:spMkLst>
            <pc:docMk/>
            <pc:sldMk cId="429306594" sldId="2147483632"/>
            <ac:spMk id="7" creationId="{31E00338-5619-11A3-BAFF-7FB71EE17928}"/>
          </ac:spMkLst>
        </pc:spChg>
        <pc:spChg chg="mod">
          <ac:chgData name="Taylor Ilov" userId="S::taylor.ilov@cmsenergy.com::b3e8fa34-e639-4d12-a6dc-5e3032b39fb7" providerId="AD" clId="Web-{4E923174-A1C9-D4CC-F77A-AA2D9889D947}" dt="2026-06-15T03:39:44.521" v="36" actId="1076"/>
          <ac:spMkLst>
            <pc:docMk/>
            <pc:sldMk cId="429306594" sldId="2147483632"/>
            <ac:spMk id="8" creationId="{D7CD0002-0816-D81E-8E98-17B201F8556D}"/>
          </ac:spMkLst>
        </pc:spChg>
        <pc:spChg chg="mod">
          <ac:chgData name="Taylor Ilov" userId="S::taylor.ilov@cmsenergy.com::b3e8fa34-e639-4d12-a6dc-5e3032b39fb7" providerId="AD" clId="Web-{4E923174-A1C9-D4CC-F77A-AA2D9889D947}" dt="2026-06-15T03:39:44.521" v="37" actId="1076"/>
          <ac:spMkLst>
            <pc:docMk/>
            <pc:sldMk cId="429306594" sldId="2147483632"/>
            <ac:spMk id="9" creationId="{04ABBC89-EEC8-89D8-4B2B-F5F774610ECB}"/>
          </ac:spMkLst>
        </pc:spChg>
        <pc:spChg chg="add mod">
          <ac:chgData name="Taylor Ilov" userId="S::taylor.ilov@cmsenergy.com::b3e8fa34-e639-4d12-a6dc-5e3032b39fb7" providerId="AD" clId="Web-{4E923174-A1C9-D4CC-F77A-AA2D9889D947}" dt="2026-06-15T03:39:55.755" v="45" actId="20577"/>
          <ac:spMkLst>
            <pc:docMk/>
            <pc:sldMk cId="429306594" sldId="2147483632"/>
            <ac:spMk id="10" creationId="{77286D19-BE4A-651E-9A98-AB42DA6AD29F}"/>
          </ac:spMkLst>
        </pc:spChg>
        <pc:spChg chg="mod">
          <ac:chgData name="Taylor Ilov" userId="S::taylor.ilov@cmsenergy.com::b3e8fa34-e639-4d12-a6dc-5e3032b39fb7" providerId="AD" clId="Web-{4E923174-A1C9-D4CC-F77A-AA2D9889D947}" dt="2026-06-15T03:39:44.537" v="38" actId="1076"/>
          <ac:spMkLst>
            <pc:docMk/>
            <pc:sldMk cId="429306594" sldId="2147483632"/>
            <ac:spMk id="12" creationId="{4E5E7236-32C8-A033-8F10-76C1A5930AEA}"/>
          </ac:spMkLst>
        </pc:spChg>
        <pc:spChg chg="mod">
          <ac:chgData name="Taylor Ilov" userId="S::taylor.ilov@cmsenergy.com::b3e8fa34-e639-4d12-a6dc-5e3032b39fb7" providerId="AD" clId="Web-{4E923174-A1C9-D4CC-F77A-AA2D9889D947}" dt="2026-06-15T03:39:05.834" v="28" actId="20577"/>
          <ac:spMkLst>
            <pc:docMk/>
            <pc:sldMk cId="429306594" sldId="2147483632"/>
            <ac:spMk id="14" creationId="{1A3158E1-7695-0C81-4A14-28927869505A}"/>
          </ac:spMkLst>
        </pc:spChg>
        <pc:spChg chg="mod">
          <ac:chgData name="Taylor Ilov" userId="S::taylor.ilov@cmsenergy.com::b3e8fa34-e639-4d12-a6dc-5e3032b39fb7" providerId="AD" clId="Web-{4E923174-A1C9-D4CC-F77A-AA2D9889D947}" dt="2026-06-15T03:39:44.537" v="39" actId="1076"/>
          <ac:spMkLst>
            <pc:docMk/>
            <pc:sldMk cId="429306594" sldId="2147483632"/>
            <ac:spMk id="20" creationId="{E37498B5-50A6-1993-F4E6-D125CEC4558D}"/>
          </ac:spMkLst>
        </pc:spChg>
        <pc:cxnChg chg="mod">
          <ac:chgData name="Taylor Ilov" userId="S::taylor.ilov@cmsenergy.com::b3e8fa34-e639-4d12-a6dc-5e3032b39fb7" providerId="AD" clId="Web-{4E923174-A1C9-D4CC-F77A-AA2D9889D947}" dt="2026-06-15T03:39:20.631" v="30" actId="1076"/>
          <ac:cxnSpMkLst>
            <pc:docMk/>
            <pc:sldMk cId="429306594" sldId="2147483632"/>
            <ac:cxnSpMk id="16" creationId="{28733F61-66C7-18F4-6938-676D88C48CC5}"/>
          </ac:cxnSpMkLst>
        </pc:cxnChg>
        <pc:cxnChg chg="mod">
          <ac:chgData name="Taylor Ilov" userId="S::taylor.ilov@cmsenergy.com::b3e8fa34-e639-4d12-a6dc-5e3032b39fb7" providerId="AD" clId="Web-{4E923174-A1C9-D4CC-F77A-AA2D9889D947}" dt="2026-06-15T03:39:17.256" v="29" actId="1076"/>
          <ac:cxnSpMkLst>
            <pc:docMk/>
            <pc:sldMk cId="429306594" sldId="2147483632"/>
            <ac:cxnSpMk id="17" creationId="{23CE3659-5291-DEDD-2F76-4488BBA28AFA}"/>
          </ac:cxnSpMkLst>
        </pc:cxnChg>
      </pc:sldChg>
      <pc:sldChg chg="modSp">
        <pc:chgData name="Taylor Ilov" userId="S::taylor.ilov@cmsenergy.com::b3e8fa34-e639-4d12-a6dc-5e3032b39fb7" providerId="AD" clId="Web-{4E923174-A1C9-D4CC-F77A-AA2D9889D947}" dt="2026-06-15T03:42:21.615" v="97" actId="20577"/>
        <pc:sldMkLst>
          <pc:docMk/>
          <pc:sldMk cId="309092209" sldId="2147483642"/>
        </pc:sldMkLst>
        <pc:spChg chg="mod">
          <ac:chgData name="Taylor Ilov" userId="S::taylor.ilov@cmsenergy.com::b3e8fa34-e639-4d12-a6dc-5e3032b39fb7" providerId="AD" clId="Web-{4E923174-A1C9-D4CC-F77A-AA2D9889D947}" dt="2026-06-15T03:42:21.615" v="97" actId="20577"/>
          <ac:spMkLst>
            <pc:docMk/>
            <pc:sldMk cId="309092209" sldId="2147483642"/>
            <ac:spMk id="7" creationId="{4C70A362-5F9D-E986-8A1E-DFA31FDD6FB7}"/>
          </ac:spMkLst>
        </pc:spChg>
      </pc:sldChg>
      <pc:sldChg chg="modSp add replId">
        <pc:chgData name="Taylor Ilov" userId="S::taylor.ilov@cmsenergy.com::b3e8fa34-e639-4d12-a6dc-5e3032b39fb7" providerId="AD" clId="Web-{4E923174-A1C9-D4CC-F77A-AA2D9889D947}" dt="2026-06-15T03:42:19.177" v="96" actId="20577"/>
        <pc:sldMkLst>
          <pc:docMk/>
          <pc:sldMk cId="1055607587" sldId="2147483643"/>
        </pc:sldMkLst>
        <pc:spChg chg="mod">
          <ac:chgData name="Taylor Ilov" userId="S::taylor.ilov@cmsenergy.com::b3e8fa34-e639-4d12-a6dc-5e3032b39fb7" providerId="AD" clId="Web-{4E923174-A1C9-D4CC-F77A-AA2D9889D947}" dt="2026-06-15T03:42:19.177" v="96" actId="20577"/>
          <ac:spMkLst>
            <pc:docMk/>
            <pc:sldMk cId="1055607587" sldId="2147483643"/>
            <ac:spMk id="7" creationId="{326F4DE9-533B-A1E1-2E41-AB16CA11F478}"/>
          </ac:spMkLst>
        </pc:spChg>
      </pc:sldChg>
    </pc:docChg>
  </pc:docChgLst>
  <pc:docChgLst>
    <pc:chgData name="Taylor Ilov" userId="S::taylor.ilov@cmsenergy.com::b3e8fa34-e639-4d12-a6dc-5e3032b39fb7" providerId="AD" clId="Web-{0A44A006-A03F-3576-136B-44C7BA3AE361}"/>
    <pc:docChg chg="modSld">
      <pc:chgData name="Taylor Ilov" userId="S::taylor.ilov@cmsenergy.com::b3e8fa34-e639-4d12-a6dc-5e3032b39fb7" providerId="AD" clId="Web-{0A44A006-A03F-3576-136B-44C7BA3AE361}" dt="2026-05-23T11:32:35.359" v="0"/>
      <pc:docMkLst>
        <pc:docMk/>
      </pc:docMkLst>
      <pc:sldChg chg="delSp">
        <pc:chgData name="Taylor Ilov" userId="S::taylor.ilov@cmsenergy.com::b3e8fa34-e639-4d12-a6dc-5e3032b39fb7" providerId="AD" clId="Web-{0A44A006-A03F-3576-136B-44C7BA3AE361}" dt="2026-05-23T11:32:35.359" v="0"/>
        <pc:sldMkLst>
          <pc:docMk/>
          <pc:sldMk cId="3852294437" sldId="268"/>
        </pc:sldMkLst>
      </pc:sldChg>
    </pc:docChg>
  </pc:docChgLst>
</pc:chgInfo>
</file>

<file path=ppt/comments/modernComment_7FFFFFF0_1996B2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2F45D-EB6C-423D-B5E7-9CEE03B8EE39}" authorId="{501AB7E2-9689-D00B-6C95-3A5D410786DE}" status="resolved" created="2026-05-06T15:36:35.441" startDate="2026-05-06T15:36:35.441" dueDate="2026-05-06T15:36:35.441" assignedTo="{F71F5868-14A0-AE0D-85D4-64A03FE904D8}" complete="100000" title="@Taylor Ilov need to add Security Roles and resequence">
    <pc:sldMkLst xmlns:pc="http://schemas.microsoft.com/office/powerpoint/2013/main/command">
      <pc:docMk/>
      <pc:sldMk cId="429306594" sldId="2147483632"/>
    </pc:sldMkLst>
    <p188:txBody>
      <a:bodyPr/>
      <a:lstStyle/>
      <a:p>
        <a:r>
          <a:rPr lang="en-US"/>
          <a:t>[@Taylor Ilov]  need to add Security Roles and resequence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06T15:36:35.441" id="{2738707F-F3B7-4525-98FE-2AB7872AD763}">
              <p228:atrbtn authorId="{501AB7E2-9689-D00B-6C95-3A5D410786DE}"/>
              <p228:anchr>
                <p228:comment id="{B5A2F45D-EB6C-423D-B5E7-9CEE03B8EE39}"/>
              </p228:anchr>
              <p228:add/>
            </p228:event>
            <p228:event time="2026-05-06T15:36:35.441" id="{3CBD1114-378D-4403-8C6F-EACE974627D5}">
              <p228:atrbtn authorId="{501AB7E2-9689-D00B-6C95-3A5D410786DE}"/>
              <p228:anchr>
                <p228:comment id="{B5A2F45D-EB6C-423D-B5E7-9CEE03B8EE39}"/>
              </p228:anchr>
              <p228:asgn authorId="{F71F5868-14A0-AE0D-85D4-64A03FE904D8}"/>
            </p228:event>
            <p228:event time="2026-05-06T15:36:35.441" id="{28FA7514-6070-4F53-817E-ABD76485CC0C}">
              <p228:atrbtn authorId="{501AB7E2-9689-D00B-6C95-3A5D410786DE}"/>
              <p228:anchr>
                <p228:comment id="{B5A2F45D-EB6C-423D-B5E7-9CEE03B8EE39}"/>
              </p228:anchr>
              <p228:title val="@Taylor Ilov need to add Security Roles and resequence"/>
            </p228:event>
            <p228:event time="2026-05-06T15:36:35.441" id="{8E0E0564-EFC1-4255-A4AC-010F1517F95E}">
              <p228:atrbtn authorId="{501AB7E2-9689-D00B-6C95-3A5D410786DE}"/>
              <p228:anchr>
                <p228:comment id="{B5A2F45D-EB6C-423D-B5E7-9CEE03B8EE39}"/>
              </p228:anchr>
              <p228:date stDt="2026-05-06T15:36:35.441" endDt="2026-05-06T15:36:35.441"/>
            </p228:event>
            <p228:event time="2026-05-06T16:54:31.534" id="{6350ABF6-92A8-44E1-B4A9-4CD7686E1AF9}">
              <p228:atrbtn authorId="{213F0180-4E89-B86B-F6E1-E03B7518BAE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13F7A-D799-47D8-B0C0-7C909CCFF8FB}" type="datetimeFigureOut"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CE71-FD4B-43E3-A8CE-38A62705FA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1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89fbb2d8_0_389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03" name="Google Shape;403;g32789fbb2d8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9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CCEC3-7244-3C46-9DB9-806F778100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55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94A-C565-8AE0-FD4F-E494B3A3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51FEE-E060-DB8B-FFA9-04EB4C96A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BFA3-E0A2-DEF8-CBAA-57EE7FC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F5EC-9D83-0A1E-73D3-A7848C79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56D6-B181-778B-BB55-3EB484C1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0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EAFE-3C4E-C6D0-17E5-A9049E55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3ED5-0814-7EBD-BB55-4A712427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0E5B-CDBA-494A-2A9B-80C1636A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B121-F6F4-9636-2D8D-9C571ED6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485F-CD39-8F5C-EFAA-A1068566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6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202F-10BB-FA34-5C5E-B33972AD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8A72C-D82B-2017-DC04-DC40CFEDB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86180-65DE-D0BC-603C-F578B5B0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364-239C-B455-F4A1-B83AF445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24DA-7D5A-92A4-AEF5-1E6D99EA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5E46-EDE6-85C2-3BB8-327470A6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3DB8-9F05-6DDF-9AA3-EA08174E0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83EE2-F745-A325-6715-10F234716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565EC-F3EA-C9AE-2EA1-DC666B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0148-8F76-A6B9-300C-AA7EA0BC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63A55-872D-E5A3-068C-C5E3452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6DE5-2045-A044-52F9-7A1E0EBF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29D1B-A453-0FB4-B6FE-8A118D633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F68CD-E617-8135-208C-1DC8A3B1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1407-6763-6EE7-5558-441BDCB63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FE11-059D-DC57-A666-8B29A2E6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EDFE-9C55-62CB-5BEF-DAC5B2B4A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2F597-D23C-0B9E-E871-2F166AA9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85201-8B5F-E152-0C58-430B63D7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1755-71A3-757B-C022-1C77925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401C2-3002-2C81-495F-7A48C426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63AF-89E5-536B-A2B2-9D7DAE3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BCEA8-7B2A-5AC5-59B7-7D8684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5AC4D-D76B-B682-9EE7-590D6A6C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805F7-FE58-E356-5918-049C902BA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F8B86-3CE0-E51C-3E12-14EB4EB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E6F-7058-DA5C-68C2-3D8C6FCD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074F-FDA3-ACF7-B15A-E1FD19E46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CFEE2-CC65-6CE0-6D89-F9F3EC79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71D3-ABB4-70EB-F600-F04A4045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8883-609A-A053-7D2D-B185F15B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53799-8218-1123-40BB-D25A94F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BA61-CE62-4BF2-F854-39B66B288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8F396-5489-E8BC-CD9B-CFEC1DC63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BF8A-2397-249D-7AC5-7DC9B151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CB50B-6F55-458C-BA03-2E612E28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C0A8D-D690-96BD-95D4-50A65511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6804-8623-7E02-4613-760D81FA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54B9-7BC0-0657-D7C9-67AFA319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BC771-FBC8-533C-0798-DE22B77D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03CE-3779-22AC-EB91-E2C35D3A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7B7A-3287-30F2-ADDE-957C0F4E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7AD3-8C12-CFE1-169C-8176B869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0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62C37-4DDD-ED86-CD18-1C4379A23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A55ED-6B23-6731-857E-0F1C0EB00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9536-AEF2-FE0C-06F3-C7BB158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C6DD-CB04-BB00-4E5E-036D3505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05EA-DD46-7CB1-C060-443E2E9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53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4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173873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CA405F-B3CD-76DC-CAA3-F740ED934F6D}"/>
              </a:ext>
            </a:extLst>
          </p:cNvPr>
          <p:cNvSpPr/>
          <p:nvPr userDrawn="1"/>
        </p:nvSpPr>
        <p:spPr>
          <a:xfrm>
            <a:off x="0" y="63260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FA4A-C1E9-5357-C9A5-5FFC82FC26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00" t="918" r="-200" b="27132"/>
          <a:stretch/>
        </p:blipFill>
        <p:spPr>
          <a:xfrm>
            <a:off x="0" y="4448042"/>
            <a:ext cx="12228576" cy="245839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583" y="6070185"/>
            <a:ext cx="2084131" cy="656644"/>
          </a:xfrm>
          <a:prstGeom prst="rect">
            <a:avLst/>
          </a:prstGeom>
        </p:spPr>
      </p:pic>
      <p:sp>
        <p:nvSpPr>
          <p:cNvPr id="8" name="Green top line">
            <a:extLst>
              <a:ext uri="{FF2B5EF4-FFF2-40B4-BE49-F238E27FC236}">
                <a16:creationId xmlns:a16="http://schemas.microsoft.com/office/drawing/2014/main" id="{03CF2A64-7CD1-4C22-7B38-A723A28DFEF4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E030D4-1768-E3AD-266E-7222A4E8C0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8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CMS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29B655-E050-2CEF-2CE1-0A53AA4DC649}"/>
              </a:ext>
            </a:extLst>
          </p:cNvPr>
          <p:cNvSpPr/>
          <p:nvPr userDrawn="1"/>
        </p:nvSpPr>
        <p:spPr>
          <a:xfrm>
            <a:off x="0" y="36576"/>
            <a:ext cx="12192000" cy="6435720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b="0" i="0">
              <a:latin typeface="Montserrat" pitchFamily="2" charset="77"/>
            </a:endParaRPr>
          </a:p>
        </p:txBody>
      </p:sp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9AEF07-3191-3F4A-3F7A-19EC791E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126" t="305" r="-34" b="-305"/>
          <a:stretch/>
        </p:blipFill>
        <p:spPr>
          <a:xfrm>
            <a:off x="0" y="4420754"/>
            <a:ext cx="12216384" cy="245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D15BC-A084-C6D9-EEE3-4A46CC2A53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00" t="-13025" b="-13798"/>
          <a:stretch/>
        </p:blipFill>
        <p:spPr>
          <a:xfrm>
            <a:off x="154612" y="5982816"/>
            <a:ext cx="2280355" cy="691685"/>
          </a:xfrm>
          <a:prstGeom prst="rect">
            <a:avLst/>
          </a:prstGeom>
        </p:spPr>
      </p:pic>
      <p:sp>
        <p:nvSpPr>
          <p:cNvPr id="4" name="Green top line">
            <a:extLst>
              <a:ext uri="{FF2B5EF4-FFF2-40B4-BE49-F238E27FC236}">
                <a16:creationId xmlns:a16="http://schemas.microsoft.com/office/drawing/2014/main" id="{265938C9-7DBB-F010-0315-57D2F87C9106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3F8541-C6A9-5757-9A4E-81D643DAAA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19636" y="5610087"/>
            <a:ext cx="2850587" cy="10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sumer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/>
          <p:cNvSpPr/>
          <p:nvPr userDrawn="1"/>
        </p:nvSpPr>
        <p:spPr>
          <a:xfrm>
            <a:off x="3048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E742-6DCA-666E-9947-B0EE93649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2" name="CE Logo">
            <a:extLst>
              <a:ext uri="{FF2B5EF4-FFF2-40B4-BE49-F238E27FC236}">
                <a16:creationId xmlns:a16="http://schemas.microsoft.com/office/drawing/2014/main" id="{91ECB4FD-021B-A84F-9C74-397F7A9456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9122" t="10605" r="9079" b="11083"/>
          <a:stretch/>
        </p:blipFill>
        <p:spPr>
          <a:xfrm>
            <a:off x="189070" y="5913969"/>
            <a:ext cx="2205157" cy="791683"/>
          </a:xfrm>
          <a:prstGeom prst="rect">
            <a:avLst/>
          </a:prstGeom>
        </p:spPr>
      </p:pic>
      <p:sp>
        <p:nvSpPr>
          <p:cNvPr id="3" name="Subtitle "/>
          <p:cNvSpPr>
            <a:spLocks noGrp="1"/>
          </p:cNvSpPr>
          <p:nvPr>
            <p:ph type="subTitle" idx="1" hasCustomPrompt="1"/>
          </p:nvPr>
        </p:nvSpPr>
        <p:spPr>
          <a:xfrm>
            <a:off x="2067149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2749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Consumers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DC64331-E5B9-B4C2-135F-7D91D7FFA2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6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MS Energ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">
            <a:extLst>
              <a:ext uri="{FF2B5EF4-FFF2-40B4-BE49-F238E27FC236}">
                <a16:creationId xmlns:a16="http://schemas.microsoft.com/office/drawing/2014/main" id="{6E3FDA63-1642-2C7F-F7CA-C7BBCAEC20E0}"/>
              </a:ext>
            </a:extLst>
          </p:cNvPr>
          <p:cNvSpPr/>
          <p:nvPr userDrawn="1"/>
        </p:nvSpPr>
        <p:spPr>
          <a:xfrm>
            <a:off x="0" y="88003"/>
            <a:ext cx="12192000" cy="6769997"/>
          </a:xfrm>
          <a:prstGeom prst="rect">
            <a:avLst/>
          </a:prstGeom>
          <a:pattFill prst="ltDnDiag">
            <a:fgClr>
              <a:srgbClr val="E1E4E5"/>
            </a:fgClr>
            <a:bgClr>
              <a:schemeClr val="bg1"/>
            </a:bgClr>
          </a:patt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0" i="0"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87A2A-DEBD-3AA2-CBF5-D11C589099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3895" b="35306"/>
          <a:stretch/>
        </p:blipFill>
        <p:spPr>
          <a:xfrm>
            <a:off x="3048" y="4549389"/>
            <a:ext cx="12188952" cy="2308611"/>
          </a:xfrm>
          <a:prstGeom prst="rect">
            <a:avLst/>
          </a:prstGeom>
        </p:spPr>
      </p:pic>
      <p:pic>
        <p:nvPicPr>
          <p:cNvPr id="11" name="CMS Energy Logo"/>
          <p:cNvPicPr>
            <a:picLocks noChangeAspect="1"/>
          </p:cNvPicPr>
          <p:nvPr userDrawn="1"/>
        </p:nvPicPr>
        <p:blipFill>
          <a:blip r:embed="rId3"/>
          <a:srcRect l="12" r="12"/>
          <a:stretch/>
        </p:blipFill>
        <p:spPr>
          <a:xfrm>
            <a:off x="100995" y="5981919"/>
            <a:ext cx="2279792" cy="609600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2067152" y="3391505"/>
            <a:ext cx="9448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 b="0" i="0">
                <a:solidFill>
                  <a:srgbClr val="000000"/>
                </a:solidFill>
                <a:latin typeface="Montserrat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enter presenter’s name/date</a:t>
            </a:r>
          </a:p>
        </p:txBody>
      </p:sp>
      <p:sp>
        <p:nvSpPr>
          <p:cNvPr id="2" name="Title "/>
          <p:cNvSpPr>
            <a:spLocks noGrp="1"/>
          </p:cNvSpPr>
          <p:nvPr>
            <p:ph type="ctrTitle" hasCustomPrompt="1"/>
          </p:nvPr>
        </p:nvSpPr>
        <p:spPr>
          <a:xfrm>
            <a:off x="1158720" y="1631952"/>
            <a:ext cx="10363200" cy="1470025"/>
          </a:xfrm>
        </p:spPr>
        <p:txBody>
          <a:bodyPr/>
          <a:lstStyle>
            <a:lvl1pPr algn="r">
              <a:defRPr sz="4267" b="0" i="0" baseline="0">
                <a:solidFill>
                  <a:srgbClr val="0067A5"/>
                </a:solidFill>
                <a:latin typeface="Montserrat" pitchFamily="2" charset="77"/>
              </a:defRPr>
            </a:lvl1pPr>
          </a:lstStyle>
          <a:p>
            <a:r>
              <a:rPr lang="en-US"/>
              <a:t>CMS Energy Title Page </a:t>
            </a:r>
            <a:br>
              <a:rPr lang="en-US"/>
            </a:br>
            <a:r>
              <a:rPr lang="en-US"/>
              <a:t>Click to enter presentation title</a:t>
            </a: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E3E4CB9-D420-3CAB-8B68-2F5CDB9EB78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048" y="5584119"/>
            <a:ext cx="2790883" cy="112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8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441B6A3-22F6-3738-6E9B-7AFE2782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7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D62B44-7DFB-726F-5071-FA040D62A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5782" y="5459865"/>
            <a:ext cx="1697999" cy="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0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13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0"/>
            <a:ext cx="11375136" cy="609600"/>
          </a:xfrm>
        </p:spPr>
        <p:txBody>
          <a:bodyPr anchor="b" anchorCtr="0"/>
          <a:lstStyle>
            <a:lvl1pPr algn="l">
              <a:defRPr sz="3200" b="0" i="0" cap="none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"/>
          <p:cNvSpPr>
            <a:spLocks noGrp="1"/>
          </p:cNvSpPr>
          <p:nvPr>
            <p:ph type="body" idx="1"/>
          </p:nvPr>
        </p:nvSpPr>
        <p:spPr>
          <a:xfrm>
            <a:off x="414528" y="3535680"/>
            <a:ext cx="11375136" cy="8534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E6D58A-F04B-D2E8-EFD8-3D2275F62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3809" y="5075956"/>
            <a:ext cx="2680107" cy="10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4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6400800" y="1219201"/>
            <a:ext cx="5384800" cy="398660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lang="en-US" sz="2133" b="0" i="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14528" y="1219201"/>
            <a:ext cx="5384800" cy="4352993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2133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8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wrap="none" lIns="0" tIns="45720" rIns="91440" bIns="0"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A46DFA08-46CD-F086-6119-EF05D7343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6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F98E-6AAF-3ACB-63F7-A2C28BF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0E233A6-DBBA-2515-B63A-9166DCE9B7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73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16CDDDB-E2E6-96CF-7794-2CB281875C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2609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2F74D7-F259-ED94-FAC1-892474DA4D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5992" y="1219199"/>
            <a:ext cx="3608832" cy="2926080"/>
          </a:xfr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C7D399D-8CB9-19E1-9EC0-25CC0E8D1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73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D3E4421-7396-C90C-5119-84E1DA326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2609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BB0FC328-3EDB-117F-B241-774C52C45C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992" y="4231341"/>
            <a:ext cx="3608832" cy="951744"/>
          </a:xfrm>
        </p:spPr>
        <p:txBody>
          <a:bodyPr>
            <a:normAutofit/>
          </a:bodyPr>
          <a:lstStyle>
            <a:lvl1pPr algn="ctr">
              <a:defRPr sz="1600" b="0" i="0">
                <a:latin typeface="Montserrat" pitchFamily="2" charset="77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38FD594C-5CE2-2E39-47A0-730C3B5520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6400801" y="1999488"/>
            <a:ext cx="5389033" cy="3309112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ub-title 2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1" y="1219200"/>
            <a:ext cx="5389033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14528" y="1982049"/>
            <a:ext cx="5386917" cy="3583521"/>
          </a:xfrm>
        </p:spPr>
        <p:txBody>
          <a:bodyPr>
            <a:normAutofit/>
          </a:bodyPr>
          <a:lstStyle>
            <a:lvl1pPr marL="0" indent="0">
              <a:buNone/>
              <a:defRPr sz="1867" b="0" i="0">
                <a:solidFill>
                  <a:schemeClr val="tx1"/>
                </a:solidFill>
                <a:latin typeface="Montserrat" pitchFamily="2" charset="77"/>
              </a:defRPr>
            </a:lvl1pPr>
            <a:lvl2pPr marL="365751" indent="-243834"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Montserrat" pitchFamily="2" charset="77"/>
              </a:defRPr>
            </a:lvl2pPr>
            <a:lvl3pPr marL="731502" indent="-243834">
              <a:buFont typeface="Arial" panose="020B0604020202020204" pitchFamily="34" charset="0"/>
              <a:buChar char="•"/>
              <a:defRPr sz="1467" b="0" i="0">
                <a:solidFill>
                  <a:schemeClr val="tx1"/>
                </a:solidFill>
                <a:latin typeface="Montserrat" pitchFamily="2" charset="77"/>
              </a:defRPr>
            </a:lvl3pPr>
            <a:lvl4pPr marL="109725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4pPr>
            <a:lvl5pPr marL="1463003" indent="-243834"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Montserrat" pitchFamily="2" charset="77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-title 1"/>
          <p:cNvSpPr>
            <a:spLocks noGrp="1"/>
          </p:cNvSpPr>
          <p:nvPr>
            <p:ph type="body" idx="1" hasCustomPrompt="1"/>
          </p:nvPr>
        </p:nvSpPr>
        <p:spPr>
          <a:xfrm>
            <a:off x="414528" y="1219200"/>
            <a:ext cx="5386917" cy="609600"/>
          </a:xfrm>
        </p:spPr>
        <p:txBody>
          <a:bodyPr bIns="0" anchor="b"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"/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anchor="b"/>
          <a:lstStyle>
            <a:lvl1pPr>
              <a:defRPr b="0" i="0">
                <a:solidFill>
                  <a:srgbClr val="1465C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E0979A95-488D-09C8-AE26-774FF0CB3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"/>
          <p:cNvSpPr>
            <a:spLocks noGrp="1"/>
          </p:cNvSpPr>
          <p:nvPr>
            <p:ph type="pic" sz="quarter" idx="13"/>
          </p:nvPr>
        </p:nvSpPr>
        <p:spPr>
          <a:xfrm>
            <a:off x="8077200" y="1202568"/>
            <a:ext cx="4114800" cy="3220197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"/>
          <p:cNvSpPr>
            <a:spLocks noGrp="1"/>
          </p:cNvSpPr>
          <p:nvPr>
            <p:ph type="body" sz="half" idx="2"/>
          </p:nvPr>
        </p:nvSpPr>
        <p:spPr>
          <a:xfrm>
            <a:off x="414528" y="1202569"/>
            <a:ext cx="7489251" cy="4394668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14528" y="438912"/>
            <a:ext cx="7662672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5" name="Picture 4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C4F7D118-FEE1-1BB0-CD7C-74505B797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2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-Full he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 Background">
            <a:extLst>
              <a:ext uri="{FF2B5EF4-FFF2-40B4-BE49-F238E27FC236}">
                <a16:creationId xmlns:a16="http://schemas.microsoft.com/office/drawing/2014/main" id="{902DAFEE-672B-5531-AF4D-6EDB10B89A39}"/>
              </a:ext>
            </a:extLst>
          </p:cNvPr>
          <p:cNvSpPr/>
          <p:nvPr userDrawn="1"/>
        </p:nvSpPr>
        <p:spPr>
          <a:xfrm>
            <a:off x="0" y="122863"/>
            <a:ext cx="4064000" cy="67351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2" name="Picture Placeholder ">
            <a:extLst>
              <a:ext uri="{FF2B5EF4-FFF2-40B4-BE49-F238E27FC236}">
                <a16:creationId xmlns:a16="http://schemas.microsoft.com/office/drawing/2014/main" id="{FECA367A-4BF0-0C0F-3498-6E6DCA02C6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7" y="122862"/>
            <a:ext cx="4053483" cy="6735137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">
            <a:extLst>
              <a:ext uri="{FF2B5EF4-FFF2-40B4-BE49-F238E27FC236}">
                <a16:creationId xmlns:a16="http://schemas.microsoft.com/office/drawing/2014/main" id="{46316DF1-26A9-2E6B-73C8-3D75A8FE6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30263" y="1202767"/>
            <a:ext cx="7463676" cy="4985627"/>
          </a:xfrm>
        </p:spPr>
        <p:txBody>
          <a:bodyPr>
            <a:normAutofit/>
          </a:bodyPr>
          <a:lstStyle>
            <a:lvl1pPr marL="0" indent="0">
              <a:buNone/>
              <a:defRPr sz="2133" b="0" i="0">
                <a:solidFill>
                  <a:schemeClr val="tx1"/>
                </a:solidFill>
                <a:latin typeface="Montserrat" pitchFamily="2" charset="77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4B4795F-48D0-3560-24E9-9EED8A3F9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161" y="438912"/>
            <a:ext cx="7463676" cy="609600"/>
          </a:xfrm>
        </p:spPr>
        <p:txBody>
          <a:bodyPr anchor="b"/>
          <a:lstStyle>
            <a:lvl1pPr algn="l">
              <a:defRPr sz="3200" b="0" i="0" baseline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enter title</a:t>
            </a: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1F91E5E3-C052-DFF7-0F22-4D1D49D5D0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8073" y="437960"/>
            <a:ext cx="11375136" cy="609600"/>
          </a:xfrm>
        </p:spPr>
        <p:txBody>
          <a:bodyPr/>
          <a:lstStyle>
            <a:lvl1pPr>
              <a:defRPr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ue top line">
            <a:extLst>
              <a:ext uri="{FF2B5EF4-FFF2-40B4-BE49-F238E27FC236}">
                <a16:creationId xmlns:a16="http://schemas.microsoft.com/office/drawing/2014/main" id="{E698F46C-0450-0A42-69F4-4CA2C83E49C9}"/>
              </a:ext>
            </a:extLst>
          </p:cNvPr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7" name="Green top line">
            <a:extLst>
              <a:ext uri="{FF2B5EF4-FFF2-40B4-BE49-F238E27FC236}">
                <a16:creationId xmlns:a16="http://schemas.microsoft.com/office/drawing/2014/main" id="{12C9F3AD-9532-11E6-E672-6F10181290C1}"/>
              </a:ext>
            </a:extLst>
          </p:cNvPr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EBB37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pic>
        <p:nvPicPr>
          <p:cNvPr id="2" name="Picture 1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64C7FB6B-3110-4907-76D3-A00724A38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2425" y="4961854"/>
            <a:ext cx="715337" cy="11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10430932" y="3565994"/>
            <a:ext cx="1465792" cy="24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9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rgbClr val="1866AE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  <p:pic>
        <p:nvPicPr>
          <p:cNvPr id="3" name="Picture 2" descr="A blue rocket with yellow flames&#10;&#10;AI-generated content may be incorrect.">
            <a:extLst>
              <a:ext uri="{FF2B5EF4-FFF2-40B4-BE49-F238E27FC236}">
                <a16:creationId xmlns:a16="http://schemas.microsoft.com/office/drawing/2014/main" id="{7221C18D-5754-F22D-33AC-963EC05E99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331200" y="793048"/>
            <a:ext cx="2888192" cy="476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7905447" y="934345"/>
            <a:ext cx="2934692" cy="484592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19FDF49E-F19D-7966-5841-E8FE9E5F2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027" y="4424859"/>
            <a:ext cx="5213183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58484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22473" y="5343937"/>
            <a:ext cx="7910000" cy="576471"/>
          </a:xfrm>
        </p:spPr>
        <p:txBody>
          <a:bodyPr anchor="t" anchorCtr="0"/>
          <a:lstStyle>
            <a:lvl1pPr>
              <a:defRPr sz="4267"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Transition Slide</a:t>
            </a:r>
          </a:p>
        </p:txBody>
      </p:sp>
    </p:spTree>
    <p:extLst>
      <p:ext uri="{BB962C8B-B14F-4D97-AF65-F5344CB8AC3E}">
        <p14:creationId xmlns:p14="http://schemas.microsoft.com/office/powerpoint/2010/main" val="66051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3AA51E4-54C5-C3EB-E63C-24DF6CD86D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0838" y="5542513"/>
            <a:ext cx="3331413" cy="1122135"/>
          </a:xfrm>
          <a:prstGeom prst="rect">
            <a:avLst/>
          </a:prstGeom>
        </p:spPr>
      </p:pic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5F38107C-7728-4558-7E69-FAF1CE2A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8B98C3A-005E-FCC5-F2BE-C72514D3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9031" t="-2797" b="-1"/>
          <a:stretch>
            <a:fillRect/>
          </a:stretch>
        </p:blipFill>
        <p:spPr>
          <a:xfrm>
            <a:off x="10876040" y="4876801"/>
            <a:ext cx="1076861" cy="1778172"/>
          </a:xfrm>
          <a:prstGeom prst="rect">
            <a:avLst/>
          </a:prstGeom>
        </p:spPr>
      </p:pic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6B42121-3791-88E3-3566-C1D5909E1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28" y="1219201"/>
            <a:ext cx="11375136" cy="4895447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Wingdings" charset="2"/>
              <a:buNone/>
              <a:defRPr sz="2133" b="0" i="0">
                <a:solidFill>
                  <a:schemeClr val="bg1"/>
                </a:solidFill>
                <a:latin typeface="Montserrat" pitchFamily="2" charset="77"/>
              </a:defRPr>
            </a:lvl1pPr>
            <a:lvl2pPr marL="365751" indent="-243834">
              <a:buClr>
                <a:schemeClr val="tx2"/>
              </a:buClr>
              <a:buFont typeface="Arial" panose="020B0604020202020204" pitchFamily="34" charset="0"/>
              <a:buChar char="•"/>
              <a:defRPr sz="1867" b="0" i="0">
                <a:solidFill>
                  <a:schemeClr val="bg1"/>
                </a:solidFill>
                <a:latin typeface="Montserrat" pitchFamily="2" charset="77"/>
              </a:defRPr>
            </a:lvl2pPr>
            <a:lvl3pPr marL="731502" indent="-243834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Montserrat" pitchFamily="2" charset="77"/>
              </a:defRPr>
            </a:lvl3pPr>
            <a:lvl4pPr marL="109725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4pPr>
            <a:lvl5pPr marL="1463003" indent="-243834">
              <a:buClr>
                <a:schemeClr val="tx2"/>
              </a:buClr>
              <a:buFont typeface="Arial" panose="020B0604020202020204" pitchFamily="34" charset="0"/>
              <a:buChar char="•"/>
              <a:defRPr sz="1467" b="0" i="0">
                <a:solidFill>
                  <a:schemeClr val="bg1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2F9A820-95BB-FDF9-48A2-DDD11B6C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528" y="438912"/>
            <a:ext cx="11375136" cy="609600"/>
          </a:xfrm>
        </p:spPr>
        <p:txBody>
          <a:bodyPr lIns="0"/>
          <a:lstStyle>
            <a:lvl1pPr>
              <a:defRPr b="0" i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81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A14F74-9AE4-FE3D-5B7E-FF0B9D75F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F797F84-1016-68FE-191B-45D27B0C45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9031" t="-2797" b="-1"/>
          <a:stretch>
            <a:fillRect/>
          </a:stretch>
        </p:blipFill>
        <p:spPr>
          <a:xfrm>
            <a:off x="8098971" y="924669"/>
            <a:ext cx="2934692" cy="48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8D421C6B-9F5B-4DB8-A455-F9B42A1B54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00801"/>
            <a:ext cx="5486313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IBM Consulting / © IBM Corporation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57B4B170-B75A-4566-BD1C-C1A3AC9774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400801"/>
            <a:ext cx="2438309" cy="22224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E55ADD0-679D-766C-B0A5-B16098B2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256032"/>
            <a:ext cx="11606693" cy="860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18601E-3127-8A99-E91E-5885361C43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4800" y="1756834"/>
            <a:ext cx="11582400" cy="45444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082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21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sz="2400">
                <a:solidFill>
                  <a:srgbClr val="3C3C3B"/>
                </a:solidFill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0526"/>
            <a:ext cx="5384800" cy="429606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rgbClr val="3C3C3B"/>
                </a:solidFill>
              </a:defRPr>
            </a:lvl1pPr>
            <a:lvl2pPr marL="365742" indent="-365742">
              <a:buFont typeface="Arial" panose="020B0604020202020204" pitchFamily="34" charset="0"/>
              <a:buChar char="•"/>
              <a:defRPr lang="en-US" sz="2400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2pPr>
            <a:lvl3pPr marL="731484" indent="-365742">
              <a:buFont typeface="Arial" panose="020B0604020202020204" pitchFamily="34" charset="0"/>
              <a:buChar char="•"/>
              <a:defRPr sz="2133">
                <a:solidFill>
                  <a:srgbClr val="3C3C3B"/>
                </a:solidFill>
              </a:defRPr>
            </a:lvl3pPr>
            <a:lvl4pPr marL="109722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4pPr>
            <a:lvl5pPr marL="1462966" indent="-365742">
              <a:buFont typeface="Arial" panose="020B0604020202020204" pitchFamily="34" charset="0"/>
              <a:buChar char="•"/>
              <a:defRPr sz="1867">
                <a:solidFill>
                  <a:srgbClr val="3C3C3B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355F-22F0-684D-B046-094980D10CE1}" type="datetime1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9B7C6-3FEA-7848-A062-37F8F6368D0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50287" y="-53219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4691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alf Frame 4">
            <a:extLst>
              <a:ext uri="{FF2B5EF4-FFF2-40B4-BE49-F238E27FC236}">
                <a16:creationId xmlns:a16="http://schemas.microsoft.com/office/drawing/2014/main" id="{6581409C-6125-F298-D37A-31D8253DA6C0}"/>
              </a:ext>
            </a:extLst>
          </p:cNvPr>
          <p:cNvSpPr/>
          <p:nvPr userDrawn="1"/>
        </p:nvSpPr>
        <p:spPr>
          <a:xfrm rot="5400000">
            <a:off x="10427853" y="-341746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1D445B04-5630-FADB-A52F-C02F082ED06B}"/>
              </a:ext>
            </a:extLst>
          </p:cNvPr>
          <p:cNvSpPr/>
          <p:nvPr userDrawn="1"/>
        </p:nvSpPr>
        <p:spPr>
          <a:xfrm rot="16200000">
            <a:off x="341748" y="5093852"/>
            <a:ext cx="1422401" cy="2105894"/>
          </a:xfrm>
          <a:prstGeom prst="halfFrame">
            <a:avLst>
              <a:gd name="adj1" fmla="val 26436"/>
              <a:gd name="adj2" fmla="val 2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5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F262E-C592-3212-8CCB-AEDDA5F91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94FE-F685-D3DD-590A-8AF2F72C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5257-0211-6B81-C931-9164A4970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88479-BA81-4009-A123-8DEC37C9712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24AC-A78E-8FA7-7A44-B7D3D58D1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7047-926C-1AB6-C417-8D2D5E13A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F33E6-C358-49CC-A210-CD606781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A91A35-079A-C9FF-D72C-0EDC5BC8C68A}"/>
              </a:ext>
            </a:extLst>
          </p:cNvPr>
          <p:cNvSpPr/>
          <p:nvPr userDrawn="1"/>
        </p:nvSpPr>
        <p:spPr>
          <a:xfrm>
            <a:off x="0" y="6214429"/>
            <a:ext cx="12192000" cy="643572"/>
          </a:xfrm>
          <a:prstGeom prst="rect">
            <a:avLst/>
          </a:prstGeom>
          <a:solidFill>
            <a:srgbClr val="0067A5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 b="0" i="0">
              <a:latin typeface="Montserrat" pitchFamily="2" charset="77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527" y="441960"/>
            <a:ext cx="11375136" cy="609600"/>
          </a:xfrm>
          <a:prstGeom prst="rect">
            <a:avLst/>
          </a:prstGeom>
        </p:spPr>
        <p:txBody>
          <a:bodyPr vert="horz" lIns="0" tIns="45720" rIns="9144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528" y="1219201"/>
            <a:ext cx="11375136" cy="422053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Blue top line"/>
          <p:cNvSpPr/>
          <p:nvPr userDrawn="1"/>
        </p:nvSpPr>
        <p:spPr>
          <a:xfrm flipV="1">
            <a:off x="0" y="-7257"/>
            <a:ext cx="12192000" cy="97535"/>
          </a:xfrm>
          <a:prstGeom prst="rect">
            <a:avLst/>
          </a:prstGeom>
          <a:solidFill>
            <a:srgbClr val="146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17" name="Green top line"/>
          <p:cNvSpPr/>
          <p:nvPr userDrawn="1"/>
        </p:nvSpPr>
        <p:spPr>
          <a:xfrm flipV="1">
            <a:off x="0" y="0"/>
            <a:ext cx="12192000" cy="36576"/>
          </a:xfrm>
          <a:prstGeom prst="rect">
            <a:avLst/>
          </a:prstGeom>
          <a:solidFill>
            <a:srgbClr val="8DC63F"/>
          </a:solidFill>
          <a:ln>
            <a:solidFill>
              <a:srgbClr val="8EB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 b="0" i="0" baseline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027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96" r:id="rId24"/>
    <p:sldLayoutId id="2147483697" r:id="rId25"/>
    <p:sldLayoutId id="2147483698" r:id="rId2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rgbClr val="1866AE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None/>
        <a:defRPr sz="2133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1pPr>
      <a:lvl2pPr marL="365751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8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2pPr>
      <a:lvl3pPr marL="731502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3pPr>
      <a:lvl4pPr marL="109725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4pPr>
      <a:lvl5pPr marL="1463003" indent="-243834" algn="l" defTabSz="609585" rtl="0" eaLnBrk="1" latinLnBrk="0" hangingPunct="1">
        <a:spcBef>
          <a:spcPts val="448"/>
        </a:spcBef>
        <a:buClr>
          <a:schemeClr val="tx2"/>
        </a:buClr>
        <a:buFont typeface="Arial" panose="020B0604020202020204" pitchFamily="34" charset="0"/>
        <a:buChar char="•"/>
        <a:defRPr sz="1467" b="0" i="0" kern="1200" baseline="0">
          <a:solidFill>
            <a:srgbClr val="000000"/>
          </a:solidFill>
          <a:latin typeface="Montserrat" pitchFamily="2" charset="77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5760">
          <p15:clr>
            <a:srgbClr val="F26B43"/>
          </p15:clr>
        </p15:guide>
        <p15:guide id="3" pos="190">
          <p15:clr>
            <a:srgbClr val="F26B43"/>
          </p15:clr>
        </p15:guide>
        <p15:guide id="4" pos="1983">
          <p15:clr>
            <a:srgbClr val="F26B43"/>
          </p15:clr>
        </p15:guide>
        <p15:guide id="5" pos="3776">
          <p15:clr>
            <a:srgbClr val="F26B43"/>
          </p15:clr>
        </p15:guide>
        <p15:guide id="6" pos="5569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3240">
          <p15:clr>
            <a:srgbClr val="F26B43"/>
          </p15:clr>
        </p15:guide>
        <p15:guide id="9" orient="horz" pos="190">
          <p15:clr>
            <a:srgbClr val="F26B43"/>
          </p15:clr>
        </p15:guide>
        <p15:guide id="10" orient="horz" pos="1158">
          <p15:clr>
            <a:srgbClr val="F26B43"/>
          </p15:clr>
        </p15:guide>
        <p15:guide id="11" orient="horz" pos="2127">
          <p15:clr>
            <a:srgbClr val="F26B43"/>
          </p15:clr>
        </p15:guide>
        <p15:guide id="12" orient="horz" pos="3095">
          <p15:clr>
            <a:srgbClr val="F26B43"/>
          </p15:clr>
        </p15:guide>
        <p15:guide id="13" pos="5376">
          <p15:clr>
            <a:srgbClr val="F26B43"/>
          </p15:clr>
        </p15:guide>
        <p15:guide id="14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0_1996B2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460-6DBE-619C-CA11-2645AAEB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A08FD6-7E06-AEC4-FC0F-CD07B699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008" y="1270659"/>
            <a:ext cx="11705493" cy="3272557"/>
          </a:xfrm>
        </p:spPr>
        <p:txBody>
          <a:bodyPr/>
          <a:lstStyle/>
          <a:p>
            <a:r>
              <a:rPr lang="en-US" sz="4250" dirty="0">
                <a:latin typeface="Montserrat"/>
              </a:rPr>
              <a:t>Manage Special Offerings &amp; Plans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Workshop A-1</a:t>
            </a:r>
            <a:br>
              <a:rPr lang="en-US" sz="4250" dirty="0">
                <a:latin typeface="Montserrat"/>
              </a:rPr>
            </a:br>
            <a:br>
              <a:rPr lang="en-US" sz="4250" dirty="0">
                <a:latin typeface="Montserrat"/>
              </a:rPr>
            </a:br>
            <a:r>
              <a:rPr lang="en-US" sz="2800" b="1">
                <a:latin typeface="Montserrat"/>
              </a:rPr>
              <a:t>Jose Diaz and Mohanta Das</a:t>
            </a:r>
            <a:br>
              <a:rPr lang="en-US" sz="2800" dirty="0">
                <a:latin typeface="Montserrat"/>
              </a:rPr>
            </a:br>
            <a:r>
              <a:rPr lang="en-US" sz="2800">
                <a:latin typeface="Montserrat"/>
              </a:rPr>
              <a:t>6/25/26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5229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2789fbb2d8_0_389"/>
          <p:cNvSpPr txBox="1">
            <a:spLocks noGrp="1"/>
          </p:cNvSpPr>
          <p:nvPr>
            <p:ph type="title"/>
          </p:nvPr>
        </p:nvSpPr>
        <p:spPr>
          <a:xfrm>
            <a:off x="268516" y="412769"/>
            <a:ext cx="11375136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1866AE"/>
              </a:buClr>
              <a:buSzPts val="3200"/>
            </a:pPr>
            <a:r>
              <a:rPr lang="en-US" sz="2800" b="1">
                <a:latin typeface="Montserrat"/>
              </a:rPr>
              <a:t>Overarching Design Principles</a:t>
            </a:r>
          </a:p>
        </p:txBody>
      </p:sp>
      <p:sp>
        <p:nvSpPr>
          <p:cNvPr id="410" name="Google Shape;410;g32789fbb2d8_0_389"/>
          <p:cNvSpPr txBox="1">
            <a:spLocks noGrp="1"/>
          </p:cNvSpPr>
          <p:nvPr>
            <p:ph type="sldNum" idx="4294967295"/>
          </p:nvPr>
        </p:nvSpPr>
        <p:spPr>
          <a:xfrm>
            <a:off x="11582400" y="6316133"/>
            <a:ext cx="609600" cy="36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067" b="0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+mn-ea"/>
                <a:cs typeface="Arial"/>
                <a:sym typeface="Montserrat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+mn-ea"/>
              <a:cs typeface="Arial"/>
              <a:sym typeface="Montserra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BB7B8B-CC49-D365-0378-CE28117D9C6F}"/>
              </a:ext>
            </a:extLst>
          </p:cNvPr>
          <p:cNvGrpSpPr/>
          <p:nvPr/>
        </p:nvGrpSpPr>
        <p:grpSpPr>
          <a:xfrm>
            <a:off x="257027" y="4480549"/>
            <a:ext cx="5765213" cy="1492901"/>
            <a:chOff x="142638" y="2224199"/>
            <a:chExt cx="4323909" cy="1119676"/>
          </a:xfrm>
        </p:grpSpPr>
        <p:sp>
          <p:nvSpPr>
            <p:cNvPr id="407" name="Google Shape;407;g32789fbb2d8_0_389"/>
            <p:cNvSpPr txBox="1"/>
            <p:nvPr/>
          </p:nvSpPr>
          <p:spPr>
            <a:xfrm>
              <a:off x="1166753" y="2719097"/>
              <a:ext cx="3267641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minimize customizations and keep the core clean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to ease future upgrades, improving agility and scalability.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08" name="Google Shape;408;g32789fbb2d8_0_389"/>
            <p:cNvSpPr/>
            <p:nvPr/>
          </p:nvSpPr>
          <p:spPr>
            <a:xfrm>
              <a:off x="1198906" y="2224199"/>
              <a:ext cx="3267641" cy="1119623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09" name="Google Shape;409;g32789fbb2d8_0_389"/>
            <p:cNvSpPr/>
            <p:nvPr/>
          </p:nvSpPr>
          <p:spPr>
            <a:xfrm>
              <a:off x="142638" y="2224199"/>
              <a:ext cx="1045800" cy="1119676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417;g32789fbb2d8_0_389">
              <a:extLst>
                <a:ext uri="{FF2B5EF4-FFF2-40B4-BE49-F238E27FC236}">
                  <a16:creationId xmlns:a16="http://schemas.microsoft.com/office/drawing/2014/main" id="{41D41366-DF01-1768-218C-4C7589718121}"/>
                </a:ext>
              </a:extLst>
            </p:cNvPr>
            <p:cNvSpPr/>
            <p:nvPr/>
          </p:nvSpPr>
          <p:spPr>
            <a:xfrm>
              <a:off x="1188438" y="2233595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Minimize customizations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0" name="Google Shape;430;g32789fbb2d8_0_389" descr="Gears outlin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931" y="2376197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B18C77-C996-6AF4-3C3E-7E4E1642FBB4}"/>
              </a:ext>
            </a:extLst>
          </p:cNvPr>
          <p:cNvGrpSpPr/>
          <p:nvPr/>
        </p:nvGrpSpPr>
        <p:grpSpPr>
          <a:xfrm>
            <a:off x="6258375" y="4495995"/>
            <a:ext cx="5766069" cy="1457100"/>
            <a:chOff x="4684200" y="2235351"/>
            <a:chExt cx="4324552" cy="1092826"/>
          </a:xfrm>
        </p:grpSpPr>
        <p:sp>
          <p:nvSpPr>
            <p:cNvPr id="9" name="Google Shape;407;g32789fbb2d8_0_389">
              <a:extLst>
                <a:ext uri="{FF2B5EF4-FFF2-40B4-BE49-F238E27FC236}">
                  <a16:creationId xmlns:a16="http://schemas.microsoft.com/office/drawing/2014/main" id="{9DC1BFDA-BBBE-D3AA-D906-721A4B227937}"/>
                </a:ext>
              </a:extLst>
            </p:cNvPr>
            <p:cNvSpPr txBox="1"/>
            <p:nvPr/>
          </p:nvSpPr>
          <p:spPr>
            <a:xfrm>
              <a:off x="5716044" y="2582308"/>
              <a:ext cx="3292708" cy="715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Non-SAP applications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will only be considered 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if they are considered ‘best of breed’ and are necessary to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enable competitive advantage or meet complex regulatory requirements.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10" name="Google Shape;408;g32789fbb2d8_0_389">
              <a:extLst>
                <a:ext uri="{FF2B5EF4-FFF2-40B4-BE49-F238E27FC236}">
                  <a16:creationId xmlns:a16="http://schemas.microsoft.com/office/drawing/2014/main" id="{8F90BB64-A06C-6838-C906-C7141DC97498}"/>
                </a:ext>
              </a:extLst>
            </p:cNvPr>
            <p:cNvSpPr/>
            <p:nvPr/>
          </p:nvSpPr>
          <p:spPr>
            <a:xfrm>
              <a:off x="5740151" y="2242927"/>
              <a:ext cx="3267640" cy="108525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4" name="Google Shape;414;g32789fbb2d8_0_389"/>
            <p:cNvSpPr/>
            <p:nvPr/>
          </p:nvSpPr>
          <p:spPr>
            <a:xfrm>
              <a:off x="4684200" y="2235351"/>
              <a:ext cx="1045800" cy="1092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417;g32789fbb2d8_0_389">
              <a:extLst>
                <a:ext uri="{FF2B5EF4-FFF2-40B4-BE49-F238E27FC236}">
                  <a16:creationId xmlns:a16="http://schemas.microsoft.com/office/drawing/2014/main" id="{4589EB17-6120-C3B2-A307-D429542D1035}"/>
                </a:ext>
              </a:extLst>
            </p:cNvPr>
            <p:cNvSpPr/>
            <p:nvPr/>
          </p:nvSpPr>
          <p:spPr>
            <a:xfrm>
              <a:off x="5740040" y="2235351"/>
              <a:ext cx="326775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‘Best of Breed’ by exception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pic>
          <p:nvPicPr>
            <p:cNvPr id="431" name="Google Shape;431;g32789fbb2d8_0_389" descr="Clipboard 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57222" y="2376150"/>
              <a:ext cx="6858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17FF38-FB3B-AE05-2E09-63D1AD5DCA28}"/>
              </a:ext>
            </a:extLst>
          </p:cNvPr>
          <p:cNvGrpSpPr/>
          <p:nvPr/>
        </p:nvGrpSpPr>
        <p:grpSpPr>
          <a:xfrm>
            <a:off x="265344" y="2853848"/>
            <a:ext cx="5760893" cy="1494064"/>
            <a:chOff x="148875" y="977333"/>
            <a:chExt cx="4320670" cy="1120548"/>
          </a:xfrm>
        </p:grpSpPr>
        <p:sp>
          <p:nvSpPr>
            <p:cNvPr id="417" name="Google Shape;417;g32789fbb2d8_0_389"/>
            <p:cNvSpPr/>
            <p:nvPr/>
          </p:nvSpPr>
          <p:spPr>
            <a:xfrm>
              <a:off x="1198235" y="1253012"/>
              <a:ext cx="3267750" cy="844638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sz="200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18" name="Google Shape;418;g32789fbb2d8_0_389"/>
            <p:cNvSpPr txBox="1"/>
            <p:nvPr/>
          </p:nvSpPr>
          <p:spPr>
            <a:xfrm>
              <a:off x="1177486" y="1452484"/>
              <a:ext cx="3267579" cy="553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change and adapt our existing business processes to fit to standard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panose="00000500000000000000" pitchFamily="2" charset="0"/>
                  <a:ea typeface="Nunito"/>
                  <a:cs typeface="Nunito"/>
                  <a:sym typeface="Nunito"/>
                </a:rPr>
                <a:t> ‘out of the box’ functionality.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Nunito"/>
                <a:cs typeface="Nunito"/>
                <a:sym typeface="Arial"/>
              </a:endParaRPr>
            </a:p>
          </p:txBody>
        </p:sp>
        <p:sp>
          <p:nvSpPr>
            <p:cNvPr id="4" name="Google Shape;417;g32789fbb2d8_0_389">
              <a:extLst>
                <a:ext uri="{FF2B5EF4-FFF2-40B4-BE49-F238E27FC236}">
                  <a16:creationId xmlns:a16="http://schemas.microsoft.com/office/drawing/2014/main" id="{8D41AEF2-1070-0073-A19C-3DEBFCB3F678}"/>
                </a:ext>
              </a:extLst>
            </p:cNvPr>
            <p:cNvSpPr/>
            <p:nvPr/>
          </p:nvSpPr>
          <p:spPr>
            <a:xfrm>
              <a:off x="1204774" y="977333"/>
              <a:ext cx="3264771" cy="361721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FFFEFE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Fit to Standard</a:t>
              </a:r>
              <a:endParaRPr lang="en-US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19" name="Google Shape;419;g32789fbb2d8_0_389"/>
            <p:cNvSpPr/>
            <p:nvPr/>
          </p:nvSpPr>
          <p:spPr>
            <a:xfrm>
              <a:off x="148875" y="978056"/>
              <a:ext cx="1045800" cy="1119825"/>
            </a:xfrm>
            <a:prstGeom prst="rect">
              <a:avLst/>
            </a:prstGeom>
            <a:solidFill>
              <a:srgbClr val="0067A4"/>
            </a:solidFill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2789fbb2d8_0_389" descr="Continuous Improvement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8404" y="1115429"/>
              <a:ext cx="844856" cy="8448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417;g32789fbb2d8_0_389">
            <a:extLst>
              <a:ext uri="{FF2B5EF4-FFF2-40B4-BE49-F238E27FC236}">
                <a16:creationId xmlns:a16="http://schemas.microsoft.com/office/drawing/2014/main" id="{E908B7A6-2C7E-0E4F-24F6-146F9D47ABBB}"/>
              </a:ext>
            </a:extLst>
          </p:cNvPr>
          <p:cNvSpPr/>
          <p:nvPr/>
        </p:nvSpPr>
        <p:spPr>
          <a:xfrm>
            <a:off x="7666911" y="2844429"/>
            <a:ext cx="4329190" cy="482294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Rationalize Applications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grpSp>
        <p:nvGrpSpPr>
          <p:cNvPr id="421" name="Google Shape;421;g32789fbb2d8_0_389"/>
          <p:cNvGrpSpPr/>
          <p:nvPr/>
        </p:nvGrpSpPr>
        <p:grpSpPr>
          <a:xfrm>
            <a:off x="7653078" y="2830813"/>
            <a:ext cx="4363265" cy="1525551"/>
            <a:chOff x="347967" y="4648260"/>
            <a:chExt cx="5145358" cy="1773900"/>
          </a:xfrm>
        </p:grpSpPr>
        <p:sp>
          <p:nvSpPr>
            <p:cNvPr id="422" name="Google Shape;422;g32789fbb2d8_0_389"/>
            <p:cNvSpPr txBox="1"/>
            <p:nvPr/>
          </p:nvSpPr>
          <p:spPr>
            <a:xfrm>
              <a:off x="347967" y="5411928"/>
              <a:ext cx="5137800" cy="858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 sz="1200">
                  <a:latin typeface="Montserrat"/>
                </a:defRPr>
              </a:pP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We will </a:t>
              </a: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standardize and rationalize our applications</a:t>
              </a:r>
              <a:r>
                <a:rPr kumimoji="0" lang="en-US" sz="1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/>
                  <a:ea typeface="Nunito"/>
                  <a:cs typeface="Nunito"/>
                  <a:sym typeface="Nunito"/>
                </a:rPr>
                <a:t> to control costs and reduce the complexity of our IT estate.</a:t>
              </a:r>
              <a:endParaRPr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</a:endParaRPr>
            </a:p>
          </p:txBody>
        </p:sp>
        <p:sp>
          <p:nvSpPr>
            <p:cNvPr id="423" name="Google Shape;423;g32789fbb2d8_0_389"/>
            <p:cNvSpPr/>
            <p:nvPr/>
          </p:nvSpPr>
          <p:spPr>
            <a:xfrm>
              <a:off x="355525" y="4648260"/>
              <a:ext cx="5137800" cy="1773900"/>
            </a:xfrm>
            <a:prstGeom prst="rect">
              <a:avLst/>
            </a:prstGeom>
            <a:noFill/>
            <a:ln w="19050" cap="flat" cmpd="sng">
              <a:solidFill>
                <a:srgbClr val="0067A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91433" rIns="91433" bIns="91433" anchor="t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Tx/>
                <a:buNone/>
                <a:tabLst/>
                <a:defRPr/>
              </a:pPr>
              <a:endParaRPr kumimoji="0" b="0" i="0" u="none" strike="noStrike" kern="0" cap="none" spc="0" normalizeH="0" baseline="0" noProof="0">
                <a:ln>
                  <a:noFill/>
                </a:ln>
                <a:solidFill>
                  <a:srgbClr val="454947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24" name="Google Shape;424;g32789fbb2d8_0_389"/>
          <p:cNvSpPr/>
          <p:nvPr/>
        </p:nvSpPr>
        <p:spPr>
          <a:xfrm>
            <a:off x="6267763" y="2830872"/>
            <a:ext cx="1394400" cy="1525497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2789fbb2d8_0_389" descr="Money outlin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9848" y="3136391"/>
            <a:ext cx="914400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2789fbb2d8_0_389"/>
          <p:cNvSpPr/>
          <p:nvPr/>
        </p:nvSpPr>
        <p:spPr>
          <a:xfrm>
            <a:off x="7639921" y="1222976"/>
            <a:ext cx="4370466" cy="1493384"/>
          </a:xfrm>
          <a:prstGeom prst="rect">
            <a:avLst/>
          </a:prstGeom>
          <a:noFill/>
          <a:ln w="19050" cap="flat" cmpd="sng">
            <a:solidFill>
              <a:srgbClr val="007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srgbClr val="454947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2789fbb2d8_0_389"/>
          <p:cNvSpPr txBox="1"/>
          <p:nvPr/>
        </p:nvSpPr>
        <p:spPr>
          <a:xfrm>
            <a:off x="7655878" y="1885987"/>
            <a:ext cx="4356854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We will adopt an “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first” strategy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with all financial and operational data housed within SAP. </a:t>
            </a:r>
            <a:endParaRPr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429" name="Google Shape;429;g32789fbb2d8_0_389"/>
          <p:cNvSpPr/>
          <p:nvPr/>
        </p:nvSpPr>
        <p:spPr>
          <a:xfrm>
            <a:off x="6245604" y="1222900"/>
            <a:ext cx="1394400" cy="1493363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89fbb2d8_0_389"/>
          <p:cNvSpPr/>
          <p:nvPr/>
        </p:nvSpPr>
        <p:spPr>
          <a:xfrm>
            <a:off x="6333200" y="1314913"/>
            <a:ext cx="1200800" cy="13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 Sans Light"/>
              <a:ea typeface="Nunito Sans Light"/>
              <a:cs typeface="Nunito Sans Light"/>
              <a:sym typeface="Nunito Sans Light"/>
            </a:endParaRPr>
          </a:p>
        </p:txBody>
      </p:sp>
      <p:pic>
        <p:nvPicPr>
          <p:cNvPr id="435" name="Google Shape;435;g32789fbb2d8_0_3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5079" y="1732852"/>
            <a:ext cx="956853" cy="4732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7;g32789fbb2d8_0_389">
            <a:extLst>
              <a:ext uri="{FF2B5EF4-FFF2-40B4-BE49-F238E27FC236}">
                <a16:creationId xmlns:a16="http://schemas.microsoft.com/office/drawing/2014/main" id="{7C3A552F-1141-4B0A-0498-135B5978438F}"/>
              </a:ext>
            </a:extLst>
          </p:cNvPr>
          <p:cNvSpPr/>
          <p:nvPr/>
        </p:nvSpPr>
        <p:spPr>
          <a:xfrm>
            <a:off x="7653386" y="1236567"/>
            <a:ext cx="4357000" cy="482295"/>
          </a:xfrm>
          <a:prstGeom prst="rect">
            <a:avLst/>
          </a:prstGeom>
          <a:solidFill>
            <a:srgbClr val="0067A4"/>
          </a:solidFill>
          <a:ln w="19050" cap="flat" cmpd="sng">
            <a:solidFill>
              <a:srgbClr val="006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Tx/>
              <a:buNone/>
              <a:tabLst/>
              <a:defRPr sz="1200">
                <a:latin typeface="Montserrat"/>
              </a:defRPr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/>
                <a:ea typeface="Nunito"/>
                <a:cs typeface="Nunito"/>
                <a:sym typeface="Nunito"/>
              </a:rPr>
              <a:t>SAP First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/>
              <a:ea typeface="Nunito"/>
              <a:cs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C717F-3571-D9A9-D060-149F7AABBC00}"/>
              </a:ext>
            </a:extLst>
          </p:cNvPr>
          <p:cNvSpPr txBox="1"/>
          <p:nvPr/>
        </p:nvSpPr>
        <p:spPr>
          <a:xfrm>
            <a:off x="254000" y="1236577"/>
            <a:ext cx="5724357" cy="132343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ea typeface="+mn-lt"/>
                <a:cs typeface="+mn-lt"/>
              </a:rPr>
              <a:t>The goal of this project is to utilize standard Service Cloud V2 capabilities with minimal customizations.  We will strive to modify our processes to Fit-to-Standard SAP technology as much as possible. </a:t>
            </a:r>
            <a:endParaRPr lang="en-US" sz="1600" b="1" i="1"/>
          </a:p>
        </p:txBody>
      </p:sp>
    </p:spTree>
    <p:extLst>
      <p:ext uri="{BB962C8B-B14F-4D97-AF65-F5344CB8AC3E}">
        <p14:creationId xmlns:p14="http://schemas.microsoft.com/office/powerpoint/2010/main" val="11101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E6A8-5C35-7351-DB79-97BFAAA2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C7DFAC-34D3-91D3-2C54-3811D96D4D0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217" y="332997"/>
            <a:ext cx="7615238" cy="457200"/>
          </a:xfrm>
        </p:spPr>
        <p:txBody>
          <a:bodyPr vert="horz" lIns="0" tIns="45720" rIns="91440" bIns="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94806E"/>
                </a:solidFill>
                <a:latin typeface="Montserrat"/>
                <a:ea typeface="+mj-ea"/>
                <a:cs typeface="+mj-cs"/>
              </a:rPr>
              <a:t>Workshop Agenda</a:t>
            </a:r>
            <a:endParaRPr lang="en-US" sz="3200" b="1">
              <a:solidFill>
                <a:srgbClr val="94806E"/>
              </a:solidFill>
              <a:ea typeface="+mj-ea"/>
              <a:cs typeface="+mj-cs"/>
            </a:endParaRPr>
          </a:p>
        </p:txBody>
      </p:sp>
      <p:sp>
        <p:nvSpPr>
          <p:cNvPr id="125" name="Text Placeholder 5">
            <a:extLst>
              <a:ext uri="{FF2B5EF4-FFF2-40B4-BE49-F238E27FC236}">
                <a16:creationId xmlns:a16="http://schemas.microsoft.com/office/drawing/2014/main" id="{84DDF3AB-9E71-B162-93B6-96C48461F019}"/>
              </a:ext>
            </a:extLst>
          </p:cNvPr>
          <p:cNvSpPr txBox="1">
            <a:spLocks/>
          </p:cNvSpPr>
          <p:nvPr/>
        </p:nvSpPr>
        <p:spPr>
          <a:xfrm>
            <a:off x="878971" y="952073"/>
            <a:ext cx="1105573" cy="194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IBM Plex Sans" panose="020B0503050000000000" pitchFamily="34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4767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25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TOPIC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F3347E-7396-B26D-772C-4D59FBA7AC07}"/>
              </a:ext>
            </a:extLst>
          </p:cNvPr>
          <p:cNvCxnSpPr>
            <a:cxnSpLocks/>
          </p:cNvCxnSpPr>
          <p:nvPr/>
        </p:nvCxnSpPr>
        <p:spPr>
          <a:xfrm>
            <a:off x="796190" y="1221248"/>
            <a:ext cx="10479474" cy="0"/>
          </a:xfrm>
          <a:prstGeom prst="line">
            <a:avLst/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3A62A1C-E4DA-E643-660B-BB82D7B9774C}"/>
              </a:ext>
            </a:extLst>
          </p:cNvPr>
          <p:cNvCxnSpPr>
            <a:cxnSpLocks/>
          </p:cNvCxnSpPr>
          <p:nvPr/>
        </p:nvCxnSpPr>
        <p:spPr>
          <a:xfrm>
            <a:off x="744629" y="1656931"/>
            <a:ext cx="10489921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F14BB83-26F6-F81B-257F-AB1BDE8BC505}"/>
              </a:ext>
            </a:extLst>
          </p:cNvPr>
          <p:cNvCxnSpPr>
            <a:cxnSpLocks/>
          </p:cNvCxnSpPr>
          <p:nvPr/>
        </p:nvCxnSpPr>
        <p:spPr>
          <a:xfrm>
            <a:off x="744629" y="4079099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754A7B2-5729-37BA-4CC5-BFF820B38880}"/>
              </a:ext>
            </a:extLst>
          </p:cNvPr>
          <p:cNvSpPr txBox="1">
            <a:spLocks/>
          </p:cNvSpPr>
          <p:nvPr/>
        </p:nvSpPr>
        <p:spPr>
          <a:xfrm>
            <a:off x="744629" y="1649212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02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1E00338-5619-11A3-BAFF-7FB71EE17928}"/>
              </a:ext>
            </a:extLst>
          </p:cNvPr>
          <p:cNvSpPr txBox="1">
            <a:spLocks/>
          </p:cNvSpPr>
          <p:nvPr/>
        </p:nvSpPr>
        <p:spPr>
          <a:xfrm>
            <a:off x="732239" y="2467995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04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D7CD0002-0816-D81E-8E98-17B201F8556D}"/>
              </a:ext>
            </a:extLst>
          </p:cNvPr>
          <p:cNvSpPr txBox="1">
            <a:spLocks/>
          </p:cNvSpPr>
          <p:nvPr/>
        </p:nvSpPr>
        <p:spPr>
          <a:xfrm>
            <a:off x="732239" y="2858325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05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4ABBC89-EEC8-89D8-4B2B-F5F774610ECB}"/>
              </a:ext>
            </a:extLst>
          </p:cNvPr>
          <p:cNvSpPr txBox="1">
            <a:spLocks/>
          </p:cNvSpPr>
          <p:nvPr/>
        </p:nvSpPr>
        <p:spPr>
          <a:xfrm>
            <a:off x="732239" y="2060123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5E7236-32C8-A033-8F10-76C1A5930AEA}"/>
              </a:ext>
            </a:extLst>
          </p:cNvPr>
          <p:cNvSpPr txBox="1">
            <a:spLocks/>
          </p:cNvSpPr>
          <p:nvPr/>
        </p:nvSpPr>
        <p:spPr>
          <a:xfrm>
            <a:off x="732239" y="3263511"/>
            <a:ext cx="799704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06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9207E7A-871B-C1C3-99AF-A6AB696537D6}"/>
              </a:ext>
            </a:extLst>
          </p:cNvPr>
          <p:cNvSpPr txBox="1">
            <a:spLocks/>
          </p:cNvSpPr>
          <p:nvPr/>
        </p:nvSpPr>
        <p:spPr>
          <a:xfrm>
            <a:off x="744629" y="1244026"/>
            <a:ext cx="720783" cy="4790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rgbClr val="00174C"/>
                </a:solidFill>
                <a:latin typeface="IBM Plex Sans Light" panose="020B0403050203000203" pitchFamily="34" charset="0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uLnTx/>
                <a:uFillTx/>
                <a:latin typeface="Montserrat" pitchFamily="2" charset="77"/>
                <a:ea typeface="+mn-ea"/>
                <a:cs typeface="+mn-cs"/>
              </a:rPr>
              <a:t>01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99B157-D785-0E02-B067-81348AF53B7D}"/>
              </a:ext>
            </a:extLst>
          </p:cNvPr>
          <p:cNvCxnSpPr>
            <a:cxnSpLocks/>
          </p:cNvCxnSpPr>
          <p:nvPr/>
        </p:nvCxnSpPr>
        <p:spPr>
          <a:xfrm flipV="1">
            <a:off x="744647" y="2452260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C43B979-0628-FFA5-3D81-2A6A3E21E52F}"/>
              </a:ext>
            </a:extLst>
          </p:cNvPr>
          <p:cNvCxnSpPr>
            <a:cxnSpLocks/>
          </p:cNvCxnSpPr>
          <p:nvPr/>
        </p:nvCxnSpPr>
        <p:spPr>
          <a:xfrm>
            <a:off x="744629" y="326872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4D7D-C580-3745-9E64-E7C176966FB6}"/>
              </a:ext>
            </a:extLst>
          </p:cNvPr>
          <p:cNvCxnSpPr>
            <a:cxnSpLocks/>
          </p:cNvCxnSpPr>
          <p:nvPr/>
        </p:nvCxnSpPr>
        <p:spPr>
          <a:xfrm>
            <a:off x="744629" y="3673913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9CAA55-934B-FEA2-EA64-6A32CCB94014}"/>
              </a:ext>
            </a:extLst>
          </p:cNvPr>
          <p:cNvCxnSpPr>
            <a:cxnSpLocks/>
          </p:cNvCxnSpPr>
          <p:nvPr/>
        </p:nvCxnSpPr>
        <p:spPr>
          <a:xfrm flipV="1">
            <a:off x="744647" y="2863542"/>
            <a:ext cx="10479474" cy="5855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14" name="TextBox 2">
            <a:extLst>
              <a:ext uri="{FF2B5EF4-FFF2-40B4-BE49-F238E27FC236}">
                <a16:creationId xmlns:a16="http://schemas.microsoft.com/office/drawing/2014/main" id="{1A3158E1-7695-0C81-4A14-28927869505A}"/>
              </a:ext>
            </a:extLst>
          </p:cNvPr>
          <p:cNvSpPr txBox="1"/>
          <p:nvPr/>
        </p:nvSpPr>
        <p:spPr>
          <a:xfrm>
            <a:off x="1146100" y="1194089"/>
            <a:ext cx="10739400" cy="42005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Scope, Purpose, Objective</a:t>
            </a:r>
          </a:p>
          <a:p>
            <a:pPr>
              <a:lnSpc>
                <a:spcPct val="150000"/>
              </a:lnSpc>
            </a:pPr>
            <a:r>
              <a:rPr lang="en-US"/>
              <a:t>(L3) </a:t>
            </a:r>
            <a:r>
              <a:rPr lang="en-US">
                <a:ea typeface="+mn-lt"/>
                <a:cs typeface="+mn-lt"/>
              </a:rPr>
              <a:t>Manage Payment Arrangements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BREAK – 10 Mins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0000"/>
                </a:solidFill>
              </a:rPr>
              <a:t>(L3) Manage Budget Billing</a:t>
            </a:r>
          </a:p>
          <a:p>
            <a:pPr>
              <a:lnSpc>
                <a:spcPct val="150000"/>
              </a:lnSpc>
            </a:pPr>
            <a:r>
              <a:rPr lang="en-US"/>
              <a:t>(L3) Enrollments</a:t>
            </a:r>
          </a:p>
          <a:p>
            <a:pPr>
              <a:lnSpc>
                <a:spcPct val="150000"/>
              </a:lnSpc>
            </a:pPr>
            <a:r>
              <a:rPr lang="en-US"/>
              <a:t>Future State Assumptions</a:t>
            </a:r>
          </a:p>
          <a:p>
            <a:pPr>
              <a:lnSpc>
                <a:spcPct val="150000"/>
              </a:lnSpc>
            </a:pPr>
            <a:r>
              <a:rPr lang="en-US"/>
              <a:t>FRICE-W</a:t>
            </a:r>
          </a:p>
          <a:p>
            <a:pPr>
              <a:lnSpc>
                <a:spcPct val="150000"/>
              </a:lnSpc>
            </a:pPr>
            <a:r>
              <a:rPr lang="en-US"/>
              <a:t>Drafted User Stories</a:t>
            </a:r>
          </a:p>
          <a:p>
            <a:pPr>
              <a:lnSpc>
                <a:spcPct val="150000"/>
              </a:lnSpc>
            </a:pPr>
            <a:r>
              <a:rPr lang="en-US"/>
              <a:t>Data Migration</a:t>
            </a:r>
          </a:p>
          <a:p>
            <a:pPr>
              <a:lnSpc>
                <a:spcPct val="150000"/>
              </a:lnSpc>
            </a:pPr>
            <a:r>
              <a:rPr lang="en-US"/>
              <a:t>Decisions, Action Items, Change Impacts, Wrap-Up, and Next Steps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CE3659-5291-DEDD-2F76-4488BBA28AFA}"/>
              </a:ext>
            </a:extLst>
          </p:cNvPr>
          <p:cNvCxnSpPr>
            <a:cxnSpLocks/>
          </p:cNvCxnSpPr>
          <p:nvPr/>
        </p:nvCxnSpPr>
        <p:spPr>
          <a:xfrm>
            <a:off x="744629" y="4533845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37498B5-50A6-1993-F4E6-D125CEC4558D}"/>
              </a:ext>
            </a:extLst>
          </p:cNvPr>
          <p:cNvSpPr txBox="1">
            <a:spLocks/>
          </p:cNvSpPr>
          <p:nvPr/>
        </p:nvSpPr>
        <p:spPr>
          <a:xfrm>
            <a:off x="732239" y="3730648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07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440C7EC6-DBBB-DA51-BFFF-8CA5BC63AD30}"/>
              </a:ext>
            </a:extLst>
          </p:cNvPr>
          <p:cNvSpPr txBox="1">
            <a:spLocks/>
          </p:cNvSpPr>
          <p:nvPr/>
        </p:nvSpPr>
        <p:spPr>
          <a:xfrm>
            <a:off x="732239" y="4135833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08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733F61-66C7-18F4-6938-676D88C48CC5}"/>
              </a:ext>
            </a:extLst>
          </p:cNvPr>
          <p:cNvCxnSpPr>
            <a:cxnSpLocks/>
          </p:cNvCxnSpPr>
          <p:nvPr/>
        </p:nvCxnSpPr>
        <p:spPr>
          <a:xfrm>
            <a:off x="744629" y="4994886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F47A323-8294-0E08-D343-EAD02302621C}"/>
              </a:ext>
            </a:extLst>
          </p:cNvPr>
          <p:cNvCxnSpPr>
            <a:cxnSpLocks/>
          </p:cNvCxnSpPr>
          <p:nvPr/>
        </p:nvCxnSpPr>
        <p:spPr>
          <a:xfrm>
            <a:off x="721009" y="2050718"/>
            <a:ext cx="10479474" cy="0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</p:cxn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3E6A97C-518D-6383-C8A1-B13398BD7864}"/>
              </a:ext>
            </a:extLst>
          </p:cNvPr>
          <p:cNvSpPr txBox="1">
            <a:spLocks/>
          </p:cNvSpPr>
          <p:nvPr/>
        </p:nvSpPr>
        <p:spPr>
          <a:xfrm>
            <a:off x="732238" y="4625247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09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7286D19-BE4A-651E-9A98-AB42DA6AD29F}"/>
              </a:ext>
            </a:extLst>
          </p:cNvPr>
          <p:cNvSpPr txBox="1">
            <a:spLocks/>
          </p:cNvSpPr>
          <p:nvPr/>
        </p:nvSpPr>
        <p:spPr>
          <a:xfrm>
            <a:off x="744627" y="4996954"/>
            <a:ext cx="799704" cy="4790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3200" b="0" i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>
                <a:solidFill>
                  <a:schemeClr val="accent1"/>
                </a:solidFill>
                <a:effectLst>
                  <a:outerShdw blurRad="381000" dist="25400" sx="102000" sy="102000" algn="ctr" rotWithShape="0">
                    <a:srgbClr val="006EE5">
                      <a:alpha val="15000"/>
                    </a:srgbClr>
                  </a:outerShdw>
                </a:effectLst>
                <a:latin typeface="Montserrat"/>
              </a:rPr>
              <a:t>10</a:t>
            </a: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0" dist="25400" sx="102000" sy="102000" algn="ctr" rotWithShape="0">
                  <a:srgbClr val="006EE5">
                    <a:alpha val="15000"/>
                  </a:srgbClr>
                </a:outerShdw>
              </a:effectLst>
              <a:uLnTx/>
              <a:uFillTx/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930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01</a:t>
            </a:r>
            <a:r>
              <a:rPr lang="en-US" sz="4250">
                <a:latin typeface="Montserrat"/>
              </a:rPr>
              <a:t> Scope, Purpose, Objective</a:t>
            </a:r>
            <a:br>
              <a:rPr lang="en-GB" sz="4400"/>
            </a:br>
            <a:br>
              <a:rPr lang="en-CA" sz="440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1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26BE-82DC-C3E0-175A-3A300D93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40" y="272224"/>
            <a:ext cx="11375136" cy="609600"/>
          </a:xfrm>
        </p:spPr>
        <p:txBody>
          <a:bodyPr>
            <a:normAutofit/>
          </a:bodyPr>
          <a:lstStyle/>
          <a:p>
            <a:r>
              <a:rPr lang="en-US">
                <a:latin typeface="Montserrat"/>
              </a:rPr>
              <a:t>Scope, Purpose, Objectives</a:t>
            </a:r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41648DD-4218-4BE8-7835-E2FEC3AD90A5}"/>
              </a:ext>
            </a:extLst>
          </p:cNvPr>
          <p:cNvSpPr/>
          <p:nvPr/>
        </p:nvSpPr>
        <p:spPr>
          <a:xfrm>
            <a:off x="668741" y="1709382"/>
            <a:ext cx="3324971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8B61822E-C6DD-3567-E7D0-EB09E981B1A4}"/>
              </a:ext>
            </a:extLst>
          </p:cNvPr>
          <p:cNvSpPr/>
          <p:nvPr/>
        </p:nvSpPr>
        <p:spPr>
          <a:xfrm>
            <a:off x="4433248" y="1720754"/>
            <a:ext cx="3313065" cy="422664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62FBCF2D-842F-77C1-E421-560EFB911469}"/>
              </a:ext>
            </a:extLst>
          </p:cNvPr>
          <p:cNvSpPr/>
          <p:nvPr/>
        </p:nvSpPr>
        <p:spPr>
          <a:xfrm>
            <a:off x="8288740" y="1720753"/>
            <a:ext cx="3336877" cy="421474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7AC8526-0BC0-5086-C656-0FB2FF4449F2}"/>
              </a:ext>
            </a:extLst>
          </p:cNvPr>
          <p:cNvSpPr/>
          <p:nvPr/>
        </p:nvSpPr>
        <p:spPr>
          <a:xfrm>
            <a:off x="663765" y="1101629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89469BA-CFF6-D096-4A3C-61901337270E}"/>
              </a:ext>
            </a:extLst>
          </p:cNvPr>
          <p:cNvSpPr/>
          <p:nvPr/>
        </p:nvSpPr>
        <p:spPr>
          <a:xfrm>
            <a:off x="4428272" y="1101628"/>
            <a:ext cx="3325504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7D1D11F0-635C-A5D2-ABC6-26B771A1B782}"/>
              </a:ext>
            </a:extLst>
          </p:cNvPr>
          <p:cNvSpPr/>
          <p:nvPr/>
        </p:nvSpPr>
        <p:spPr>
          <a:xfrm>
            <a:off x="8343295" y="1101627"/>
            <a:ext cx="3277880" cy="6186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Montserrat" pitchFamily="2" charset="77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488D4D5-5CD8-4795-9990-CE0CF387E5E3}"/>
              </a:ext>
            </a:extLst>
          </p:cNvPr>
          <p:cNvSpPr txBox="1"/>
          <p:nvPr/>
        </p:nvSpPr>
        <p:spPr>
          <a:xfrm>
            <a:off x="113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Scope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35DA-84BE-BABC-7597-E1E0AC846AEA}"/>
              </a:ext>
            </a:extLst>
          </p:cNvPr>
          <p:cNvSpPr txBox="1"/>
          <p:nvPr/>
        </p:nvSpPr>
        <p:spPr>
          <a:xfrm>
            <a:off x="4906329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Purpose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74CF1-E679-4FA2-4961-699915B99E26}"/>
              </a:ext>
            </a:extLst>
          </p:cNvPr>
          <p:cNvSpPr txBox="1"/>
          <p:nvPr/>
        </p:nvSpPr>
        <p:spPr>
          <a:xfrm>
            <a:off x="8752048" y="1105142"/>
            <a:ext cx="2402006" cy="89255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Objective</a:t>
            </a: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2ECB-81D5-58D2-6118-D4651F04DC2A}"/>
              </a:ext>
            </a:extLst>
          </p:cNvPr>
          <p:cNvSpPr txBox="1"/>
          <p:nvPr/>
        </p:nvSpPr>
        <p:spPr>
          <a:xfrm>
            <a:off x="804175" y="1806066"/>
            <a:ext cx="3040854" cy="15696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Scope of this document covers the to-be state for </a:t>
            </a: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Manage 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Special Offerings and Plans between SAP Service Cloud v2 and SAP S4HANA</a:t>
            </a:r>
            <a:r>
              <a:rPr lang="en-US" sz="1600" dirty="0">
                <a:solidFill>
                  <a:srgbClr val="1866AE"/>
                </a:solidFill>
                <a:latin typeface="Montserrat"/>
                <a:ea typeface="+mj-ea"/>
                <a:cs typeface="+mj-cs"/>
              </a:rPr>
              <a:t>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222EA-B48B-A73B-8B97-C9D2C354B0CD}"/>
              </a:ext>
            </a:extLst>
          </p:cNvPr>
          <p:cNvSpPr txBox="1"/>
          <p:nvPr/>
        </p:nvSpPr>
        <p:spPr>
          <a:xfrm>
            <a:off x="4561049" y="1801867"/>
            <a:ext cx="3044942" cy="113877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Describe the process of </a:t>
            </a: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Manage Special Offerings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and Plans</a:t>
            </a:r>
            <a:endParaRPr lang="en-US" sz="1600" dirty="0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  <a:p>
            <a:endParaRPr lang="en-US" sz="100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8F84-D62C-19BE-A519-41A2E08899EA}"/>
              </a:ext>
            </a:extLst>
          </p:cNvPr>
          <p:cNvSpPr txBox="1"/>
          <p:nvPr/>
        </p:nvSpPr>
        <p:spPr>
          <a:xfrm>
            <a:off x="8418673" y="1801867"/>
            <a:ext cx="3128285" cy="44627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Offer a holistic view of all the key elements of the to-be process including organization/roles, configuration or customization if needed, data, reporting, security, and controls requirements. </a:t>
            </a:r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Define the target-state ownership and L3 processes.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  <a:latin typeface="Montserrat"/>
                <a:ea typeface="+mj-ea"/>
                <a:cs typeface="+mj-cs"/>
              </a:rPr>
              <a:t>Document key assumptions/decisions and outline any FRICE-W's and reports. 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  <a:p>
            <a:endParaRPr lang="en-US">
              <a:solidFill>
                <a:schemeClr val="bg1"/>
              </a:solidFill>
              <a:latin typeface="Montserrat"/>
              <a:ea typeface="+mj-ea"/>
              <a:cs typeface="+mj-cs"/>
            </a:endParaRPr>
          </a:p>
          <a:p>
            <a:endParaRPr lang="en-US" sz="100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854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06D9-97D5-976B-6B7D-37ADA965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46CD-1144-6554-DF58-B2D391AF6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Montserrat"/>
              </a:rPr>
              <a:t>Ownership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068F04F-6DFB-171B-FC7A-BD61AE783CD5}"/>
              </a:ext>
            </a:extLst>
          </p:cNvPr>
          <p:cNvSpPr txBox="1">
            <a:spLocks/>
          </p:cNvSpPr>
          <p:nvPr/>
        </p:nvSpPr>
        <p:spPr>
          <a:xfrm>
            <a:off x="535657" y="4756766"/>
            <a:ext cx="3749040" cy="158504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40" tIns="45720" rIns="91440" bIns="45720" anchor="t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Montserrat"/>
              </a:defRPr>
            </a:defPPr>
            <a:lvl1pPr>
              <a:spcAft>
                <a:spcPts val="1200"/>
              </a:spcAft>
              <a:defRPr sz="1200">
                <a:solidFill>
                  <a:schemeClr val="accent1"/>
                </a:solidFill>
                <a:latin typeface="Montserrat"/>
              </a:defRPr>
            </a:lvl1pPr>
            <a:lvl2pPr marL="2333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2pPr>
            <a:lvl3pPr marL="4572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3pPr>
            <a:lvl4pPr marL="690563" indent="-233363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Char char="–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4pPr>
            <a:lvl5pPr marL="914400" indent="-223838" defTabSz="580412" eaLnBrk="1" hangingPunct="1">
              <a:lnSpc>
                <a:spcPct val="110000"/>
              </a:lnSpc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Montserrat"/>
                <a:ea typeface="+mj-ea"/>
                <a:cs typeface="+mj-cs"/>
              </a:defRPr>
            </a:lvl5pPr>
            <a:lvl6pPr marL="921162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6pPr>
            <a:lvl7pPr marL="1102374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7pPr>
            <a:lvl8pPr marL="1283586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8pPr>
            <a:lvl9pPr marL="1464798" indent="-194427" defTabSz="1218712" eaLnBrk="1" hangingPunct="1">
              <a:spcBef>
                <a:spcPts val="1450"/>
              </a:spcBef>
              <a:buSzPct val="100000"/>
              <a:buChar char="»"/>
              <a:defRPr sz="1200">
                <a:latin typeface="Montserra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WORKSHOP FACILITATION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Facilitator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lang="en-US" b="1">
                <a:solidFill>
                  <a:srgbClr val="000000"/>
                </a:solidFill>
              </a:rPr>
              <a:t>Jose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Diaz</a:t>
            </a:r>
            <a:r>
              <a:rPr lang="en-US" b="1">
                <a:solidFill>
                  <a:srgbClr val="000000"/>
                </a:solidFill>
              </a:rPr>
              <a:t>, Mohanta Das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IBM Scribe: </a:t>
            </a:r>
            <a:r>
              <a:rPr lang="en-US" sz="1200" b="1" dirty="0">
                <a:solidFill>
                  <a:srgbClr val="000000"/>
                </a:solidFill>
              </a:rPr>
              <a:t>Taylor </a:t>
            </a:r>
            <a:r>
              <a:rPr lang="en-US" sz="1200" b="1" dirty="0" err="1">
                <a:solidFill>
                  <a:srgbClr val="000000"/>
                </a:solidFill>
              </a:rPr>
              <a:t>Ilov</a:t>
            </a:r>
            <a:endParaRPr lang="en-US" sz="1200" b="1" dirty="0">
              <a:solidFill>
                <a:srgbClr val="00000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Change Impacts: </a:t>
            </a:r>
            <a:r>
              <a:rPr lang="en-US" b="1" dirty="0">
                <a:solidFill>
                  <a:srgbClr val="000000"/>
                </a:solidFill>
              </a:rPr>
              <a:t>Julie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Vandblarcum</a:t>
            </a:r>
            <a:r>
              <a:rPr lang="en-US" b="1" dirty="0">
                <a:solidFill>
                  <a:srgbClr val="000000"/>
                </a:solidFill>
              </a:rPr>
              <a:t>,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b="1" dirty="0">
                <a:solidFill>
                  <a:srgbClr val="000000"/>
                </a:solidFill>
              </a:rPr>
              <a:t>Olivia Shen</a:t>
            </a:r>
            <a:endParaRPr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latin typeface="Montserrat"/>
              </a:defRPr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73676-BFE1-83AA-90C9-0699928A0949}"/>
              </a:ext>
            </a:extLst>
          </p:cNvPr>
          <p:cNvSpPr txBox="1"/>
          <p:nvPr/>
        </p:nvSpPr>
        <p:spPr>
          <a:xfrm>
            <a:off x="4298472" y="4756766"/>
            <a:ext cx="2482339" cy="16158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CE PARTICIPANTS</a:t>
            </a:r>
          </a:p>
          <a:p>
            <a:pPr marL="285750" indent="-285750">
              <a:buFont typeface="Arial"/>
              <a:buChar char="•"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Global Process Owner: </a:t>
            </a:r>
            <a:br>
              <a:rPr lang="en-US" dirty="0"/>
            </a:br>
            <a:r>
              <a:rPr lang="en-US" sz="1200" b="1">
                <a:solidFill>
                  <a:srgbClr val="000000"/>
                </a:solidFill>
                <a:latin typeface="Montserrat"/>
              </a:rPr>
              <a:t>Tarah Wilson, Melissa Howe​</a:t>
            </a:r>
            <a:endParaRPr lang="en-US" sz="1200" b="1"/>
          </a:p>
          <a:p>
            <a:pPr>
              <a:defRPr sz="1200">
                <a:latin typeface="Montserrat"/>
              </a:defRPr>
            </a:pPr>
            <a:endParaRPr lang="en-US" sz="1200" b="1" dirty="0">
              <a:solidFill>
                <a:srgbClr val="000000"/>
              </a:solidFill>
              <a:latin typeface="Montserra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,Sans-Serif"/>
              <a:buChar char="•"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</a:rPr>
              <a:t>SMEs 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 </a:t>
            </a:r>
            <a:endParaRPr lang="en-US" sz="1200" i="0" u="none" strike="noStrike" kern="1200" cap="none" spc="0" normalizeH="0" baseline="0" noProof="0" dirty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200">
                <a:latin typeface="Montserrat"/>
              </a:defRPr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67A4"/>
                </a:solidFill>
                <a:effectLst/>
                <a:uLnTx/>
                <a:uFillTx/>
                <a:latin typeface="Montserrat"/>
              </a:rPr>
              <a:t> </a:t>
            </a:r>
            <a:endParaRPr lang="en-US" sz="1200" i="0" u="none" strike="noStrike" kern="1200" cap="none" spc="0" normalizeH="0" baseline="0" noProof="0" dirty="0">
              <a:ln>
                <a:noFill/>
              </a:ln>
              <a:solidFill>
                <a:srgbClr val="0067A4"/>
              </a:solidFill>
              <a:effectLst/>
              <a:uLnTx/>
              <a:uFillTx/>
              <a:latin typeface="Montserra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F055A7-BB2E-3BF1-B0E5-02D3240D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24497"/>
              </p:ext>
            </p:extLst>
          </p:nvPr>
        </p:nvGraphicFramePr>
        <p:xfrm>
          <a:off x="420567" y="1240385"/>
          <a:ext cx="11599853" cy="2754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032">
                  <a:extLst>
                    <a:ext uri="{9D8B030D-6E8A-4147-A177-3AD203B41FA5}">
                      <a16:colId xmlns:a16="http://schemas.microsoft.com/office/drawing/2014/main" val="1046793142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1451434593"/>
                    </a:ext>
                  </a:extLst>
                </a:gridCol>
                <a:gridCol w="1743454">
                  <a:extLst>
                    <a:ext uri="{9D8B030D-6E8A-4147-A177-3AD203B41FA5}">
                      <a16:colId xmlns:a16="http://schemas.microsoft.com/office/drawing/2014/main" val="4290049925"/>
                    </a:ext>
                  </a:extLst>
                </a:gridCol>
                <a:gridCol w="2426208">
                  <a:extLst>
                    <a:ext uri="{9D8B030D-6E8A-4147-A177-3AD203B41FA5}">
                      <a16:colId xmlns:a16="http://schemas.microsoft.com/office/drawing/2014/main" val="3896140478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57838292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744401575"/>
                    </a:ext>
                  </a:extLst>
                </a:gridCol>
                <a:gridCol w="1273234">
                  <a:extLst>
                    <a:ext uri="{9D8B030D-6E8A-4147-A177-3AD203B41FA5}">
                      <a16:colId xmlns:a16="http://schemas.microsoft.com/office/drawing/2014/main" val="2844718432"/>
                    </a:ext>
                  </a:extLst>
                </a:gridCol>
              </a:tblGrid>
              <a:tr h="398063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Workshop/PDD 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1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2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Montserrat"/>
                        </a:rPr>
                        <a:t>Level 3</a:t>
                      </a:r>
                      <a:endParaRPr lang="en-US" sz="1400" b="1">
                        <a:solidFill>
                          <a:srgbClr val="231F2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Teams Impacted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Business Process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Reviewer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717236"/>
                  </a:ext>
                </a:extLst>
              </a:tr>
              <a:tr h="772713"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Manage Special Offerings &amp; Plans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(11.0 Manage Payment Plans (Payment Arrangements and Budget Billing)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Manage Customer Service</a:t>
                      </a:r>
                      <a:endParaRPr 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marL="0" marR="0" lvl="0" indent="0" algn="l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11.0 Manage Payment Plans (Payment Arrangements and Budget Billing)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11.1 Manage Payment Arrangements </a:t>
                      </a:r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/>
                        <a:t>Tarah Wilson, </a:t>
                      </a:r>
                      <a:r>
                        <a:rPr lang="en-US" sz="1400" b="1"/>
                        <a:t>Melissa Howe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243378"/>
                  </a:ext>
                </a:extLst>
              </a:tr>
              <a:tr h="7727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Montserrat"/>
                        </a:rPr>
                        <a:t>11.2 Manage Budget Billing </a:t>
                      </a:r>
                      <a:endParaRPr lang="en-US"/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Melissa Howe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Montserra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009917"/>
                  </a:ext>
                </a:extLst>
              </a:tr>
              <a:tr h="690758"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defTabSz="609585">
                        <a:tabLst/>
                        <a:defRPr sz="1200">
                          <a:latin typeface="Montserrat"/>
                        </a:defRPr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11.3 Enrollments </a:t>
                      </a:r>
                      <a:endParaRPr lang="en-US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Tarah Wilson, Melissa Howe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ontserrat"/>
                        </a:rPr>
                        <a:t>Customer Core Team</a:t>
                      </a:r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45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819F8-F979-FAED-F695-48D71D247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859261"/>
              </p:ext>
            </p:extLst>
          </p:nvPr>
        </p:nvGraphicFramePr>
        <p:xfrm>
          <a:off x="5685440" y="-49662"/>
          <a:ext cx="952500" cy="6000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146152346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23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63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81D28-E381-D82D-4CE8-2AD86600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63667B-981C-A7C5-B405-AF1006A4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6" y="4425702"/>
            <a:ext cx="6483035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02</a:t>
            </a:r>
            <a:r>
              <a:rPr lang="en-US" sz="4250">
                <a:latin typeface="Montserrat"/>
              </a:rPr>
              <a:t> (L3) Manage Payment Arrangements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2806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EA6E-7A0A-9158-4C92-51094BED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C5F9E6-3576-ABCE-2B99-6F16E81F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BREAK!  - 10 mins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8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6CB-2C3E-3649-84C9-E047CD09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8184E-2065-B50A-5DE8-04BEA6B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56" y="4427892"/>
            <a:ext cx="6515881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03</a:t>
            </a:r>
            <a:r>
              <a:rPr lang="en-US" sz="4250">
                <a:latin typeface="Montserrat"/>
              </a:rPr>
              <a:t> (L3) </a:t>
            </a:r>
            <a:r>
              <a:rPr lang="en-US" sz="4400">
                <a:latin typeface="Montserrat"/>
              </a:rPr>
              <a:t>Manage Budget Billing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CC56-E59A-BE0F-1633-6DCBF17E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6F4DE9-533B-A1E1-2E41-AB16CA11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56" y="4427892"/>
            <a:ext cx="6515881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04</a:t>
            </a:r>
            <a:r>
              <a:rPr lang="en-US" sz="4250">
                <a:latin typeface="Montserrat"/>
              </a:rPr>
              <a:t> (L3) </a:t>
            </a:r>
            <a:r>
              <a:rPr lang="en-US" sz="4400">
                <a:latin typeface="Montserrat"/>
              </a:rPr>
              <a:t>Enrollments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07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EC69-23A8-5772-BEB9-B9ED0972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70A362-5F9D-E986-8A1E-DFA31FDD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7796828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05</a:t>
            </a:r>
            <a:r>
              <a:rPr lang="en-US" sz="4250">
                <a:latin typeface="Montserrat"/>
              </a:rPr>
              <a:t> Assumptions for </a:t>
            </a:r>
            <a:r>
              <a:rPr lang="en-US" sz="4250" dirty="0">
                <a:latin typeface="Montserrat"/>
              </a:rPr>
              <a:t>Future State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909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6A9F5-6FA5-6E90-4540-7E81EB75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Contact Accounts or Contracts will not be created in Service Cloud v2 individually. They will only be created during a move in process. 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Service Cloud will not expose PO box address fields as DQM does not validate those fields.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Street 3 is used as the PMB (Private Mail Box) details. This field also does not get validated by DQM</a:t>
            </a: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endParaRPr lang="en-US" sz="1800">
              <a:latin typeface="Montserrat"/>
            </a:endParaRPr>
          </a:p>
          <a:p>
            <a:pPr marL="285750" indent="-285750">
              <a:spcBef>
                <a:spcPts val="0"/>
              </a:spcBef>
              <a:spcAft>
                <a:spcPts val="300"/>
              </a:spcAft>
              <a:buFont typeface="Arial" charset="2"/>
              <a:buChar char="•"/>
            </a:pPr>
            <a:r>
              <a:rPr lang="en-US" sz="1800">
                <a:latin typeface="Montserrat"/>
              </a:rPr>
              <a:t>PO Box details get added onto the Street field for DQM validation </a:t>
            </a:r>
            <a:endParaRPr lang="en-US"/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  <a:p>
            <a:pPr marL="742950" lvl="1" indent="-285750">
              <a:spcBef>
                <a:spcPts val="0"/>
              </a:spcBef>
              <a:spcAft>
                <a:spcPts val="300"/>
              </a:spcAft>
              <a:buFont typeface="Arial"/>
              <a:buChar char="-"/>
            </a:pPr>
            <a:endParaRPr lang="en-US" sz="1800">
              <a:latin typeface="Montserra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12FBF-5B23-4CEF-91CF-208E41B8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Assumptions for Future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47FBA2-98A1-9143-4DF1-F8AAF299F6E9}"/>
              </a:ext>
            </a:extLst>
          </p:cNvPr>
          <p:cNvSpPr/>
          <p:nvPr/>
        </p:nvSpPr>
        <p:spPr>
          <a:xfrm>
            <a:off x="7629525" y="180975"/>
            <a:ext cx="2219325" cy="112395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Montserrat"/>
              </a:rPr>
              <a:t>Update</a:t>
            </a:r>
            <a:endParaRPr lang="en-US" sz="1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2905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EDE2-C629-0ECC-E66B-8A4A13ED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97FD0F-3E1D-D644-5432-29FF22D04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06</a:t>
            </a:r>
            <a:r>
              <a:rPr lang="en-US" sz="4250" dirty="0">
                <a:latin typeface="Montserrat"/>
              </a:rPr>
              <a:t> </a:t>
            </a:r>
            <a:r>
              <a:rPr lang="en-US" sz="4400" dirty="0">
                <a:latin typeface="Montserrat"/>
              </a:rPr>
              <a:t>FRICE-W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2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B024-5B2C-73D1-0F65-38C1CBB1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en-US" sz="1800">
                <a:latin typeface="Montserrat"/>
              </a:rPr>
              <a:t>1. Payment Plan Placeholder</a:t>
            </a:r>
            <a:endParaRPr lang="en-US" sz="1800" dirty="0">
              <a:latin typeface="Montserrat"/>
            </a:endParaRPr>
          </a:p>
          <a:p>
            <a:r>
              <a:rPr lang="en-US" sz="1800">
                <a:latin typeface="Montserrat"/>
              </a:rPr>
              <a:t>2. Budget Bill Placeholder</a:t>
            </a:r>
            <a:endParaRPr lang="en-US"/>
          </a:p>
          <a:p>
            <a:r>
              <a:rPr lang="en-US" sz="1800">
                <a:latin typeface="Montserrat"/>
              </a:rPr>
              <a:t>3. Service Protection Plan Placeholder</a:t>
            </a:r>
            <a:endParaRPr lang="en-US"/>
          </a:p>
          <a:p>
            <a:r>
              <a:rPr lang="en-US" sz="1800">
                <a:latin typeface="Montserrat"/>
              </a:rPr>
              <a:t>4. Enrollment Process</a:t>
            </a:r>
            <a:endParaRPr lang="en-US"/>
          </a:p>
          <a:p>
            <a:r>
              <a:rPr lang="en-US" sz="1800">
                <a:latin typeface="Montserrat"/>
              </a:rPr>
              <a:t>5. De-enrollment Process</a:t>
            </a:r>
            <a:endParaRPr lang="en-US"/>
          </a:p>
          <a:p>
            <a:r>
              <a:rPr lang="en-US" sz="1800">
                <a:latin typeface="Montserrat"/>
              </a:rPr>
              <a:t>6. Enrollment(s) display </a:t>
            </a:r>
            <a:endParaRPr lang="en-US"/>
          </a:p>
          <a:p>
            <a:r>
              <a:rPr lang="en-US" sz="1800">
                <a:latin typeface="Montserrat"/>
              </a:rPr>
              <a:t>7. Demand Response</a:t>
            </a:r>
            <a:endParaRPr lang="en-US"/>
          </a:p>
          <a:p>
            <a:pPr marL="342900" indent="-342900">
              <a:buAutoNum type="arabicPeriod"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54201-7694-B80E-BB57-4FB9BB6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FRICE-W Identified</a:t>
            </a:r>
          </a:p>
        </p:txBody>
      </p:sp>
    </p:spTree>
    <p:extLst>
      <p:ext uri="{BB962C8B-B14F-4D97-AF65-F5344CB8AC3E}">
        <p14:creationId xmlns:p14="http://schemas.microsoft.com/office/powerpoint/2010/main" val="254538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E8D7-1EFB-05D1-51F6-7FE02C06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66E776-CABB-A883-38E3-FB62E686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4" y="4970926"/>
            <a:ext cx="10831690" cy="1887074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07</a:t>
            </a:r>
            <a:r>
              <a:rPr lang="en-US" sz="4250">
                <a:latin typeface="Montserrat"/>
              </a:rPr>
              <a:t> Drafted </a:t>
            </a:r>
            <a:r>
              <a:rPr lang="en-US" sz="4400">
                <a:latin typeface="Montserrat"/>
              </a:rPr>
              <a:t>User Stories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9E81-EF5E-7959-2041-1D04A53F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83F-4927-0444-587E-4284181D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User Stories for Manage Special Offerings &amp; Plans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D8FAA2-4B6C-BC4B-328F-08ECDE8F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597117"/>
              </p:ext>
            </p:extLst>
          </p:nvPr>
        </p:nvGraphicFramePr>
        <p:xfrm>
          <a:off x="152190" y="1427725"/>
          <a:ext cx="12037059" cy="3846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88">
                  <a:extLst>
                    <a:ext uri="{9D8B030D-6E8A-4147-A177-3AD203B41FA5}">
                      <a16:colId xmlns:a16="http://schemas.microsoft.com/office/drawing/2014/main" val="808626716"/>
                    </a:ext>
                  </a:extLst>
                </a:gridCol>
                <a:gridCol w="655677">
                  <a:extLst>
                    <a:ext uri="{9D8B030D-6E8A-4147-A177-3AD203B41FA5}">
                      <a16:colId xmlns:a16="http://schemas.microsoft.com/office/drawing/2014/main" val="2583136349"/>
                    </a:ext>
                  </a:extLst>
                </a:gridCol>
                <a:gridCol w="774546">
                  <a:extLst>
                    <a:ext uri="{9D8B030D-6E8A-4147-A177-3AD203B41FA5}">
                      <a16:colId xmlns:a16="http://schemas.microsoft.com/office/drawing/2014/main" val="986637745"/>
                    </a:ext>
                  </a:extLst>
                </a:gridCol>
                <a:gridCol w="820264">
                  <a:extLst>
                    <a:ext uri="{9D8B030D-6E8A-4147-A177-3AD203B41FA5}">
                      <a16:colId xmlns:a16="http://schemas.microsoft.com/office/drawing/2014/main" val="1256446933"/>
                    </a:ext>
                  </a:extLst>
                </a:gridCol>
                <a:gridCol w="3456786">
                  <a:extLst>
                    <a:ext uri="{9D8B030D-6E8A-4147-A177-3AD203B41FA5}">
                      <a16:colId xmlns:a16="http://schemas.microsoft.com/office/drawing/2014/main" val="1397567261"/>
                    </a:ext>
                  </a:extLst>
                </a:gridCol>
                <a:gridCol w="5549498">
                  <a:extLst>
                    <a:ext uri="{9D8B030D-6E8A-4147-A177-3AD203B41FA5}">
                      <a16:colId xmlns:a16="http://schemas.microsoft.com/office/drawing/2014/main" val="1493299998"/>
                    </a:ext>
                  </a:extLst>
                </a:gridCol>
              </a:tblGrid>
              <a:tr h="32594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L1</a:t>
                      </a:r>
                      <a:endParaRPr lang="en-US" sz="11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L2</a:t>
                      </a:r>
                      <a:endParaRPr lang="en-US" sz="11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L3</a:t>
                      </a:r>
                      <a:endParaRPr lang="en-US" sz="11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L4</a:t>
                      </a:r>
                      <a:endParaRPr lang="en-US" sz="11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User Story</a:t>
                      </a:r>
                      <a:endParaRPr lang="en-US" sz="11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Acceptance Criteria</a:t>
                      </a:r>
                      <a:endParaRPr lang="en-US" sz="11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8898239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Customer Service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Special Offerings &amp; Plans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Payment Plan/ BBP/ SPP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effectLst/>
                        </a:rPr>
                        <a:t>Create / Modify bill document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effectLst/>
                        </a:rPr>
                        <a:t>As an SAP Billing Specialist, I want to manage Payment Plan/BBP/SPP bill documents within Manage Special Offerings &amp; Plans, so that I can create and modify bill documents accurately and efficiently.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effectLst/>
                        </a:rPr>
                        <a:t>1. Able to initiate bill document modification for Payment Plan/BBP/SPP.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3.Able to save a newly created bill document.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4.Able to save a modified bill document.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5.Able to cancel bill document creation before saving.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6.Able to cancel bill document modification before saving.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7.Able to select a bill document for modification.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8.Able to confirm creation of a bill document.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9.Able to confirm completion of bill document modification.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10.Able to create or modify bill documents within Manage Special Offerings &amp; Plans.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11.Able to build Security roles and perform testing.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12.Able to identify Risk and Controls</a:t>
                      </a:r>
                      <a:endParaRPr lang="en-US" sz="11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8413592"/>
                  </a:ext>
                </a:extLst>
              </a:tr>
              <a:tr h="325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Customer Service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Manage Special Offerings &amp; Plans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Payment Plan/ BBP/ SPP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effectLst/>
                        </a:rPr>
                        <a:t>Enroll / Unenroll Budget billing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effectLst/>
                        </a:rPr>
                        <a:t>As an SAP IS-U Billing Specialist, I want to manage Payment Plan/BBP/SPP within Manage Customer Service and Special Offerings &amp; Plans so that I can efficiently enroll or unenroll customers from budget billing when required.</a:t>
                      </a:r>
                      <a:endParaRPr lang="en-US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dirty="0">
                          <a:effectLst/>
                        </a:rPr>
                        <a:t>1. Able to initiate budget billing enrollment for the selected account.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3.Able to confirm and complete budget billing enrollment.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4.Able to initiate budget billing unenrollment for the selected account.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5.Able to confirm and complete budget billing unenrollment.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6.Able to view the current budget billing status on the account.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7.Able to save changes to the budget billing status.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8.Able to refresh and verify the updated budget billing status after the action.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9.Able to build Security roles and perform testing.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10.Able to identify Risk and Controls</a:t>
                      </a:r>
                      <a:endParaRPr lang="en-US" sz="110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00032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D3953F-B72A-0C5E-28EA-472BAADEA2FB}"/>
              </a:ext>
            </a:extLst>
          </p:cNvPr>
          <p:cNvSpPr txBox="1"/>
          <p:nvPr/>
        </p:nvSpPr>
        <p:spPr>
          <a:xfrm>
            <a:off x="413060" y="1047045"/>
            <a:ext cx="9418320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latin typeface="Montserrat"/>
              </a:rPr>
              <a:t>Please note, this is just a drafted starting point we will leverage to formulate our actual user stories and acceptance criteria</a:t>
            </a:r>
            <a:endParaRPr lang="en-US" sz="1050" b="1" err="1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820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B1C4-66C6-E4C5-33CB-E873CE8B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750B-80A9-3759-00E2-7796EC77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22" y="5046940"/>
            <a:ext cx="6270458" cy="1072100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08 </a:t>
            </a:r>
            <a:r>
              <a:rPr lang="en-US" sz="4250">
                <a:latin typeface="Montserrat"/>
              </a:rPr>
              <a:t>Data Migration</a:t>
            </a:r>
            <a:endParaRPr lang="en-US" sz="4250"/>
          </a:p>
        </p:txBody>
      </p:sp>
    </p:spTree>
    <p:extLst>
      <p:ext uri="{BB962C8B-B14F-4D97-AF65-F5344CB8AC3E}">
        <p14:creationId xmlns:p14="http://schemas.microsoft.com/office/powerpoint/2010/main" val="205250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E552-A664-270D-D320-04C752E5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EE52-89F9-8837-0A7E-2CEF9D6BF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CRMD_ACTIVITY_H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CRMD_ORDERADM_H</a:t>
            </a:r>
            <a:endParaRPr lang="en-US" sz="1800" b="1"/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CRMD_ORDERADM_I</a:t>
            </a:r>
          </a:p>
          <a:p>
            <a:pPr>
              <a:spcBef>
                <a:spcPts val="0"/>
              </a:spcBef>
            </a:pPr>
            <a:r>
              <a:rPr lang="en-US" sz="1800" b="1">
                <a:latin typeface="Montserrat"/>
              </a:rPr>
              <a:t>CRMV_LINKPARTNER</a:t>
            </a: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  <a:p>
            <a:pPr>
              <a:spcBef>
                <a:spcPts val="0"/>
              </a:spcBef>
            </a:pPr>
            <a:endParaRPr lang="en-US" sz="1800" b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5DCA3-1176-A063-C84B-C1B74490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Montserrat"/>
              </a:rPr>
              <a:t>Potential Tables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819C6-88CB-8EDB-2E75-AB8F3943CBE5}"/>
              </a:ext>
            </a:extLst>
          </p:cNvPr>
          <p:cNvSpPr/>
          <p:nvPr/>
        </p:nvSpPr>
        <p:spPr>
          <a:xfrm>
            <a:off x="7629525" y="180975"/>
            <a:ext cx="2219325" cy="112395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latin typeface="Montserrat"/>
              </a:rPr>
              <a:t>Update </a:t>
            </a:r>
            <a:endParaRPr lang="en-US" sz="1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5827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602E-2C3B-4F08-5E75-F752CAE7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02" y="3148509"/>
            <a:ext cx="6270458" cy="2490996"/>
          </a:xfrm>
        </p:spPr>
        <p:txBody>
          <a:bodyPr/>
          <a:lstStyle/>
          <a:p>
            <a:r>
              <a:rPr lang="en-US" sz="4250" b="1">
                <a:latin typeface="Montserrat"/>
              </a:rPr>
              <a:t>09 </a:t>
            </a:r>
            <a:r>
              <a:rPr lang="en-US" sz="4250" dirty="0">
                <a:latin typeface="Montserrat"/>
              </a:rPr>
              <a:t>Decisions,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Action Items, </a:t>
            </a:r>
            <a:br>
              <a:rPr lang="en-US" sz="4250" dirty="0">
                <a:latin typeface="Montserrat"/>
              </a:rPr>
            </a:br>
            <a:r>
              <a:rPr lang="en-US" sz="4250" dirty="0">
                <a:latin typeface="Montserrat"/>
              </a:rPr>
              <a:t>Change Impacts, Wrap-Up &amp;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619D-0B81-725C-05C0-A444FD63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D21A1-7636-1E92-BA74-97C118A0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562" y="6316519"/>
            <a:ext cx="609601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67" b="0" i="0" kern="1200" baseline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9B7C6-3FEA-7848-A062-37F8F6368D00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rgbClr val="FFFEF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rgbClr val="FFFEFE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241765-29E7-B65E-EF47-99994A7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" y="-140006"/>
            <a:ext cx="11375136" cy="609600"/>
          </a:xfrm>
        </p:spPr>
        <p:txBody>
          <a:bodyPr/>
          <a:lstStyle/>
          <a:p>
            <a:r>
              <a:rPr lang="en-US" sz="2000" b="1">
                <a:latin typeface="Montserrat"/>
              </a:rPr>
              <a:t>Program Charging	(CE Internal Only)			</a:t>
            </a:r>
            <a:endParaRPr lang="en-US" sz="1600" b="1">
              <a:latin typeface="Montserrat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3C419A-8C28-8621-94F2-6BC57951C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8" y="552364"/>
            <a:ext cx="117693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The Change &amp; Why: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We need to track O&amp;M costs more precisely. OCM and Data Conversion must be charged separately from End User Training and from Design/Build/Deployment work. This change is retroactive from February for Accounting, Rate case discovery, and audit. 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Ask: 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Pls follow the instructions below that apply to you based on your staffing category on the </a:t>
            </a:r>
            <a:r>
              <a:rPr kumimoji="0" lang="en-US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LaunchPad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program. It is critical to track costs in the correct cost buckets.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Business Partner (BP) Core Team (Use SAP*):</a:t>
            </a:r>
            <a:endParaRPr lang="en-US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Continue 100% allocation as before. (BP&amp;A handles this automatically behind the scenes and no time entry is needed except for the two scenarios below) 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OCM and Data Conversion activities; Use SAP to bill IO 6520973.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Submit time </a:t>
            </a: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only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 for End User Training; Use SAP to bill IO 6519532.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1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IT Core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lvl="2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S4- Customer – Design/Development/Testing/Deploy Clarity Task</a:t>
            </a:r>
            <a:endParaRPr lang="en-US" altLang="en-US" sz="1100">
              <a:solidFill>
                <a:srgbClr val="00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Clarity Timesheets will now be used for time charging, and the allocation mechanism is discontinued. Submit timesheets from February 2nd for a one-time catchup.  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Separate tasks for OCM, End User Training, and Data Conversion are available; Find them using keywords OCM, End User Training, and Data Conversion and charge them as applicable.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Extended BP Team (use SAP*):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6520973 for OCM and Data Conversion.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Bill SAP IO 6519532 for End User Training.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Use new IO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6521411 </a:t>
            </a: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cs typeface="Arial"/>
              </a:rPr>
              <a:t>for all other tasks.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Extended IT Team (Use Clarity):</a:t>
            </a:r>
            <a:endParaRPr lang="en-US" altLang="en-US" sz="110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S4- Customer – Design/Development/Testing/Deploy Clarity Task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specific tasks for OCM, End User Training, and Data Conversion; ID the tasks using the keywords OCM, End User Training, and Data Conversion.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Bill other tasks as appropriate.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*SAP Timesheet Submission Instructions (for BPs)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Follow ESS steps (screen shot below): 1. Open ESS timesheet. 2. Enter IO number in work order field. 3. Select WORK code under ATT-ABS. 4. Add OCM, End User Training, or Data Conversion in comments. 5. Enter hours worked.</a:t>
            </a:r>
            <a:endParaRPr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2B9E-43CB-BEB2-4EBC-D41DFC90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40" y="5670487"/>
            <a:ext cx="9777075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5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6x9 PowertPoint Template-CE-Jan.2019-AFC">
  <a:themeElements>
    <a:clrScheme name="2024 Color Pallette">
      <a:dk1>
        <a:srgbClr val="000000"/>
      </a:dk1>
      <a:lt1>
        <a:srgbClr val="FFFEFE"/>
      </a:lt1>
      <a:dk2>
        <a:srgbClr val="454947"/>
      </a:dk2>
      <a:lt2>
        <a:srgbClr val="E3E4E3"/>
      </a:lt2>
      <a:accent1>
        <a:srgbClr val="0067A4"/>
      </a:accent1>
      <a:accent2>
        <a:srgbClr val="84BE41"/>
      </a:accent2>
      <a:accent3>
        <a:srgbClr val="E3E4E3"/>
      </a:accent3>
      <a:accent4>
        <a:srgbClr val="23425F"/>
      </a:accent4>
      <a:accent5>
        <a:srgbClr val="F5BB25"/>
      </a:accent5>
      <a:accent6>
        <a:srgbClr val="B4B4B3"/>
      </a:accent6>
      <a:hlink>
        <a:srgbClr val="0067A4"/>
      </a:hlink>
      <a:folHlink>
        <a:srgbClr val="B4B4B3"/>
      </a:folHlink>
    </a:clrScheme>
    <a:fontScheme name="2024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>
          <a:solidFill>
            <a:schemeClr val="tx2"/>
          </a:solidFill>
        </a:ln>
        <a:effectLst/>
      </a:spPr>
      <a:bodyPr rtlCol="0" anchor="ctr"/>
      <a:lstStyle>
        <a:defPPr algn="ctr">
          <a:defRPr sz="1000" dirty="0">
            <a:latin typeface="Montserrat" pitchFamily="2" charset="7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>
        <a:spAutoFit/>
      </a:bodyPr>
      <a:lstStyle>
        <a:defPPr algn="l">
          <a:defRPr sz="1000" dirty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4 All Purpose PowerPoint Template.potx" id="{84CB3BC2-CE68-044F-9772-13EBC42BCB48}" vid="{4FEEE54B-C9A9-9B47-9C99-2B91212D14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4EB0480BDD4BA0725FDA835A98E9" ma:contentTypeVersion="12" ma:contentTypeDescription="Create a new document." ma:contentTypeScope="" ma:versionID="a7e85cd843c542c305e66a5ac0a6561c">
  <xsd:schema xmlns:xsd="http://www.w3.org/2001/XMLSchema" xmlns:xs="http://www.w3.org/2001/XMLSchema" xmlns:p="http://schemas.microsoft.com/office/2006/metadata/properties" xmlns:ns2="a433be04-1063-452b-9ab8-ba06373cb7cb" xmlns:ns3="2c7fe448-207e-4aca-804d-051f84c484d7" xmlns:ns4="301e0a56-4899-4cce-a214-5e425f318dcb" targetNamespace="http://schemas.microsoft.com/office/2006/metadata/properties" ma:root="true" ma:fieldsID="30d58687421f0a6c39a35b55d9f36047" ns2:_="" ns3:_="" ns4:_="">
    <xsd:import namespace="a433be04-1063-452b-9ab8-ba06373cb7cb"/>
    <xsd:import namespace="2c7fe448-207e-4aca-804d-051f84c484d7"/>
    <xsd:import namespace="301e0a56-4899-4cce-a214-5e425f318dcb"/>
    <xsd:element name="properties">
      <xsd:complexType>
        <xsd:sequence>
          <xsd:element name="documentManagement">
            <xsd:complexType>
              <xsd:all>
                <xsd:element ref="ns2:RSC_x0020_Event_x0020_Date" minOccurs="0"/>
                <xsd:element ref="ns3:i0f84bba906045b4af568ee102a52dcb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lcf76f155ced4ddcb4097134ff3c332f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3be04-1063-452b-9ab8-ba06373cb7cb" elementFormDefault="qualified">
    <xsd:import namespace="http://schemas.microsoft.com/office/2006/documentManagement/types"/>
    <xsd:import namespace="http://schemas.microsoft.com/office/infopath/2007/PartnerControls"/>
    <xsd:element name="RSC_x0020_Event_x0020_Date" ma:index="2" nillable="true" ma:displayName="RSC Event Date" ma:default="" ma:description="This is used for retention purpose" ma:format="DateOnly" ma:internalName="RSC_x0020_Event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7fe448-207e-4aca-804d-051f84c484d7" elementFormDefault="qualified">
    <xsd:import namespace="http://schemas.microsoft.com/office/2006/documentManagement/types"/>
    <xsd:import namespace="http://schemas.microsoft.com/office/infopath/2007/PartnerControls"/>
    <xsd:element name="i0f84bba906045b4af568ee102a52dcb" ma:index="10" nillable="true" ma:taxonomy="true" ma:internalName="i0f84bba906045b4af568ee102a52dcb" ma:taxonomyFieldName="RevIMBCS" ma:displayName="Record Series Code" ma:indexed="true" ma:default="1;#Default RSC|9a6b99e8-c984-4e1f-adbd-d33c0db777c9" ma:fieldId="{20f84bba-9060-45b4-af56-8ee102a52dcb}" ma:sspId="eeb413d7-29a7-49c8-b3b9-887ddee13f64" ma:termSetId="7f59b463-bd21-44ec-893d-1d24de4ba12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0ec71dd2-9a89-4594-bd42-1ef39577ba0a}" ma:internalName="TaxCatchAll" ma:showField="CatchAllData" ma:web="2c7fe448-207e-4aca-804d-051f84c484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1e0a56-4899-4cce-a214-5e425f318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b413d7-29a7-49c8-b3b9-887ddee13f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1e0a56-4899-4cce-a214-5e425f318dcb">
      <Terms xmlns="http://schemas.microsoft.com/office/infopath/2007/PartnerControls"/>
    </lcf76f155ced4ddcb4097134ff3c332f>
    <TaxCatchAll xmlns="2c7fe448-207e-4aca-804d-051f84c484d7">
      <Value>4</Value>
    </TaxCatchAll>
    <i0f84bba906045b4af568ee102a52dcb xmlns="2c7fe448-207e-4aca-804d-051f84c484d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COR-104 Policies and Procedures</TermName>
          <TermId xmlns="http://schemas.microsoft.com/office/infopath/2007/PartnerControls">23fe8a5f-9220-44d9-ae32-6aebd451fecc</TermId>
        </TermInfo>
      </Terms>
    </i0f84bba906045b4af568ee102a52dcb>
    <RSC_x0020_Event_x0020_Date xmlns="a433be04-1063-452b-9ab8-ba06373cb7cb" xsi:nil="true"/>
  </documentManagement>
</p:properties>
</file>

<file path=customXml/item3.xml><?xml version="1.0" encoding="utf-8"?>
<?mso-contentType ?>
<SharedContentType xmlns="Microsoft.SharePoint.Taxonomy.ContentTypeSync" SourceId="eeb413d7-29a7-49c8-b3b9-887ddee13f64" ContentTypeId="0x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5C41F0-1A8C-4F27-98CC-41CB6F8C0276}">
  <ds:schemaRefs>
    <ds:schemaRef ds:uri="2c7fe448-207e-4aca-804d-051f84c484d7"/>
    <ds:schemaRef ds:uri="301e0a56-4899-4cce-a214-5e425f318dcb"/>
    <ds:schemaRef ds:uri="a433be04-1063-452b-9ab8-ba06373cb7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934203E-F84F-42A1-BE7F-2ED863C99AA5}">
  <ds:schemaRefs>
    <ds:schemaRef ds:uri="a433be04-1063-452b-9ab8-ba06373cb7cb"/>
    <ds:schemaRef ds:uri="http://purl.org/dc/dcmitype/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301e0a56-4899-4cce-a214-5e425f318dcb"/>
    <ds:schemaRef ds:uri="2c7fe448-207e-4aca-804d-051f84c484d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F335610-4AA4-4FE7-AF91-F45CC40938C5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8ADCFE08-E000-4E3C-9310-2C6D30497F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6016</Words>
  <Application>Microsoft Office PowerPoint</Application>
  <PresentationFormat>Widescreen</PresentationFormat>
  <Paragraphs>1420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16x9 PowertPoint Template-CE-Jan.2019-AFC</vt:lpstr>
      <vt:lpstr>Manage Special Offerings &amp; Plans  Workshop A-1  Jose Diaz and Mohanta Das 6/25/26</vt:lpstr>
      <vt:lpstr>Overarching Design Principles</vt:lpstr>
      <vt:lpstr>PowerPoint Presentation</vt:lpstr>
      <vt:lpstr>01 Scope, Purpose, Objective  </vt:lpstr>
      <vt:lpstr>Scope, Purpose, Objectives</vt:lpstr>
      <vt:lpstr>Ownership</vt:lpstr>
      <vt:lpstr>02 (L3) Manage Payment Arrangements </vt:lpstr>
      <vt:lpstr>BREAK!  - 10 mins</vt:lpstr>
      <vt:lpstr>03 (L3) Manage Budget Billing</vt:lpstr>
      <vt:lpstr>04 (L3) Enrollments</vt:lpstr>
      <vt:lpstr>05 Assumptions for Future State</vt:lpstr>
      <vt:lpstr>Assumptions for Future State</vt:lpstr>
      <vt:lpstr>06 FRICE-W</vt:lpstr>
      <vt:lpstr>FRICE-W Identified</vt:lpstr>
      <vt:lpstr>07 Drafted User Stories</vt:lpstr>
      <vt:lpstr>User Stories for Manage Special Offerings &amp; Plans</vt:lpstr>
      <vt:lpstr>08 Data Migration</vt:lpstr>
      <vt:lpstr>Potential Tables</vt:lpstr>
      <vt:lpstr>09 Decisions,  Action Items,  Change Impacts, Wrap-Up &amp; Next Steps</vt:lpstr>
      <vt:lpstr>Program Charging (CE Internal Only)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Diaz</dc:creator>
  <cp:lastModifiedBy>DAWN M PETTENGILL</cp:lastModifiedBy>
  <cp:revision>398</cp:revision>
  <dcterms:created xsi:type="dcterms:W3CDTF">2026-04-30T14:24:24Z</dcterms:created>
  <dcterms:modified xsi:type="dcterms:W3CDTF">2026-06-15T03:42:30Z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0x010100E85E4EB0480BDD4BA0725FDA835A98E9</vt:lpwstr>
  </property>
  <property fmtid="{D5CDD505-2E9C-101B-9397-08002B2CF9AE}" pid="3" name="MediaServiceImageTags">
    <vt:lpwstr/>
  </property>
  <property fmtid="{D5CDD505-2E9C-101B-9397-08002B2CF9AE}" pid="4" name="RevIMBCS">
    <vt:lpwstr>4;#COR-104 Policies and Procedures|23fe8a5f-9220-44d9-ae32-6aebd451fecc</vt:lpwstr>
  </property>
</Properties>
</file>