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85" r:id="rId6"/>
  </p:sldMasterIdLst>
  <p:notesMasterIdLst>
    <p:notesMasterId r:id="rId34"/>
  </p:notesMasterIdLst>
  <p:sldIdLst>
    <p:sldId id="268" r:id="rId7"/>
    <p:sldId id="305" r:id="rId8"/>
    <p:sldId id="2147483632" r:id="rId9"/>
    <p:sldId id="295" r:id="rId10"/>
    <p:sldId id="2147483637" r:id="rId11"/>
    <p:sldId id="280" r:id="rId12"/>
    <p:sldId id="2147483642" r:id="rId13"/>
    <p:sldId id="2147483643" r:id="rId14"/>
    <p:sldId id="2147483644" r:id="rId15"/>
    <p:sldId id="2147483645" r:id="rId16"/>
    <p:sldId id="2147483647" r:id="rId17"/>
    <p:sldId id="259" r:id="rId18"/>
    <p:sldId id="2147483646" r:id="rId19"/>
    <p:sldId id="258" r:id="rId20"/>
    <p:sldId id="291" r:id="rId21"/>
    <p:sldId id="281" r:id="rId22"/>
    <p:sldId id="277" r:id="rId23"/>
    <p:sldId id="285" r:id="rId24"/>
    <p:sldId id="2147483639" r:id="rId25"/>
    <p:sldId id="261" r:id="rId26"/>
    <p:sldId id="2147483641" r:id="rId27"/>
    <p:sldId id="270" r:id="rId28"/>
    <p:sldId id="271" r:id="rId29"/>
    <p:sldId id="256" r:id="rId30"/>
    <p:sldId id="262" r:id="rId31"/>
    <p:sldId id="257" r:id="rId32"/>
    <p:sldId id="214748286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56B50B-91B3-483C-BE05-FE0EDD9856A7}">
          <p14:sldIdLst>
            <p14:sldId id="268"/>
            <p14:sldId id="305"/>
            <p14:sldId id="2147483632"/>
            <p14:sldId id="295"/>
            <p14:sldId id="2147483637"/>
            <p14:sldId id="280"/>
            <p14:sldId id="2147483642"/>
            <p14:sldId id="2147483643"/>
            <p14:sldId id="2147483644"/>
            <p14:sldId id="2147483645"/>
            <p14:sldId id="2147483647"/>
            <p14:sldId id="259"/>
            <p14:sldId id="2147483646"/>
            <p14:sldId id="258"/>
            <p14:sldId id="291"/>
            <p14:sldId id="281"/>
            <p14:sldId id="277"/>
            <p14:sldId id="285"/>
            <p14:sldId id="2147483639"/>
            <p14:sldId id="261"/>
            <p14:sldId id="2147483641"/>
            <p14:sldId id="270"/>
            <p14:sldId id="271"/>
            <p14:sldId id="256"/>
            <p14:sldId id="262"/>
            <p14:sldId id="257"/>
            <p14:sldId id="2147482861"/>
          </p14:sldIdLst>
        </p14:section>
        <p14:section name="Graveyard" id="{6A0FE7CB-C75F-47F8-8DB4-A309BCF33C4C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JD" userId="S::jose.diaz@cmsenergy.com::517cb5ef-6fb8-49bc-8303-535c95eee28f" providerId="AD"/>
  <p188:author id="{63114D57-0809-584E-AAB2-61DBCC96837E}" name="Shibu Devapalan Prabha" initials="SD" userId="S::Shibu.DevapalanPrabha@cmsenergy.com::183e8b0d-c241-4499-bcd3-c8d01511828f" providerId="AD"/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5932883-5CB1-84AB-7BEE-79D4FF9FD896}" name="DAWN M PETTENGILL" initials="DP" userId="S::dawn.pettengill@cmsenergy.com::6c3e7221-c014-41df-9963-eb44707bad46" providerId="AD"/>
  <p188:author id="{06E22CA2-C0F8-AC46-CA2A-3E2B1B6644D3}" name="Taylor Ilov" initials="TI" userId="S::taylor.ilov@cmsenergy.com::b3e8fa34-e639-4d12-a6dc-5e3032b39fb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9E4633-9394-86D3-F8EB-9230CEF04D03}" v="482" dt="2026-06-17T14:08:47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6/11/relationships/changesInfo" Target="changesInfos/changesInfo1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Ilov" userId="S::taylor.ilov@cmsenergy.com::b3e8fa34-e639-4d12-a6dc-5e3032b39fb7" providerId="AD" clId="Web-{85F3C456-8B4D-EC70-9C90-360635DF6369}"/>
    <pc:docChg chg="delSld modSld modSection">
      <pc:chgData name="Taylor Ilov" userId="S::taylor.ilov@cmsenergy.com::b3e8fa34-e639-4d12-a6dc-5e3032b39fb7" providerId="AD" clId="Web-{85F3C456-8B4D-EC70-9C90-360635DF6369}" dt="2026-05-21T12:45:51.571" v="5"/>
      <pc:docMkLst>
        <pc:docMk/>
      </pc:docMkLst>
      <pc:sldChg chg="addSp">
        <pc:chgData name="Taylor Ilov" userId="S::taylor.ilov@cmsenergy.com::b3e8fa34-e639-4d12-a6dc-5e3032b39fb7" providerId="AD" clId="Web-{85F3C456-8B4D-EC70-9C90-360635DF6369}" dt="2026-05-21T12:45:51.571" v="5"/>
        <pc:sldMkLst>
          <pc:docMk/>
          <pc:sldMk cId="3852294437" sldId="268"/>
        </pc:sldMkLst>
      </pc:sldChg>
    </pc:docChg>
  </pc:docChgLst>
  <pc:docChgLst>
    <pc:chgData name="Taylor Ilov" userId="S::taylor.ilov@cmsenergy.com::b3e8fa34-e639-4d12-a6dc-5e3032b39fb7" providerId="AD" clId="Web-{E86223E9-7396-5E1C-8840-F50392A7A651}"/>
    <pc:docChg chg="modSld">
      <pc:chgData name="Taylor Ilov" userId="S::taylor.ilov@cmsenergy.com::b3e8fa34-e639-4d12-a6dc-5e3032b39fb7" providerId="AD" clId="Web-{E86223E9-7396-5E1C-8840-F50392A7A651}" dt="2026-06-01T15:49:08.837" v="13" actId="20577"/>
      <pc:docMkLst>
        <pc:docMk/>
      </pc:docMkLst>
      <pc:sldChg chg="modSp">
        <pc:chgData name="Taylor Ilov" userId="S::taylor.ilov@cmsenergy.com::b3e8fa34-e639-4d12-a6dc-5e3032b39fb7" providerId="AD" clId="Web-{E86223E9-7396-5E1C-8840-F50392A7A651}" dt="2026-06-01T15:49:08.837" v="13" actId="20577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E86223E9-7396-5E1C-8840-F50392A7A651}" dt="2026-06-01T15:49:08.837" v="13" actId="20577"/>
          <ac:spMkLst>
            <pc:docMk/>
            <pc:sldMk cId="2218206800" sldId="271"/>
            <ac:spMk id="2" creationId="{FADA383F-4927-0444-587E-4284181D7C5E}"/>
          </ac:spMkLst>
        </pc:spChg>
      </pc:sldChg>
    </pc:docChg>
  </pc:docChgLst>
  <pc:docChgLst>
    <pc:chgData name="Taylor Ilov" userId="S::taylor.ilov@cmsenergy.com::b3e8fa34-e639-4d12-a6dc-5e3032b39fb7" providerId="AD" clId="Web-{E1D307C1-B4B7-983A-2C88-4F94901C6B22}"/>
    <pc:docChg chg="delSld modSection">
      <pc:chgData name="Taylor Ilov" userId="S::taylor.ilov@cmsenergy.com::b3e8fa34-e639-4d12-a6dc-5e3032b39fb7" providerId="AD" clId="Web-{E1D307C1-B4B7-983A-2C88-4F94901C6B22}" dt="2026-06-15T03:43:15.321" v="0"/>
      <pc:docMkLst>
        <pc:docMk/>
      </pc:docMkLst>
    </pc:docChg>
  </pc:docChgLst>
  <pc:docChgLst>
    <pc:chgData name="Taylor Ilov" userId="S::taylor.ilov@cmsenergy.com::b3e8fa34-e639-4d12-a6dc-5e3032b39fb7" providerId="AD" clId="Web-{0A0ED2EE-5963-C708-7F40-9A057BF738D0}"/>
    <pc:docChg chg="modSld">
      <pc:chgData name="Taylor Ilov" userId="S::taylor.ilov@cmsenergy.com::b3e8fa34-e639-4d12-a6dc-5e3032b39fb7" providerId="AD" clId="Web-{0A0ED2EE-5963-C708-7F40-9A057BF738D0}" dt="2026-06-01T15:18:18.376" v="22" actId="20577"/>
      <pc:docMkLst>
        <pc:docMk/>
      </pc:docMkLst>
      <pc:sldChg chg="modSp">
        <pc:chgData name="Taylor Ilov" userId="S::taylor.ilov@cmsenergy.com::b3e8fa34-e639-4d12-a6dc-5e3032b39fb7" providerId="AD" clId="Web-{0A0ED2EE-5963-C708-7F40-9A057BF738D0}" dt="2026-06-01T15:18:18.376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0A0ED2EE-5963-C708-7F40-9A057BF738D0}" dt="2026-06-01T15:18:18.376" v="22" actId="20577"/>
          <ac:spMkLst>
            <pc:docMk/>
            <pc:sldMk cId="3852294437" sldId="268"/>
            <ac:spMk id="4" creationId="{81A08FD6-7E06-AEC4-FC0F-CD07B69918CC}"/>
          </ac:spMkLst>
        </pc:spChg>
      </pc:sldChg>
    </pc:docChg>
  </pc:docChgLst>
  <pc:docChgLst>
    <pc:chgData name="Taylor Ilov" userId="S::taylor.ilov@cmsenergy.com::b3e8fa34-e639-4d12-a6dc-5e3032b39fb7" providerId="AD" clId="Web-{E83E345A-7014-C352-1A78-368E8004C567}"/>
    <pc:docChg chg="modSld">
      <pc:chgData name="Taylor Ilov" userId="S::taylor.ilov@cmsenergy.com::b3e8fa34-e639-4d12-a6dc-5e3032b39fb7" providerId="AD" clId="Web-{E83E345A-7014-C352-1A78-368E8004C567}" dt="2026-06-01T14:59:57.796" v="12" actId="20577"/>
      <pc:docMkLst>
        <pc:docMk/>
      </pc:docMkLst>
      <pc:sldChg chg="modSp">
        <pc:chgData name="Taylor Ilov" userId="S::taylor.ilov@cmsenergy.com::b3e8fa34-e639-4d12-a6dc-5e3032b39fb7" providerId="AD" clId="Web-{E83E345A-7014-C352-1A78-368E8004C567}" dt="2026-06-01T14:59:57.796" v="1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E83E345A-7014-C352-1A78-368E8004C567}" dt="2026-06-01T14:59:57.796" v="12" actId="20577"/>
          <ac:spMkLst>
            <pc:docMk/>
            <pc:sldMk cId="3852294437" sldId="268"/>
            <ac:spMk id="4" creationId="{81A08FD6-7E06-AEC4-FC0F-CD07B69918CC}"/>
          </ac:spMkLst>
        </pc:spChg>
      </pc:sldChg>
    </pc:docChg>
  </pc:docChgLst>
  <pc:docChgLst>
    <pc:chgData name="Taylor Ilov" userId="S::taylor.ilov@cmsenergy.com::b3e8fa34-e639-4d12-a6dc-5e3032b39fb7" providerId="AD" clId="Web-{0A44A006-A03F-3576-136B-44C7BA3AE361}"/>
    <pc:docChg chg="modSld">
      <pc:chgData name="Taylor Ilov" userId="S::taylor.ilov@cmsenergy.com::b3e8fa34-e639-4d12-a6dc-5e3032b39fb7" providerId="AD" clId="Web-{0A44A006-A03F-3576-136B-44C7BA3AE361}" dt="2026-05-23T11:32:35.359" v="0"/>
      <pc:docMkLst>
        <pc:docMk/>
      </pc:docMkLst>
      <pc:sldChg chg="delSp">
        <pc:chgData name="Taylor Ilov" userId="S::taylor.ilov@cmsenergy.com::b3e8fa34-e639-4d12-a6dc-5e3032b39fb7" providerId="AD" clId="Web-{0A44A006-A03F-3576-136B-44C7BA3AE361}" dt="2026-05-23T11:32:35.359" v="0"/>
        <pc:sldMkLst>
          <pc:docMk/>
          <pc:sldMk cId="3852294437" sldId="268"/>
        </pc:sldMkLst>
      </pc:sldChg>
    </pc:docChg>
  </pc:docChgLst>
  <pc:docChgLst>
    <pc:chgData name="Taylor Ilov" userId="S::taylor.ilov@cmsenergy.com::b3e8fa34-e639-4d12-a6dc-5e3032b39fb7" providerId="AD" clId="Web-{6E5D21F8-A52E-7361-6E7F-974AE84A6BD0}"/>
    <pc:docChg chg="modSld">
      <pc:chgData name="Taylor Ilov" userId="S::taylor.ilov@cmsenergy.com::b3e8fa34-e639-4d12-a6dc-5e3032b39fb7" providerId="AD" clId="Web-{6E5D21F8-A52E-7361-6E7F-974AE84A6BD0}" dt="2026-06-01T15:17:27.072" v="5" actId="20577"/>
      <pc:docMkLst>
        <pc:docMk/>
      </pc:docMkLst>
      <pc:sldChg chg="modSp">
        <pc:chgData name="Taylor Ilov" userId="S::taylor.ilov@cmsenergy.com::b3e8fa34-e639-4d12-a6dc-5e3032b39fb7" providerId="AD" clId="Web-{6E5D21F8-A52E-7361-6E7F-974AE84A6BD0}" dt="2026-06-01T15:17:27.072" v="5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6E5D21F8-A52E-7361-6E7F-974AE84A6BD0}" dt="2026-06-01T15:17:27.072" v="5" actId="20577"/>
          <ac:spMkLst>
            <pc:docMk/>
            <pc:sldMk cId="3692638522" sldId="280"/>
            <ac:spMk id="8" creationId="{F068F04F-6DFB-171B-FC7A-BD61AE783CD5}"/>
          </ac:spMkLst>
        </pc:spChg>
      </pc:sldChg>
    </pc:docChg>
  </pc:docChgLst>
  <pc:docChgLst>
    <pc:chgData name="Jose Diaz" userId="S::jose.diaz@cmsenergy.com::517cb5ef-6fb8-49bc-8303-535c95eee28f" providerId="AD" clId="Web-{AEDAA0FF-21AD-C6AD-5175-EB7225DEC29F}"/>
    <pc:docChg chg="addSld delSld modSld sldOrd modSection">
      <pc:chgData name="Jose Diaz" userId="S::jose.diaz@cmsenergy.com::517cb5ef-6fb8-49bc-8303-535c95eee28f" providerId="AD" clId="Web-{AEDAA0FF-21AD-C6AD-5175-EB7225DEC29F}" dt="2026-05-22T17:26:00.954" v="1226" actId="20577"/>
      <pc:docMkLst>
        <pc:docMk/>
      </pc:docMkLst>
      <pc:sldChg chg="modSp">
        <pc:chgData name="Jose Diaz" userId="S::jose.diaz@cmsenergy.com::517cb5ef-6fb8-49bc-8303-535c95eee28f" providerId="AD" clId="Web-{AEDAA0FF-21AD-C6AD-5175-EB7225DEC29F}" dt="2026-05-22T12:45:31.474" v="972" actId="20577"/>
        <pc:sldMkLst>
          <pc:docMk/>
          <pc:sldMk cId="2545389575" sldId="2147483641"/>
        </pc:sldMkLst>
        <pc:spChg chg="mod">
          <ac:chgData name="Jose Diaz" userId="S::jose.diaz@cmsenergy.com::517cb5ef-6fb8-49bc-8303-535c95eee28f" providerId="AD" clId="Web-{AEDAA0FF-21AD-C6AD-5175-EB7225DEC29F}" dt="2026-05-22T12:45:31.474" v="972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Jose Diaz" userId="S::jose.diaz@cmsenergy.com::517cb5ef-6fb8-49bc-8303-535c95eee28f" providerId="AD" clId="Web-{0BFEBDF3-A953-9ECD-3F19-B39A69B823B9}"/>
    <pc:docChg chg="addSld delSld modSld sldOrd modSection">
      <pc:chgData name="Jose Diaz" userId="S::jose.diaz@cmsenergy.com::517cb5ef-6fb8-49bc-8303-535c95eee28f" providerId="AD" clId="Web-{0BFEBDF3-A953-9ECD-3F19-B39A69B823B9}" dt="2026-05-23T21:13:25.658" v="386" actId="20577"/>
      <pc:docMkLst>
        <pc:docMk/>
      </pc:docMkLst>
      <pc:sldChg chg="modSp">
        <pc:chgData name="Jose Diaz" userId="S::jose.diaz@cmsenergy.com::517cb5ef-6fb8-49bc-8303-535c95eee28f" providerId="AD" clId="Web-{0BFEBDF3-A953-9ECD-3F19-B39A69B823B9}" dt="2026-05-23T21:13:25.658" v="386" actId="20577"/>
        <pc:sldMkLst>
          <pc:docMk/>
          <pc:sldMk cId="1929058891" sldId="2147483639"/>
        </pc:sldMkLst>
        <pc:spChg chg="mod">
          <ac:chgData name="Jose Diaz" userId="S::jose.diaz@cmsenergy.com::517cb5ef-6fb8-49bc-8303-535c95eee28f" providerId="AD" clId="Web-{0BFEBDF3-A953-9ECD-3F19-B39A69B823B9}" dt="2026-05-23T21:13:25.658" v="386" actId="20577"/>
          <ac:spMkLst>
            <pc:docMk/>
            <pc:sldMk cId="1929058891" sldId="2147483639"/>
            <ac:spMk id="4" creationId="{C736A9F5-6FA5-6E90-4540-7E81EB75C05C}"/>
          </ac:spMkLst>
        </pc:sp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9T17:57:02.330" v="94" actId="5793"/>
      <pc:docMkLst>
        <pc:docMk/>
      </pc:docMkLst>
      <pc:sldChg chg="modSp mod">
        <pc:chgData name="DAWN M PETTENGILL" userId="6c3e7221-c014-41df-9963-eb44707bad46" providerId="ADAL" clId="{29FA3F86-359B-4B62-8DF6-5E1FAB534B2A}" dt="2026-05-29T17:57:02.330" v="94" actId="5793"/>
        <pc:sldMkLst>
          <pc:docMk/>
          <pc:sldMk cId="2218206800" sldId="271"/>
        </pc:sldMkLst>
        <pc:graphicFrameChg chg="mod modGraphic">
          <ac:chgData name="DAWN M PETTENGILL" userId="6c3e7221-c014-41df-9963-eb44707bad46" providerId="ADAL" clId="{29FA3F86-359B-4B62-8DF6-5E1FAB534B2A}" dt="2026-05-29T17:57:02.330" v="94" actId="5793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</pc:docChg>
  </pc:docChgLst>
  <pc:docChgLst>
    <pc:chgData name="Mohanta Das" userId="S::mohanta.das@cmsenergy.com::ae36c681-8d90-4c0d-b637-b44a7861ac8e" providerId="AD" clId="Web-{C59E4633-9394-86D3-F8EB-9230CEF04D03}"/>
    <pc:docChg chg="addSld modSld sldOrd modSection">
      <pc:chgData name="Mohanta Das" userId="S::mohanta.das@cmsenergy.com::ae36c681-8d90-4c0d-b637-b44a7861ac8e" providerId="AD" clId="Web-{C59E4633-9394-86D3-F8EB-9230CEF04D03}" dt="2026-06-17T14:08:47.058" v="437" actId="20577"/>
      <pc:docMkLst>
        <pc:docMk/>
      </pc:docMkLst>
      <pc:sldChg chg="addSp delSp modSp add replId">
        <pc:chgData name="Mohanta Das" userId="S::mohanta.das@cmsenergy.com::ae36c681-8d90-4c0d-b637-b44a7861ac8e" providerId="AD" clId="Web-{C59E4633-9394-86D3-F8EB-9230CEF04D03}" dt="2026-06-17T13:56:25.524" v="303" actId="20577"/>
        <pc:sldMkLst>
          <pc:docMk/>
          <pc:sldMk cId="1411066880" sldId="259"/>
        </pc:sldMkLst>
        <pc:spChg chg="mod">
          <ac:chgData name="Mohanta Das" userId="S::mohanta.das@cmsenergy.com::ae36c681-8d90-4c0d-b637-b44a7861ac8e" providerId="AD" clId="Web-{C59E4633-9394-86D3-F8EB-9230CEF04D03}" dt="2026-06-17T13:56:25.524" v="303" actId="20577"/>
          <ac:spMkLst>
            <pc:docMk/>
            <pc:sldMk cId="1411066880" sldId="259"/>
            <ac:spMk id="2" creationId="{1C6F026E-B02B-145E-1848-20DDEE860817}"/>
          </ac:spMkLst>
        </pc:spChg>
        <pc:picChg chg="add mod">
          <ac:chgData name="Mohanta Das" userId="S::mohanta.das@cmsenergy.com::ae36c681-8d90-4c0d-b637-b44a7861ac8e" providerId="AD" clId="Web-{C59E4633-9394-86D3-F8EB-9230CEF04D03}" dt="2026-06-17T13:32:40.033" v="237" actId="14100"/>
          <ac:picMkLst>
            <pc:docMk/>
            <pc:sldMk cId="1411066880" sldId="259"/>
            <ac:picMk id="3" creationId="{3E28C5AA-52A3-8974-0544-4780B5B21DB8}"/>
          </ac:picMkLst>
        </pc:picChg>
        <pc:picChg chg="del">
          <ac:chgData name="Mohanta Das" userId="S::mohanta.das@cmsenergy.com::ae36c681-8d90-4c0d-b637-b44a7861ac8e" providerId="AD" clId="Web-{C59E4633-9394-86D3-F8EB-9230CEF04D03}" dt="2026-06-17T13:32:21.564" v="233"/>
          <ac:picMkLst>
            <pc:docMk/>
            <pc:sldMk cId="1411066880" sldId="259"/>
            <ac:picMk id="4" creationId="{55C163A4-0FD0-3A5C-D934-E96C95EDAF98}"/>
          </ac:picMkLst>
        </pc:picChg>
        <pc:picChg chg="add mod">
          <ac:chgData name="Mohanta Das" userId="S::mohanta.das@cmsenergy.com::ae36c681-8d90-4c0d-b637-b44a7861ac8e" providerId="AD" clId="Web-{C59E4633-9394-86D3-F8EB-9230CEF04D03}" dt="2026-06-17T13:33:54.236" v="241" actId="1076"/>
          <ac:picMkLst>
            <pc:docMk/>
            <pc:sldMk cId="1411066880" sldId="259"/>
            <ac:picMk id="5" creationId="{CB8A0C57-95CE-4CC7-6AC0-89B6BCB0BE05}"/>
          </ac:picMkLst>
        </pc:picChg>
      </pc:sldChg>
      <pc:sldChg chg="ord">
        <pc:chgData name="Mohanta Das" userId="S::mohanta.das@cmsenergy.com::ae36c681-8d90-4c0d-b637-b44a7861ac8e" providerId="AD" clId="Web-{C59E4633-9394-86D3-F8EB-9230CEF04D03}" dt="2026-06-17T14:02:00.447" v="427"/>
        <pc:sldMkLst>
          <pc:docMk/>
          <pc:sldMk cId="3093726476" sldId="261"/>
        </pc:sldMkLst>
      </pc:sldChg>
      <pc:sldChg chg="delSp modSp">
        <pc:chgData name="Mohanta Das" userId="S::mohanta.das@cmsenergy.com::ae36c681-8d90-4c0d-b637-b44a7861ac8e" providerId="AD" clId="Web-{C59E4633-9394-86D3-F8EB-9230CEF04D03}" dt="2026-06-17T14:02:37.900" v="430"/>
        <pc:sldMkLst>
          <pc:docMk/>
          <pc:sldMk cId="3258273975" sldId="262"/>
        </pc:sldMkLst>
        <pc:spChg chg="mod">
          <ac:chgData name="Mohanta Das" userId="S::mohanta.das@cmsenergy.com::ae36c681-8d90-4c0d-b637-b44a7861ac8e" providerId="AD" clId="Web-{C59E4633-9394-86D3-F8EB-9230CEF04D03}" dt="2026-06-17T14:02:26.166" v="429" actId="20577"/>
          <ac:spMkLst>
            <pc:docMk/>
            <pc:sldMk cId="3258273975" sldId="262"/>
            <ac:spMk id="4" creationId="{CE60EE52-89F9-8837-0A7E-2CEF9D6BFD8B}"/>
          </ac:spMkLst>
        </pc:spChg>
        <pc:spChg chg="del">
          <ac:chgData name="Mohanta Das" userId="S::mohanta.das@cmsenergy.com::ae36c681-8d90-4c0d-b637-b44a7861ac8e" providerId="AD" clId="Web-{C59E4633-9394-86D3-F8EB-9230CEF04D03}" dt="2026-06-17T14:02:37.900" v="430"/>
          <ac:spMkLst>
            <pc:docMk/>
            <pc:sldMk cId="3258273975" sldId="262"/>
            <ac:spMk id="5" creationId="{839819C6-88CB-8EDB-2E75-AB8F3943CBE5}"/>
          </ac:spMkLst>
        </pc:spChg>
      </pc:sldChg>
      <pc:sldChg chg="delSp modSp">
        <pc:chgData name="Mohanta Das" userId="S::mohanta.das@cmsenergy.com::ae36c681-8d90-4c0d-b637-b44a7861ac8e" providerId="AD" clId="Web-{C59E4633-9394-86D3-F8EB-9230CEF04D03}" dt="2026-06-17T14:01:52.025" v="426"/>
        <pc:sldMkLst>
          <pc:docMk/>
          <pc:sldMk cId="1929058891" sldId="2147483639"/>
        </pc:sldMkLst>
        <pc:spChg chg="del mod">
          <ac:chgData name="Mohanta Das" userId="S::mohanta.das@cmsenergy.com::ae36c681-8d90-4c0d-b637-b44a7861ac8e" providerId="AD" clId="Web-{C59E4633-9394-86D3-F8EB-9230CEF04D03}" dt="2026-06-17T14:01:52.025" v="426"/>
          <ac:spMkLst>
            <pc:docMk/>
            <pc:sldMk cId="1929058891" sldId="2147483639"/>
            <ac:spMk id="3" creationId="{3647FBA2-98A1-9143-4DF1-F8AAF299F6E9}"/>
          </ac:spMkLst>
        </pc:spChg>
        <pc:spChg chg="mod">
          <ac:chgData name="Mohanta Das" userId="S::mohanta.das@cmsenergy.com::ae36c681-8d90-4c0d-b637-b44a7861ac8e" providerId="AD" clId="Web-{C59E4633-9394-86D3-F8EB-9230CEF04D03}" dt="2026-06-17T14:01:20.540" v="424" actId="20577"/>
          <ac:spMkLst>
            <pc:docMk/>
            <pc:sldMk cId="1929058891" sldId="2147483639"/>
            <ac:spMk id="4" creationId="{C736A9F5-6FA5-6E90-4540-7E81EB75C05C}"/>
          </ac:spMkLst>
        </pc:spChg>
      </pc:sldChg>
      <pc:sldChg chg="addSp delSp modSp add mod ord modTransition modClrScheme chgLayout">
        <pc:chgData name="Mohanta Das" userId="S::mohanta.das@cmsenergy.com::ae36c681-8d90-4c0d-b637-b44a7861ac8e" providerId="AD" clId="Web-{C59E4633-9394-86D3-F8EB-9230CEF04D03}" dt="2026-06-17T12:33:51.331" v="38"/>
        <pc:sldMkLst>
          <pc:docMk/>
          <pc:sldMk cId="2424277114" sldId="2147483642"/>
        </pc:sldMkLst>
        <pc:spChg chg="mod ord">
          <ac:chgData name="Mohanta Das" userId="S::mohanta.das@cmsenergy.com::ae36c681-8d90-4c0d-b637-b44a7861ac8e" providerId="AD" clId="Web-{C59E4633-9394-86D3-F8EB-9230CEF04D03}" dt="2026-06-17T12:33:51.331" v="38"/>
          <ac:spMkLst>
            <pc:docMk/>
            <pc:sldMk cId="2424277114" sldId="2147483642"/>
            <ac:spMk id="2" creationId="{00000000-0000-0000-0000-000000000000}"/>
          </ac:spMkLst>
        </pc:spChg>
        <pc:picChg chg="add mod">
          <ac:chgData name="Mohanta Das" userId="S::mohanta.das@cmsenergy.com::ae36c681-8d90-4c0d-b637-b44a7861ac8e" providerId="AD" clId="Web-{C59E4633-9394-86D3-F8EB-9230CEF04D03}" dt="2026-06-17T12:33:51.331" v="38"/>
          <ac:picMkLst>
            <pc:docMk/>
            <pc:sldMk cId="2424277114" sldId="2147483642"/>
            <ac:picMk id="3" creationId="{3AA6EA1B-9448-F388-2C2D-4EA20D785C82}"/>
          </ac:picMkLst>
        </pc:picChg>
        <pc:picChg chg="del">
          <ac:chgData name="Mohanta Das" userId="S::mohanta.das@cmsenergy.com::ae36c681-8d90-4c0d-b637-b44a7861ac8e" providerId="AD" clId="Web-{C59E4633-9394-86D3-F8EB-9230CEF04D03}" dt="2026-06-17T12:33:45.831" v="36"/>
          <ac:picMkLst>
            <pc:docMk/>
            <pc:sldMk cId="2424277114" sldId="2147483642"/>
            <ac:picMk id="6" creationId="{BDA8917D-5BAD-EF64-681B-43D53C87CDF5}"/>
          </ac:picMkLst>
        </pc:picChg>
      </pc:sldChg>
      <pc:sldChg chg="addSp delSp modSp add replId">
        <pc:chgData name="Mohanta Das" userId="S::mohanta.das@cmsenergy.com::ae36c681-8d90-4c0d-b637-b44a7861ac8e" providerId="AD" clId="Web-{C59E4633-9394-86D3-F8EB-9230CEF04D03}" dt="2026-06-17T12:51:20.789" v="127" actId="20577"/>
        <pc:sldMkLst>
          <pc:docMk/>
          <pc:sldMk cId="1899030402" sldId="2147483643"/>
        </pc:sldMkLst>
        <pc:spChg chg="mod ord">
          <ac:chgData name="Mohanta Das" userId="S::mohanta.das@cmsenergy.com::ae36c681-8d90-4c0d-b637-b44a7861ac8e" providerId="AD" clId="Web-{C59E4633-9394-86D3-F8EB-9230CEF04D03}" dt="2026-06-17T12:51:20.789" v="127" actId="20577"/>
          <ac:spMkLst>
            <pc:docMk/>
            <pc:sldMk cId="1899030402" sldId="2147483643"/>
            <ac:spMk id="2" creationId="{29C55AF5-0D02-19FD-941F-6FF8453FE97E}"/>
          </ac:spMkLst>
        </pc:spChg>
        <pc:picChg chg="del">
          <ac:chgData name="Mohanta Das" userId="S::mohanta.das@cmsenergy.com::ae36c681-8d90-4c0d-b637-b44a7861ac8e" providerId="AD" clId="Web-{C59E4633-9394-86D3-F8EB-9230CEF04D03}" dt="2026-06-17T12:50:11.632" v="110"/>
          <ac:picMkLst>
            <pc:docMk/>
            <pc:sldMk cId="1899030402" sldId="2147483643"/>
            <ac:picMk id="3" creationId="{5201C49C-1658-52AC-4596-B1D89A009CB1}"/>
          </ac:picMkLst>
        </pc:picChg>
        <pc:picChg chg="add mod">
          <ac:chgData name="Mohanta Das" userId="S::mohanta.das@cmsenergy.com::ae36c681-8d90-4c0d-b637-b44a7861ac8e" providerId="AD" clId="Web-{C59E4633-9394-86D3-F8EB-9230CEF04D03}" dt="2026-06-17T12:50:20.039" v="112"/>
          <ac:picMkLst>
            <pc:docMk/>
            <pc:sldMk cId="1899030402" sldId="2147483643"/>
            <ac:picMk id="4" creationId="{E7E96F0E-1355-53C5-70CE-00717BBEE933}"/>
          </ac:picMkLst>
        </pc:picChg>
      </pc:sldChg>
      <pc:sldChg chg="addSp delSp modSp add ord replId">
        <pc:chgData name="Mohanta Das" userId="S::mohanta.das@cmsenergy.com::ae36c681-8d90-4c0d-b637-b44a7861ac8e" providerId="AD" clId="Web-{C59E4633-9394-86D3-F8EB-9230CEF04D03}" dt="2026-06-17T14:08:47.058" v="437" actId="20577"/>
        <pc:sldMkLst>
          <pc:docMk/>
          <pc:sldMk cId="2144477446" sldId="2147483644"/>
        </pc:sldMkLst>
        <pc:spChg chg="mod ord">
          <ac:chgData name="Mohanta Das" userId="S::mohanta.das@cmsenergy.com::ae36c681-8d90-4c0d-b637-b44a7861ac8e" providerId="AD" clId="Web-{C59E4633-9394-86D3-F8EB-9230CEF04D03}" dt="2026-06-17T14:08:47.058" v="437" actId="20577"/>
          <ac:spMkLst>
            <pc:docMk/>
            <pc:sldMk cId="2144477446" sldId="2147483644"/>
            <ac:spMk id="2" creationId="{01CBD025-5F82-D92E-04F9-97CBDEC1FEB4}"/>
          </ac:spMkLst>
        </pc:spChg>
        <pc:picChg chg="del">
          <ac:chgData name="Mohanta Das" userId="S::mohanta.das@cmsenergy.com::ae36c681-8d90-4c0d-b637-b44a7861ac8e" providerId="AD" clId="Web-{C59E4633-9394-86D3-F8EB-9230CEF04D03}" dt="2026-06-17T12:53:59.477" v="130"/>
          <ac:picMkLst>
            <pc:docMk/>
            <pc:sldMk cId="2144477446" sldId="2147483644"/>
            <ac:picMk id="3" creationId="{7D0DE759-9544-63F8-13A0-504584D7F489}"/>
          </ac:picMkLst>
        </pc:picChg>
        <pc:picChg chg="add mod">
          <ac:chgData name="Mohanta Das" userId="S::mohanta.das@cmsenergy.com::ae36c681-8d90-4c0d-b637-b44a7861ac8e" providerId="AD" clId="Web-{C59E4633-9394-86D3-F8EB-9230CEF04D03}" dt="2026-06-17T12:54:04.227" v="132"/>
          <ac:picMkLst>
            <pc:docMk/>
            <pc:sldMk cId="2144477446" sldId="2147483644"/>
            <ac:picMk id="4" creationId="{0F38FBB1-54BD-285C-0041-5EDA7146FD89}"/>
          </ac:picMkLst>
        </pc:picChg>
      </pc:sldChg>
      <pc:sldChg chg="addSp delSp modSp add replId">
        <pc:chgData name="Mohanta Das" userId="S::mohanta.das@cmsenergy.com::ae36c681-8d90-4c0d-b637-b44a7861ac8e" providerId="AD" clId="Web-{C59E4633-9394-86D3-F8EB-9230CEF04D03}" dt="2026-06-17T13:01:44.337" v="170" actId="20577"/>
        <pc:sldMkLst>
          <pc:docMk/>
          <pc:sldMk cId="1523486785" sldId="2147483645"/>
        </pc:sldMkLst>
        <pc:spChg chg="mod ord">
          <ac:chgData name="Mohanta Das" userId="S::mohanta.das@cmsenergy.com::ae36c681-8d90-4c0d-b637-b44a7861ac8e" providerId="AD" clId="Web-{C59E4633-9394-86D3-F8EB-9230CEF04D03}" dt="2026-06-17T13:01:44.337" v="170" actId="20577"/>
          <ac:spMkLst>
            <pc:docMk/>
            <pc:sldMk cId="1523486785" sldId="2147483645"/>
            <ac:spMk id="2" creationId="{6097F353-7DFE-C8D6-7C67-EC2EE2234501}"/>
          </ac:spMkLst>
        </pc:spChg>
        <pc:picChg chg="add mod">
          <ac:chgData name="Mohanta Das" userId="S::mohanta.das@cmsenergy.com::ae36c681-8d90-4c0d-b637-b44a7861ac8e" providerId="AD" clId="Web-{C59E4633-9394-86D3-F8EB-9230CEF04D03}" dt="2026-06-17T13:00:55.587" v="157"/>
          <ac:picMkLst>
            <pc:docMk/>
            <pc:sldMk cId="1523486785" sldId="2147483645"/>
            <ac:picMk id="3" creationId="{F1BAEA53-7263-2A82-7206-2757C115FF5A}"/>
          </ac:picMkLst>
        </pc:picChg>
        <pc:picChg chg="del">
          <ac:chgData name="Mohanta Das" userId="S::mohanta.das@cmsenergy.com::ae36c681-8d90-4c0d-b637-b44a7861ac8e" providerId="AD" clId="Web-{C59E4633-9394-86D3-F8EB-9230CEF04D03}" dt="2026-06-17T13:00:41.931" v="155"/>
          <ac:picMkLst>
            <pc:docMk/>
            <pc:sldMk cId="1523486785" sldId="2147483645"/>
            <ac:picMk id="4" creationId="{2E6AE047-3152-5560-D36C-D660819C2973}"/>
          </ac:picMkLst>
        </pc:picChg>
      </pc:sldChg>
      <pc:sldChg chg="addSp delSp modSp add replId">
        <pc:chgData name="Mohanta Das" userId="S::mohanta.das@cmsenergy.com::ae36c681-8d90-4c0d-b637-b44a7861ac8e" providerId="AD" clId="Web-{C59E4633-9394-86D3-F8EB-9230CEF04D03}" dt="2026-06-17T13:16:09.858" v="204" actId="20577"/>
        <pc:sldMkLst>
          <pc:docMk/>
          <pc:sldMk cId="1369908211" sldId="2147483646"/>
        </pc:sldMkLst>
        <pc:spChg chg="mod">
          <ac:chgData name="Mohanta Das" userId="S::mohanta.das@cmsenergy.com::ae36c681-8d90-4c0d-b637-b44a7861ac8e" providerId="AD" clId="Web-{C59E4633-9394-86D3-F8EB-9230CEF04D03}" dt="2026-06-17T13:16:09.858" v="204" actId="20577"/>
          <ac:spMkLst>
            <pc:docMk/>
            <pc:sldMk cId="1369908211" sldId="2147483646"/>
            <ac:spMk id="2" creationId="{077F76F8-19CF-8E12-6C1A-C17FB03EE6B8}"/>
          </ac:spMkLst>
        </pc:spChg>
        <pc:picChg chg="del">
          <ac:chgData name="Mohanta Das" userId="S::mohanta.das@cmsenergy.com::ae36c681-8d90-4c0d-b637-b44a7861ac8e" providerId="AD" clId="Web-{C59E4633-9394-86D3-F8EB-9230CEF04D03}" dt="2026-06-17T13:12:09.153" v="172"/>
          <ac:picMkLst>
            <pc:docMk/>
            <pc:sldMk cId="1369908211" sldId="2147483646"/>
            <ac:picMk id="3" creationId="{B93C58FF-1BC4-8108-8A47-9C6F3208EC3A}"/>
          </ac:picMkLst>
        </pc:picChg>
        <pc:picChg chg="add mod">
          <ac:chgData name="Mohanta Das" userId="S::mohanta.das@cmsenergy.com::ae36c681-8d90-4c0d-b637-b44a7861ac8e" providerId="AD" clId="Web-{C59E4633-9394-86D3-F8EB-9230CEF04D03}" dt="2026-06-17T13:13:22.106" v="177" actId="14100"/>
          <ac:picMkLst>
            <pc:docMk/>
            <pc:sldMk cId="1369908211" sldId="2147483646"/>
            <ac:picMk id="4" creationId="{8A1F548A-7739-DB07-6227-A87B28431DD0}"/>
          </ac:picMkLst>
        </pc:picChg>
        <pc:picChg chg="add mod">
          <ac:chgData name="Mohanta Das" userId="S::mohanta.das@cmsenergy.com::ae36c681-8d90-4c0d-b637-b44a7861ac8e" providerId="AD" clId="Web-{C59E4633-9394-86D3-F8EB-9230CEF04D03}" dt="2026-06-17T13:15:52.405" v="199" actId="1076"/>
          <ac:picMkLst>
            <pc:docMk/>
            <pc:sldMk cId="1369908211" sldId="2147483646"/>
            <ac:picMk id="5" creationId="{BB25DA4B-19CA-F4A2-E97A-23356386E5DD}"/>
          </ac:picMkLst>
        </pc:picChg>
      </pc:sldChg>
      <pc:sldChg chg="addSp delSp modSp add replId">
        <pc:chgData name="Mohanta Das" userId="S::mohanta.das@cmsenergy.com::ae36c681-8d90-4c0d-b637-b44a7861ac8e" providerId="AD" clId="Web-{C59E4633-9394-86D3-F8EB-9230CEF04D03}" dt="2026-06-17T13:20:13.093" v="231" actId="14100"/>
        <pc:sldMkLst>
          <pc:docMk/>
          <pc:sldMk cId="270729938" sldId="2147483647"/>
        </pc:sldMkLst>
        <pc:spChg chg="mod">
          <ac:chgData name="Mohanta Das" userId="S::mohanta.das@cmsenergy.com::ae36c681-8d90-4c0d-b637-b44a7861ac8e" providerId="AD" clId="Web-{C59E4633-9394-86D3-F8EB-9230CEF04D03}" dt="2026-06-17T13:19:49.531" v="230" actId="20577"/>
          <ac:spMkLst>
            <pc:docMk/>
            <pc:sldMk cId="270729938" sldId="2147483647"/>
            <ac:spMk id="2" creationId="{0F4DB009-AAD6-5D15-CBCF-FCA51388BD9D}"/>
          </ac:spMkLst>
        </pc:spChg>
        <pc:picChg chg="del">
          <ac:chgData name="Mohanta Das" userId="S::mohanta.das@cmsenergy.com::ae36c681-8d90-4c0d-b637-b44a7861ac8e" providerId="AD" clId="Web-{C59E4633-9394-86D3-F8EB-9230CEF04D03}" dt="2026-06-17T13:19:07.328" v="206"/>
          <ac:picMkLst>
            <pc:docMk/>
            <pc:sldMk cId="270729938" sldId="2147483647"/>
            <ac:picMk id="3" creationId="{9C419BC6-C58D-3E4C-343B-0122E1D4AE62}"/>
          </ac:picMkLst>
        </pc:picChg>
        <pc:picChg chg="add mod">
          <ac:chgData name="Mohanta Das" userId="S::mohanta.das@cmsenergy.com::ae36c681-8d90-4c0d-b637-b44a7861ac8e" providerId="AD" clId="Web-{C59E4633-9394-86D3-F8EB-9230CEF04D03}" dt="2026-06-17T13:20:13.093" v="231" actId="14100"/>
          <ac:picMkLst>
            <pc:docMk/>
            <pc:sldMk cId="270729938" sldId="2147483647"/>
            <ac:picMk id="4" creationId="{0D5E22CF-68AE-C286-7B18-AF6CF5FB0A5B}"/>
          </ac:picMkLst>
        </pc:picChg>
      </pc:sldChg>
      <pc:sldMasterChg chg="addSldLayout">
        <pc:chgData name="Mohanta Das" userId="S::mohanta.das@cmsenergy.com::ae36c681-8d90-4c0d-b637-b44a7861ac8e" providerId="AD" clId="Web-{C59E4633-9394-86D3-F8EB-9230CEF04D03}" dt="2026-06-17T12:24:55.549" v="0"/>
        <pc:sldMasterMkLst>
          <pc:docMk/>
          <pc:sldMasterMk cId="902781393" sldId="2147483685"/>
        </pc:sldMasterMkLst>
        <pc:sldLayoutChg chg="add">
          <pc:chgData name="Mohanta Das" userId="S::mohanta.das@cmsenergy.com::ae36c681-8d90-4c0d-b637-b44a7861ac8e" providerId="AD" clId="Web-{C59E4633-9394-86D3-F8EB-9230CEF04D03}" dt="2026-06-17T12:24:55.549" v="0"/>
          <pc:sldLayoutMkLst>
            <pc:docMk/>
            <pc:sldMasterMk cId="902781393" sldId="2147483685"/>
            <pc:sldLayoutMk cId="2688986759" sldId="2147483699"/>
          </pc:sldLayoutMkLst>
        </pc:sldLayoutChg>
      </pc:sldMasterChg>
    </pc:docChg>
  </pc:docChgLst>
  <pc:docChgLst>
    <pc:chgData name="Taylor Ilov" userId="S::taylor.ilov@cmsenergy.com::b3e8fa34-e639-4d12-a6dc-5e3032b39fb7" providerId="AD" clId="Web-{B23F50C1-F81E-DCA0-2696-560A2F5A8108}"/>
    <pc:docChg chg="addSld delSld modSld sldOrd modSection">
      <pc:chgData name="Taylor Ilov" userId="S::taylor.ilov@cmsenergy.com::b3e8fa34-e639-4d12-a6dc-5e3032b39fb7" providerId="AD" clId="Web-{B23F50C1-F81E-DCA0-2696-560A2F5A8108}" dt="2026-06-01T14:58:50.022" v="526"/>
      <pc:docMkLst>
        <pc:docMk/>
      </pc:docMkLst>
      <pc:sldChg chg="modSp">
        <pc:chgData name="Taylor Ilov" userId="S::taylor.ilov@cmsenergy.com::b3e8fa34-e639-4d12-a6dc-5e3032b39fb7" providerId="AD" clId="Web-{B23F50C1-F81E-DCA0-2696-560A2F5A8108}" dt="2026-06-01T14:24:16.842" v="446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B23F50C1-F81E-DCA0-2696-560A2F5A8108}" dt="2026-06-01T14:24:16.842" v="446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24:22.545" v="44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B23F50C1-F81E-DCA0-2696-560A2F5A8108}" dt="2026-06-01T14:24:22.545" v="44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13:33.613" v="38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B23F50C1-F81E-DCA0-2696-560A2F5A8108}" dt="2026-06-01T14:13:33.613" v="38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addSp modSp">
        <pc:chgData name="Taylor Ilov" userId="S::taylor.ilov@cmsenergy.com::b3e8fa34-e639-4d12-a6dc-5e3032b39fb7" providerId="AD" clId="Web-{B23F50C1-F81E-DCA0-2696-560A2F5A8108}" dt="2026-06-01T14:15:37.087" v="440" actId="20577"/>
        <pc:sldMkLst>
          <pc:docMk/>
          <pc:sldMk cId="3258273975" sldId="262"/>
        </pc:sldMkLst>
      </pc:sldChg>
      <pc:sldChg chg="modSp">
        <pc:chgData name="Taylor Ilov" userId="S::taylor.ilov@cmsenergy.com::b3e8fa34-e639-4d12-a6dc-5e3032b39fb7" providerId="AD" clId="Web-{B23F50C1-F81E-DCA0-2696-560A2F5A8108}" dt="2026-06-01T13:21:27.158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23F50C1-F81E-DCA0-2696-560A2F5A8108}" dt="2026-06-01T13:21:27.158" v="2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58:50.022" v="526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B23F50C1-F81E-DCA0-2696-560A2F5A8108}" dt="2026-06-01T14:58:35.506" v="524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4:20.787" v="40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B23F50C1-F81E-DCA0-2696-560A2F5A8108}" dt="2026-06-01T14:14:20.787" v="40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 add">
        <pc:chgData name="Taylor Ilov" userId="S::taylor.ilov@cmsenergy.com::b3e8fa34-e639-4d12-a6dc-5e3032b39fb7" providerId="AD" clId="Web-{B23F50C1-F81E-DCA0-2696-560A2F5A8108}" dt="2026-06-01T13:48:21.678" v="259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B23F50C1-F81E-DCA0-2696-560A2F5A8108}" dt="2026-06-01T13:47:52.426" v="24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7:28.066" v="234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B23F50C1-F81E-DCA0-2696-560A2F5A8108}" dt="2026-06-01T13:48:21.678" v="2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3:40.082" v="390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B23F50C1-F81E-DCA0-2696-560A2F5A8108}" dt="2026-06-01T14:13:40.082" v="39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23:39.106" v="442" actId="20577"/>
        <pc:sldMkLst>
          <pc:docMk/>
          <pc:sldMk cId="1285056470" sldId="285"/>
        </pc:sldMkLst>
        <pc:spChg chg="mod">
          <ac:chgData name="Taylor Ilov" userId="S::taylor.ilov@cmsenergy.com::b3e8fa34-e639-4d12-a6dc-5e3032b39fb7" providerId="AD" clId="Web-{B23F50C1-F81E-DCA0-2696-560A2F5A8108}" dt="2026-06-01T14:23:39.106" v="442" actId="20577"/>
          <ac:spMkLst>
            <pc:docMk/>
            <pc:sldMk cId="1285056470" sldId="285"/>
            <ac:spMk id="7" creationId="{3FA007BE-A154-54BB-139B-68EEE949B120}"/>
          </ac:spMkLst>
        </pc:spChg>
      </pc:sldChg>
      <pc:sldChg chg="add">
        <pc:chgData name="Taylor Ilov" userId="S::taylor.ilov@cmsenergy.com::b3e8fa34-e639-4d12-a6dc-5e3032b39fb7" providerId="AD" clId="Web-{B23F50C1-F81E-DCA0-2696-560A2F5A8108}" dt="2026-06-01T13:21:46.221" v="23"/>
        <pc:sldMkLst>
          <pc:docMk/>
          <pc:sldMk cId="1110191763" sldId="305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03.951" v="444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B23F50C1-F81E-DCA0-2696-560A2F5A8108}" dt="2026-06-01T14:15:59.525" v="441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B23F50C1-F81E-DCA0-2696-560A2F5A8108}" dt="2026-06-01T14:24:03.951" v="444" actId="1076"/>
          <ac:cxnSpMkLst>
            <pc:docMk/>
            <pc:sldMk cId="429306594" sldId="2147483632"/>
            <ac:cxnSpMk id="16" creationId="{28733F61-66C7-18F4-6938-676D88C48CC5}"/>
          </ac:cxnSpMkLst>
        </pc:cxnChg>
      </pc:sldChg>
      <pc:sldChg chg="modSp">
        <pc:chgData name="Taylor Ilov" userId="S::taylor.ilov@cmsenergy.com::b3e8fa34-e639-4d12-a6dc-5e3032b39fb7" providerId="AD" clId="Web-{B23F50C1-F81E-DCA0-2696-560A2F5A8108}" dt="2026-06-01T13:49:19.180" v="311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B23F50C1-F81E-DCA0-2696-560A2F5A8108}" dt="2026-06-01T13:48:47.601" v="288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9:19.180" v="3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addSp modSp ord">
        <pc:chgData name="Taylor Ilov" userId="S::taylor.ilov@cmsenergy.com::b3e8fa34-e639-4d12-a6dc-5e3032b39fb7" providerId="AD" clId="Web-{B23F50C1-F81E-DCA0-2696-560A2F5A8108}" dt="2026-06-01T14:14:24.256" v="406"/>
        <pc:sldMkLst>
          <pc:docMk/>
          <pc:sldMk cId="1929058891" sldId="2147483639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57.624" v="458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B23F50C1-F81E-DCA0-2696-560A2F5A8108}" dt="2026-06-01T14:24:53.234" v="457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94A-C565-8AE0-FD4F-E494B3A3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1FEE-E060-DB8B-FFA9-04EB4C96A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BFA3-E0A2-DEF8-CBAA-57EE7FC7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F5EC-9D83-0A1E-73D3-A7848C79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56D6-B181-778B-BB55-3EB484C1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0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EAFE-3C4E-C6D0-17E5-A9049E55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3ED5-0814-7EBD-BB55-4A712427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0E5B-CDBA-494A-2A9B-80C1636A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B121-F6F4-9636-2D8D-9C571ED6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485F-CD39-8F5C-EFAA-A1068566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202F-10BB-FA34-5C5E-B33972AD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A72C-D82B-2017-DC04-DC40CFED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6180-65DE-D0BC-603C-F578B5B0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8364-239C-B455-F4A1-B83AF445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24DA-7D5A-92A4-AEF5-1E6D99EA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5E46-EDE6-85C2-3BB8-327470A6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3DB8-9F05-6DDF-9AA3-EA08174E0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3EE2-F745-A325-6715-10F234716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565EC-F3EA-C9AE-2EA1-DC666B88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0148-8F76-A6B9-300C-AA7EA0BC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3A55-872D-E5A3-068C-C5E3452F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8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6DE5-2045-A044-52F9-7A1E0EBF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29D1B-A453-0FB4-B6FE-8A118D633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F68CD-E617-8135-208C-1DC8A3B1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1407-6763-6EE7-5558-441BDCB63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FFE11-059D-DC57-A666-8B29A2E6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9EDFE-9C55-62CB-5BEF-DAC5B2B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2F597-D23C-0B9E-E871-2F166AA9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85201-8B5F-E152-0C58-430B63D7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8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1755-71A3-757B-C022-1C77925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401C2-3002-2C81-495F-7A48C426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63AF-89E5-536B-A2B2-9D7DAE3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BCEA8-7B2A-5AC5-59B7-7D8684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5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5AC4D-D76B-B682-9EE7-590D6A6C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05F7-FE58-E356-5918-049C902B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F8B86-3CE0-E51C-3E12-14EB4EB4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4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0E6F-7058-DA5C-68C2-3D8C6FCD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074F-FDA3-ACF7-B15A-E1FD19E46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FEE2-CC65-6CE0-6D89-F9F3EC79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671D3-ABB4-70EB-F600-F04A4045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8883-609A-A053-7D2D-B185F15B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3799-8218-1123-40BB-D25A94F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A61-CE62-4BF2-F854-39B66B2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8F396-5489-E8BC-CD9B-CFEC1DC63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2BF8A-2397-249D-7AC5-7DC9B151A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CB50B-6F55-458C-BA03-2E612E28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C0A8D-D690-96BD-95D4-50A65511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6804-8623-7E02-4613-760D81FA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54B9-7BC0-0657-D7C9-67AFA319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BC771-FBC8-533C-0798-DE22B77D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03CE-3779-22AC-EB91-E2C35D3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7B7A-3287-30F2-ADDE-957C0F4E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7AD3-8C12-CFE1-169C-8176B869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0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62C37-4DDD-ED86-CD18-1C4379A23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A55ED-6B23-6731-857E-0F1C0EB00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9536-AEF2-FE0C-06F3-C7BB158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C6DD-CB04-BB00-4E5E-036D3505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05EA-DD46-7CB1-C060-443E2E99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5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42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738731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lf Frame 4">
            <a:extLst>
              <a:ext uri="{FF2B5EF4-FFF2-40B4-BE49-F238E27FC236}">
                <a16:creationId xmlns:a16="http://schemas.microsoft.com/office/drawing/2014/main" id="{6581409C-6125-F298-D37A-31D8253DA6C0}"/>
              </a:ext>
            </a:extLst>
          </p:cNvPr>
          <p:cNvSpPr/>
          <p:nvPr userDrawn="1"/>
        </p:nvSpPr>
        <p:spPr>
          <a:xfrm rot="5400000">
            <a:off x="10427853" y="-341746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D445B04-5630-FADB-A52F-C02F082ED06B}"/>
              </a:ext>
            </a:extLst>
          </p:cNvPr>
          <p:cNvSpPr/>
          <p:nvPr userDrawn="1"/>
        </p:nvSpPr>
        <p:spPr>
          <a:xfrm rot="16200000">
            <a:off x="341748" y="5093852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755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98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F262E-C592-3212-8CCB-AEDDA5F9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94FE-F685-D3DD-590A-8AF2F72C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5257-0211-6B81-C931-9164A4970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88479-BA81-4009-A123-8DEC37C9712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24AC-A78E-8FA7-7A44-B7D3D58D1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7047-926C-1AB6-C417-8D2D5E13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  <p:sldLayoutId id="2147483698" r:id="rId26"/>
    <p:sldLayoutId id="2147483699" r:id="rId27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>
                <a:latin typeface="Montserrat"/>
              </a:rPr>
              <a:t>Correspondence and Integrations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Workshop A-1</a:t>
            </a:r>
            <a:br>
              <a:rPr lang="en-US" sz="4250">
                <a:latin typeface="Montserrat"/>
              </a:rPr>
            </a:br>
            <a:br>
              <a:rPr lang="en-US" sz="4250">
                <a:latin typeface="Montserrat"/>
              </a:rPr>
            </a:br>
            <a:r>
              <a:rPr lang="en-US" sz="2800" b="1">
                <a:latin typeface="Montserrat"/>
              </a:rPr>
              <a:t>Jose Diaz and Mohanta Das</a:t>
            </a:r>
            <a:br>
              <a:rPr lang="en-US" sz="2800">
                <a:latin typeface="Montserrat"/>
              </a:rPr>
            </a:br>
            <a:r>
              <a:rPr lang="en-US" sz="2800">
                <a:latin typeface="Montserrat"/>
              </a:rPr>
              <a:t>6/18/26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Agenda*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44629" y="4079099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44629" y="2861919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326100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44629" y="247156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44629" y="366619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6872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44629" y="367391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6354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50296"/>
            <a:ext cx="10739400" cy="42005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Scope, Purpose, Objective</a:t>
            </a:r>
          </a:p>
          <a:p>
            <a:pPr>
              <a:lnSpc>
                <a:spcPct val="150000"/>
              </a:lnSpc>
            </a:pPr>
            <a:r>
              <a:rPr lang="en-US"/>
              <a:t>(L3) </a:t>
            </a:r>
            <a:r>
              <a:rPr lang="en-US">
                <a:ea typeface="+mn-lt"/>
                <a:cs typeface="+mn-lt"/>
              </a:rPr>
              <a:t>Correspondence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</a:rPr>
              <a:t>BREAK – 10 Mins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(L3) </a:t>
            </a:r>
            <a:r>
              <a:rPr lang="en-US">
                <a:ea typeface="+mn-lt"/>
                <a:cs typeface="+mn-lt"/>
              </a:rPr>
              <a:t>View Invoices </a:t>
            </a:r>
          </a:p>
          <a:p>
            <a:pPr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(L3) Power App Forms 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Data Migration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44629" y="448428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44629" y="4071380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744629" y="4476565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90299F6-71FD-C862-BBAE-0A1B505E3A82}"/>
              </a:ext>
            </a:extLst>
          </p:cNvPr>
          <p:cNvSpPr txBox="1">
            <a:spLocks/>
          </p:cNvSpPr>
          <p:nvPr/>
        </p:nvSpPr>
        <p:spPr>
          <a:xfrm>
            <a:off x="744629" y="4875655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09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20E3D8-22F4-C94C-6FC1-F097D9CDE7B1}"/>
              </a:ext>
            </a:extLst>
          </p:cNvPr>
          <p:cNvCxnSpPr>
            <a:cxnSpLocks/>
          </p:cNvCxnSpPr>
          <p:nvPr/>
        </p:nvCxnSpPr>
        <p:spPr>
          <a:xfrm>
            <a:off x="744629" y="5288560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733F61-66C7-18F4-6938-676D88C48CC5}"/>
              </a:ext>
            </a:extLst>
          </p:cNvPr>
          <p:cNvCxnSpPr>
            <a:cxnSpLocks/>
          </p:cNvCxnSpPr>
          <p:nvPr/>
        </p:nvCxnSpPr>
        <p:spPr>
          <a:xfrm>
            <a:off x="744629" y="488337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5696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for Correspondence &amp; Integrations processes between SAP Service Cloud v2 and SAP S4HANA</a:t>
            </a:r>
            <a:r>
              <a:rPr lang="en-US" sz="16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11387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the process of Correspondence &amp; Integrations</a:t>
            </a:r>
            <a:endParaRPr lang="en-US" sz="1600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585049"/>
          </a:xfrm>
          <a:prstGeom prst="rect">
            <a:avLst/>
          </a:prstGeom>
          <a:noFill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r>
              <a:rPr lang="en-US" b="1">
                <a:solidFill>
                  <a:srgbClr val="000000"/>
                </a:solidFill>
              </a:rPr>
              <a:t>, Mohanta Das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>
                <a:solidFill>
                  <a:srgbClr val="000000"/>
                </a:solidFill>
              </a:rPr>
              <a:t>Taylor </a:t>
            </a:r>
            <a:r>
              <a:rPr lang="en-US" sz="1200" b="1" err="1">
                <a:solidFill>
                  <a:srgbClr val="000000"/>
                </a:solidFill>
              </a:rPr>
              <a:t>Ilov</a:t>
            </a:r>
            <a:endParaRPr lang="en-US" sz="1200" b="1">
              <a:solidFill>
                <a:srgbClr val="0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lang="en-US" b="1">
                <a:solidFill>
                  <a:srgbClr val="000000"/>
                </a:solidFill>
              </a:rPr>
              <a:t>Olivia Shen, </a:t>
            </a:r>
            <a:r>
              <a:rPr lang="en-US">
                <a:solidFill>
                  <a:srgbClr val="000000"/>
                </a:solidFill>
              </a:rPr>
              <a:t>Julie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Vandblarcum</a:t>
            </a:r>
            <a:r>
              <a:rPr lang="en-US">
                <a:solidFill>
                  <a:srgbClr val="000000"/>
                </a:solidFill>
              </a:rPr>
              <a:t>,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Tarah Wilson</a:t>
            </a:r>
            <a:r>
              <a:rPr lang="en-US" sz="1200" b="1">
                <a:solidFill>
                  <a:srgbClr val="000000"/>
                </a:solidFill>
                <a:latin typeface="Montserrat"/>
              </a:rPr>
              <a:t>, Julie </a:t>
            </a:r>
            <a:r>
              <a:rPr lang="en-US" sz="1200" b="1" err="1">
                <a:solidFill>
                  <a:srgbClr val="000000"/>
                </a:solidFill>
                <a:latin typeface="Montserrat"/>
              </a:rPr>
              <a:t>Vandblarcum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95039"/>
              </p:ext>
            </p:extLst>
          </p:nvPr>
        </p:nvGraphicFramePr>
        <p:xfrm>
          <a:off x="420567" y="1240385"/>
          <a:ext cx="11599853" cy="267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23.0 A-1 Correspondence &amp; Integrations 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 sz="140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Correspondence &amp; Integrations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23.1 Correspondence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Tarah Wilson, </a:t>
                      </a:r>
                      <a:r>
                        <a:rPr lang="en-US" sz="1400" b="1" i="0" u="none" strike="noStrike" noProof="0">
                          <a:latin typeface="Montserrat"/>
                        </a:rPr>
                        <a:t>Julie</a:t>
                      </a:r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 err="1">
                          <a:latin typeface="Montserrat"/>
                        </a:rPr>
                        <a:t>Vandblarcum</a:t>
                      </a:r>
                      <a:r>
                        <a:rPr lang="en-US" sz="1400" b="1" i="0" u="none" strike="noStrike" noProof="0">
                          <a:latin typeface="Montserrat"/>
                        </a:rPr>
                        <a:t> 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23.1 View Invoices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Customer,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Julie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 err="1">
                          <a:solidFill>
                            <a:srgbClr val="000000"/>
                          </a:solidFill>
                          <a:latin typeface="Montserrat"/>
                        </a:rPr>
                        <a:t>Vandblarcum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23.3 Power App Forms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Julie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 err="1">
                          <a:solidFill>
                            <a:srgbClr val="000000"/>
                          </a:solidFill>
                          <a:latin typeface="Montserrat"/>
                        </a:rPr>
                        <a:t>Vandblarcum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202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A6EA1B-9448-F388-2C2D-4EA20D78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97" y="1219201"/>
            <a:ext cx="9939998" cy="4895447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Open Text integration- Customer Fact Sheet</a:t>
            </a:r>
          </a:p>
        </p:txBody>
      </p:sp>
    </p:spTree>
    <p:extLst>
      <p:ext uri="{BB962C8B-B14F-4D97-AF65-F5344CB8AC3E}">
        <p14:creationId xmlns:p14="http://schemas.microsoft.com/office/powerpoint/2010/main" val="2424277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3207-BC3C-79E2-CDC9-3B598DA9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E96F0E-1355-53C5-70CE-00717BBE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72" y="1219201"/>
            <a:ext cx="9065647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C55AF5-0D02-19FD-941F-6FF8453FE97E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000" b="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Contract Account- Utilities financial details suffices the requirement. Account Fact sheet is not part of SAP Standard.</a:t>
            </a:r>
            <a:r>
              <a:rPr lang="en-US" sz="20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 Additional mashup require for Data environment.</a:t>
            </a:r>
            <a:endParaRPr lang="en-US" sz="20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903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525BA-1911-4039-EEA0-913B9001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38FBB1-54BD-285C-0041-5EDA7146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01" y="1219201"/>
            <a:ext cx="9889790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CBD025-5F82-D92E-04F9-97CBDEC1FEB4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Agent Inbox- Mashup needs to be configured in Service Cloud V2</a:t>
            </a: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4477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9E35-6FBC-974C-22C5-6F913B95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BAEA53-7263-2A82-7206-2757C115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50" y="1219201"/>
            <a:ext cx="9552092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97F353-7DFE-C8D6-7C67-EC2EE2234501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River Star-</a:t>
            </a:r>
            <a:r>
              <a:rPr lang="en-US" sz="1500" b="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Mashup needs to be </a:t>
            </a: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configured in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Service Cloud V2</a:t>
            </a:r>
          </a:p>
        </p:txBody>
      </p:sp>
    </p:spTree>
    <p:extLst>
      <p:ext uri="{BB962C8B-B14F-4D97-AF65-F5344CB8AC3E}">
        <p14:creationId xmlns:p14="http://schemas.microsoft.com/office/powerpoint/2010/main" val="1523486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540D-E55A-6E41-BBA8-5EF9064E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DB009-AAD6-5D15-CBCF-FCA51388BD9D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Form Management-</a:t>
            </a:r>
            <a:r>
              <a:rPr lang="en-US" sz="1500" b="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Mashup needs to be </a:t>
            </a: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configured in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Service Cloud V2</a:t>
            </a:r>
            <a:endParaRPr lang="en-US" sz="150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5E22CF-68AE-C286-7B18-AF6CF5FB0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87" y="1326889"/>
            <a:ext cx="11378340" cy="475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9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B60B-7D27-4319-B044-B86B005A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6F026E-B02B-145E-1848-20DDEE860817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 dirty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ISIS integration for Invoice-  Technical configuration needed to create External Link in SCV2 to dynami</a:t>
            </a: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cally map Invoice id.</a:t>
            </a:r>
            <a:endParaRPr lang="en-US" sz="150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8C5AA-52A3-8974-0544-4780B5B2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37" y="1492496"/>
            <a:ext cx="11627923" cy="453604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8A0C57-95CE-4CC7-6AC0-89B6BCB0B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0" y="4033838"/>
            <a:ext cx="7222067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66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ED59F-AF83-D200-CC14-AA93D1CD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F76F8-19CF-8E12-6C1A-C17FB03EE6B8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Power App Integration - CSR Fraud Forms Mashup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needs to be </a:t>
            </a: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configured in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Service Cloud V2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1F548A-7739-DB07-6227-A87B2843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1050539"/>
            <a:ext cx="11144250" cy="512734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25DA4B-19CA-F4A2-E97A-23356386E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749389"/>
            <a:ext cx="8392584" cy="307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08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66" y="4425702"/>
            <a:ext cx="6483035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02</a:t>
            </a:r>
            <a:r>
              <a:rPr lang="en-US" sz="4250">
                <a:latin typeface="Montserrat"/>
              </a:rPr>
              <a:t> (L3) Correspondence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828065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EA6E-7A0A-9158-4C92-51094BED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C5F9E6-3576-ABCE-2B99-6F16E81F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6CB-2C3E-3649-84C9-E047CD09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98184E-2065-B50A-5DE8-04BEA6B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6515881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03</a:t>
            </a:r>
            <a:r>
              <a:rPr lang="en-US" sz="4250">
                <a:latin typeface="Montserrat"/>
              </a:rPr>
              <a:t> (L3) </a:t>
            </a:r>
            <a:r>
              <a:rPr lang="en-US" sz="4400">
                <a:latin typeface="Montserrat"/>
              </a:rPr>
              <a:t>View Invoices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64DB-6BCE-600F-DFC7-D0862600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D1F050-5AB8-5CAC-CBBB-4BA7E18D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 (L3) </a:t>
            </a:r>
            <a:r>
              <a:rPr lang="en-US" sz="4400">
                <a:latin typeface="Montserrat"/>
              </a:rPr>
              <a:t>Power App Forms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6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9F76-B084-C67C-7DD7-0A38F576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A007BE-A154-54BB-139B-68EEE949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>
                <a:latin typeface="Montserrat"/>
              </a:rPr>
              <a:t> Assumptions for Future State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1285056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6A9F5-6FA5-6E90-4540-7E81EB75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 dirty="0">
                <a:latin typeface="Montserrat"/>
              </a:rPr>
              <a:t>Mashups will launch the </a:t>
            </a:r>
            <a:r>
              <a:rPr lang="en-US" sz="1800">
                <a:latin typeface="Montserrat"/>
              </a:rPr>
              <a:t>existing S4HANA/Third party screen without modification.​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 dirty="0">
                <a:latin typeface="Montserrat"/>
              </a:rPr>
              <a:t>If River </a:t>
            </a:r>
            <a:r>
              <a:rPr lang="en-US" sz="1800">
                <a:latin typeface="Montserrat"/>
              </a:rPr>
              <a:t>Star CRM development needed in SCV2,  then corresponding POC needs to be done in CAP(Node.js) before converting the items to WRICEF.</a:t>
            </a:r>
            <a:endParaRPr lang="en-US" sz="1800" dirty="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/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2100" dirty="0"/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12FBF-5B23-4CEF-91CF-208E41B8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Assumptions for Future State</a:t>
            </a:r>
          </a:p>
        </p:txBody>
      </p:sp>
    </p:spTree>
    <p:extLst>
      <p:ext uri="{BB962C8B-B14F-4D97-AF65-F5344CB8AC3E}">
        <p14:creationId xmlns:p14="http://schemas.microsoft.com/office/powerpoint/2010/main" val="1929058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FRICE-W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1800">
                <a:latin typeface="Montserrat"/>
              </a:rPr>
              <a:t>1. </a:t>
            </a:r>
            <a:r>
              <a:rPr lang="en-US" sz="1800" err="1">
                <a:latin typeface="Montserrat"/>
              </a:rPr>
              <a:t>Opentext</a:t>
            </a:r>
            <a:r>
              <a:rPr lang="en-US" sz="1800">
                <a:latin typeface="Montserrat"/>
              </a:rPr>
              <a:t> Integration</a:t>
            </a:r>
            <a:endParaRPr lang="en-US"/>
          </a:p>
          <a:p>
            <a:r>
              <a:rPr lang="en-US" sz="1800">
                <a:latin typeface="Montserrat"/>
              </a:rPr>
              <a:t>2. </a:t>
            </a:r>
            <a:r>
              <a:rPr lang="en-US" sz="1800" err="1">
                <a:latin typeface="Montserrat"/>
              </a:rPr>
              <a:t>PowerApp</a:t>
            </a:r>
            <a:r>
              <a:rPr lang="en-US" sz="1800">
                <a:latin typeface="Montserrat"/>
              </a:rPr>
              <a:t> Integration/Fraud Tips</a:t>
            </a:r>
            <a:endParaRPr lang="en-US"/>
          </a:p>
          <a:p>
            <a:r>
              <a:rPr lang="en-US" sz="1800">
                <a:latin typeface="Montserrat"/>
              </a:rPr>
              <a:t>3. Form Management System Integration mashup</a:t>
            </a:r>
            <a:endParaRPr lang="en-US"/>
          </a:p>
          <a:p>
            <a:r>
              <a:rPr lang="en-US" sz="1800">
                <a:latin typeface="Montserrat"/>
              </a:rPr>
              <a:t>4. ISIS integration (invoice)</a:t>
            </a:r>
            <a:endParaRPr lang="en-US"/>
          </a:p>
          <a:p>
            <a:r>
              <a:rPr lang="en-US" sz="1800">
                <a:latin typeface="Montserrat"/>
              </a:rPr>
              <a:t>5. </a:t>
            </a:r>
            <a:r>
              <a:rPr lang="en-US" sz="1800" err="1">
                <a:latin typeface="Montserrat"/>
              </a:rPr>
              <a:t>Riverstar</a:t>
            </a:r>
            <a:r>
              <a:rPr lang="en-US" sz="1800">
                <a:latin typeface="Montserrat"/>
              </a:rPr>
              <a:t> integration ?</a:t>
            </a:r>
            <a:endParaRPr lang="en-US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800">
                <a:latin typeface="Montserrat"/>
              </a:rPr>
              <a:t>6. Agent Inbox? 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E81-EF5E-7959-2041-1D04A53F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83F-4927-0444-587E-4284181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User Stories for Correspondence &amp; Integrations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D8FAA2-4B6C-BC4B-328F-08ECDE8F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735534"/>
              </p:ext>
            </p:extLst>
          </p:nvPr>
        </p:nvGraphicFramePr>
        <p:xfrm>
          <a:off x="152190" y="1427725"/>
          <a:ext cx="12037059" cy="3774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88">
                  <a:extLst>
                    <a:ext uri="{9D8B030D-6E8A-4147-A177-3AD203B41FA5}">
                      <a16:colId xmlns:a16="http://schemas.microsoft.com/office/drawing/2014/main" val="808626716"/>
                    </a:ext>
                  </a:extLst>
                </a:gridCol>
                <a:gridCol w="655677">
                  <a:extLst>
                    <a:ext uri="{9D8B030D-6E8A-4147-A177-3AD203B41FA5}">
                      <a16:colId xmlns:a16="http://schemas.microsoft.com/office/drawing/2014/main" val="2583136349"/>
                    </a:ext>
                  </a:extLst>
                </a:gridCol>
                <a:gridCol w="774546">
                  <a:extLst>
                    <a:ext uri="{9D8B030D-6E8A-4147-A177-3AD203B41FA5}">
                      <a16:colId xmlns:a16="http://schemas.microsoft.com/office/drawing/2014/main" val="986637745"/>
                    </a:ext>
                  </a:extLst>
                </a:gridCol>
                <a:gridCol w="820264">
                  <a:extLst>
                    <a:ext uri="{9D8B030D-6E8A-4147-A177-3AD203B41FA5}">
                      <a16:colId xmlns:a16="http://schemas.microsoft.com/office/drawing/2014/main" val="1256446933"/>
                    </a:ext>
                  </a:extLst>
                </a:gridCol>
                <a:gridCol w="3456786">
                  <a:extLst>
                    <a:ext uri="{9D8B030D-6E8A-4147-A177-3AD203B41FA5}">
                      <a16:colId xmlns:a16="http://schemas.microsoft.com/office/drawing/2014/main" val="1397567261"/>
                    </a:ext>
                  </a:extLst>
                </a:gridCol>
                <a:gridCol w="5549498">
                  <a:extLst>
                    <a:ext uri="{9D8B030D-6E8A-4147-A177-3AD203B41FA5}">
                      <a16:colId xmlns:a16="http://schemas.microsoft.com/office/drawing/2014/main" val="1493299998"/>
                    </a:ext>
                  </a:extLst>
                </a:gridCol>
              </a:tblGrid>
              <a:tr h="3259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User 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Acceptance Criteria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898239"/>
                  </a:ext>
                </a:extLst>
              </a:tr>
              <a:tr h="17243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Customer Service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Correspondence Forms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View Invoices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err="1">
                          <a:effectLst/>
                        </a:rPr>
                        <a:t>Dispaly</a:t>
                      </a:r>
                      <a:r>
                        <a:rPr lang="en-US" sz="1100">
                          <a:effectLst/>
                        </a:rPr>
                        <a:t> Invoices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As an SAP Customer Service Representative, I want to view invoices within the correspondence forms area so that I can promptly access necessary invoice information during service-related inquiries.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1. Able to display an invoice when selected.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3.Able to display all available invoices for viewing.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4.Able to display invoice information in read-only mode.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5.Able to display invoices without leaving the correspondence forms area.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6.Able to display invoice information consistently on repeated access.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7.Able to display invoice content clearly on screen.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8.Able to display invoices sequentially when navigating between them.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9.Able to build Security roles and perform testing.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10.Able to identify Risk and Controls</a:t>
                      </a:r>
                      <a:endParaRPr lang="en-US" sz="11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654110"/>
                  </a:ext>
                </a:extLst>
              </a:tr>
              <a:tr h="17243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Customer Service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Correspondence Forms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View Invoices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Create / Modify Invoices 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As an SAP Customer Service Representative, I want to view invoices within correspondence forms to support accurate customer interactions and timely service resolution.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1. Able to modify an existing invoice.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3.Able to initiate invoice creation from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4.Able to initiate invoice modification from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5.Able to confirm invoice creation within the correspondence context.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6.Able to confirm invoice modification within the correspondence context.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7.Able to view created invoices within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8.Able to view modified invoices within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9.Able to build Security roles and perform testing.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10.Able to identify Risk and Controls</a:t>
                      </a:r>
                      <a:endParaRPr lang="en-US" sz="11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62437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D3953F-B72A-0C5E-28EA-472BAADEA2FB}"/>
              </a:ext>
            </a:extLst>
          </p:cNvPr>
          <p:cNvSpPr txBox="1"/>
          <p:nvPr/>
        </p:nvSpPr>
        <p:spPr>
          <a:xfrm>
            <a:off x="413060" y="1047045"/>
            <a:ext cx="9418320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latin typeface="Montserrat"/>
              </a:rPr>
              <a:t>Please note, this is just a drafted starting point we will leverage to formulate our actual user stories and acceptance criteria</a:t>
            </a:r>
            <a:endParaRPr lang="en-US" sz="1050" b="1" err="1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8206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B1C4-66C6-E4C5-33CB-E873CE8B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750B-80A9-3759-00E2-7796EC77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22" y="5046940"/>
            <a:ext cx="6270458" cy="1072100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08 </a:t>
            </a:r>
            <a:r>
              <a:rPr lang="en-US" sz="4250">
                <a:latin typeface="Montserrat"/>
              </a:rPr>
              <a:t>Data Migration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052507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E552-A664-270D-D320-04C752E5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0EE52-89F9-8837-0A7E-2CEF9D6B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NA</a:t>
            </a:r>
            <a:endParaRPr lang="en-US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5DCA3-1176-A063-C84B-C1B74490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Potential Tables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73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09 </a:t>
            </a:r>
            <a:r>
              <a:rPr lang="en-US" sz="4250">
                <a:latin typeface="Montserrat"/>
              </a:rPr>
              <a:t>Key Decisions,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Action Items,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Change Impacts, Wrap-Up &amp; Next Steps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eb413d7-29a7-49c8-b3b9-887ddee13f64" ContentTypeId="0x01" PreviousValue="false"/>
</file>

<file path=customXml/itemProps1.xml><?xml version="1.0" encoding="utf-8"?>
<ds:datastoreItem xmlns:ds="http://schemas.openxmlformats.org/officeDocument/2006/customXml" ds:itemID="{6934203E-F84F-42A1-BE7F-2ED863C99AA5}">
  <ds:schemaRefs>
    <ds:schemaRef ds:uri="2c7fe448-207e-4aca-804d-051f84c484d7"/>
    <ds:schemaRef ds:uri="301e0a56-4899-4cce-a214-5e425f318dcb"/>
    <ds:schemaRef ds:uri="a433be04-1063-452b-9ab8-ba06373cb7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E5C41F0-1A8C-4F27-98CC-41CB6F8C0276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ADCFE08-E000-4E3C-9310-2C6D30497FD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F335610-4AA4-4FE7-AF91-F45CC40938C5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16x9 PowertPoint Template-CE-Jan.2019-AFC</vt:lpstr>
      <vt:lpstr>Correspondence and Integrations Workshop A-1  Jose Diaz and Mohanta Das 6/18/26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02 (L3) Correspondence</vt:lpstr>
      <vt:lpstr>BREAK!  - 10 mins</vt:lpstr>
      <vt:lpstr>03 (L3) View Invoices</vt:lpstr>
      <vt:lpstr>04 (L3) Power App Forms</vt:lpstr>
      <vt:lpstr>05 Assumptions for Future State</vt:lpstr>
      <vt:lpstr>Assumptions for Future State</vt:lpstr>
      <vt:lpstr>06 FRICE-W</vt:lpstr>
      <vt:lpstr>FRICE-W Identified</vt:lpstr>
      <vt:lpstr>07 Drafted User Stories</vt:lpstr>
      <vt:lpstr>User Stories for Correspondence &amp; Integrations</vt:lpstr>
      <vt:lpstr>08 Data Migration</vt:lpstr>
      <vt:lpstr>Potential Tables</vt:lpstr>
      <vt:lpstr>09 Key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revision>62</cp:revision>
  <dcterms:created xsi:type="dcterms:W3CDTF">2026-04-30T14:24:24Z</dcterms:created>
  <dcterms:modified xsi:type="dcterms:W3CDTF">2026-06-17T14:08:53Z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