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FF0_1996B2E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5"/>
  </p:sldMasterIdLst>
  <p:notesMasterIdLst>
    <p:notesMasterId r:id="rId72"/>
  </p:notesMasterIdLst>
  <p:sldIdLst>
    <p:sldId id="268" r:id="rId6"/>
    <p:sldId id="305" r:id="rId7"/>
    <p:sldId id="2147483632" r:id="rId8"/>
    <p:sldId id="295" r:id="rId9"/>
    <p:sldId id="2147483637" r:id="rId10"/>
    <p:sldId id="280" r:id="rId11"/>
    <p:sldId id="258" r:id="rId12"/>
    <p:sldId id="2147483644" r:id="rId13"/>
    <p:sldId id="292" r:id="rId14"/>
    <p:sldId id="277" r:id="rId15"/>
    <p:sldId id="283" r:id="rId16"/>
    <p:sldId id="285" r:id="rId17"/>
    <p:sldId id="307" r:id="rId18"/>
    <p:sldId id="304" r:id="rId19"/>
    <p:sldId id="306" r:id="rId20"/>
    <p:sldId id="308" r:id="rId21"/>
    <p:sldId id="311" r:id="rId22"/>
    <p:sldId id="309" r:id="rId23"/>
    <p:sldId id="310" r:id="rId24"/>
    <p:sldId id="293" r:id="rId25"/>
    <p:sldId id="273" r:id="rId26"/>
    <p:sldId id="282" r:id="rId27"/>
    <p:sldId id="302" r:id="rId28"/>
    <p:sldId id="301" r:id="rId29"/>
    <p:sldId id="300" r:id="rId30"/>
    <p:sldId id="299" r:id="rId31"/>
    <p:sldId id="298" r:id="rId32"/>
    <p:sldId id="303" r:id="rId33"/>
    <p:sldId id="294" r:id="rId34"/>
    <p:sldId id="286" r:id="rId35"/>
    <p:sldId id="288" r:id="rId36"/>
    <p:sldId id="297" r:id="rId37"/>
    <p:sldId id="296" r:id="rId38"/>
    <p:sldId id="290" r:id="rId39"/>
    <p:sldId id="289" r:id="rId40"/>
    <p:sldId id="287" r:id="rId41"/>
    <p:sldId id="284" r:id="rId42"/>
    <p:sldId id="2147483645" r:id="rId43"/>
    <p:sldId id="2147483646" r:id="rId44"/>
    <p:sldId id="2147483647" r:id="rId45"/>
    <p:sldId id="259" r:id="rId46"/>
    <p:sldId id="275" r:id="rId47"/>
    <p:sldId id="279" r:id="rId48"/>
    <p:sldId id="260" r:id="rId49"/>
    <p:sldId id="263" r:id="rId50"/>
    <p:sldId id="264" r:id="rId51"/>
    <p:sldId id="269" r:id="rId52"/>
    <p:sldId id="265" r:id="rId53"/>
    <p:sldId id="266" r:id="rId54"/>
    <p:sldId id="267" r:id="rId55"/>
    <p:sldId id="276" r:id="rId56"/>
    <p:sldId id="272" r:id="rId57"/>
    <p:sldId id="274" r:id="rId58"/>
    <p:sldId id="278" r:id="rId59"/>
    <p:sldId id="281" r:id="rId60"/>
    <p:sldId id="291" r:id="rId61"/>
    <p:sldId id="2147483642" r:id="rId62"/>
    <p:sldId id="2147483639" r:id="rId63"/>
    <p:sldId id="261" r:id="rId64"/>
    <p:sldId id="2147483641" r:id="rId65"/>
    <p:sldId id="270" r:id="rId66"/>
    <p:sldId id="271" r:id="rId67"/>
    <p:sldId id="256" r:id="rId68"/>
    <p:sldId id="262" r:id="rId69"/>
    <p:sldId id="257" r:id="rId70"/>
    <p:sldId id="2147482861"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56B50B-91B3-483C-BE05-FE0EDD9856A7}">
          <p14:sldIdLst>
            <p14:sldId id="268"/>
            <p14:sldId id="305"/>
            <p14:sldId id="2147483632"/>
            <p14:sldId id="295"/>
            <p14:sldId id="2147483637"/>
            <p14:sldId id="280"/>
            <p14:sldId id="258"/>
            <p14:sldId id="2147483644"/>
            <p14:sldId id="292"/>
            <p14:sldId id="277"/>
            <p14:sldId id="283"/>
            <p14:sldId id="285"/>
            <p14:sldId id="307"/>
            <p14:sldId id="304"/>
            <p14:sldId id="306"/>
            <p14:sldId id="308"/>
            <p14:sldId id="311"/>
            <p14:sldId id="309"/>
            <p14:sldId id="310"/>
            <p14:sldId id="293"/>
            <p14:sldId id="273"/>
            <p14:sldId id="282"/>
            <p14:sldId id="302"/>
            <p14:sldId id="301"/>
            <p14:sldId id="300"/>
            <p14:sldId id="299"/>
            <p14:sldId id="298"/>
            <p14:sldId id="303"/>
            <p14:sldId id="294"/>
            <p14:sldId id="286"/>
            <p14:sldId id="288"/>
            <p14:sldId id="297"/>
            <p14:sldId id="296"/>
            <p14:sldId id="290"/>
            <p14:sldId id="289"/>
            <p14:sldId id="287"/>
            <p14:sldId id="284"/>
            <p14:sldId id="2147483645"/>
            <p14:sldId id="2147483646"/>
            <p14:sldId id="2147483647"/>
            <p14:sldId id="259"/>
            <p14:sldId id="275"/>
            <p14:sldId id="279"/>
            <p14:sldId id="260"/>
            <p14:sldId id="263"/>
            <p14:sldId id="264"/>
            <p14:sldId id="269"/>
            <p14:sldId id="265"/>
            <p14:sldId id="266"/>
            <p14:sldId id="267"/>
            <p14:sldId id="276"/>
            <p14:sldId id="272"/>
            <p14:sldId id="274"/>
            <p14:sldId id="278"/>
            <p14:sldId id="281"/>
            <p14:sldId id="291"/>
            <p14:sldId id="2147483642"/>
            <p14:sldId id="2147483639"/>
            <p14:sldId id="261"/>
            <p14:sldId id="2147483641"/>
            <p14:sldId id="270"/>
            <p14:sldId id="271"/>
            <p14:sldId id="256"/>
            <p14:sldId id="262"/>
            <p14:sldId id="257"/>
            <p14:sldId id="2147482861"/>
          </p14:sldIdLst>
        </p14:section>
        <p14:section name="Graveyard" id="{6A0FE7CB-C75F-47F8-8DB4-A309BCF33C4C}">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054E2A-988F-FF15-C981-8B792429B072}" name="DAWN M PETTENGILL" initials="DP" userId="S::DAWN.PETTENGILL@cmsenergy.com::6c3e7221-c014-41df-9963-eb44707bad46" providerId="AD"/>
  <p188:author id="{DE9ACA47-3EA9-04A0-C6C5-013CFC6955FC}" name="Jose Diaz" initials="JD" userId="S::jose.diaz@cmsenergy.com::517cb5ef-6fb8-49bc-8303-535c95eee28f" providerId="AD"/>
  <p188:author id="{63114D57-0809-584E-AAB2-61DBCC96837E}" name="Shibu Devapalan Prabha" initials="SD" userId="S::Shibu.DevapalanPrabha@cmsenergy.com::183e8b0d-c241-4499-bcd3-c8d01511828f" providerId="AD"/>
  <p188:author id="{F71F5868-14A0-AE0D-85D4-64A03FE904D8}" name="Taylor Ilov" initials="" userId="S::Taylor.Ilov@ibm.com::43dc5e75-7824-4f8d-a1aa-508c4d2ae3d7" providerId="AD"/>
  <p188:author id="{213F0180-4E89-B86B-F6E1-E03B7518BAE5}" name="Taylor Ilov" initials="TI" userId="S::taylor.ilov@ibm.com::43dc5e75-7824-4f8d-a1aa-508c4d2ae3d7" providerId="AD"/>
  <p188:author id="{55932883-5CB1-84AB-7BEE-79D4FF9FD896}" name="DAWN M PETTENGILL" initials="DP" userId="S::dawn.pettengill@cmsenergy.com::6c3e7221-c014-41df-9963-eb44707bad46" providerId="AD"/>
  <p188:author id="{06E22CA2-C0F8-AC46-CA2A-3E2B1B6644D3}" name="Taylor Ilov" initials="TI" userId="S::taylor.ilov@cmsenergy.com::b3e8fa34-e639-4d12-a6dc-5e3032b39fb7" providerId="AD"/>
  <p188:author id="{501AB7E2-9689-D00B-6C95-3A5D410786DE}" name="Jose Diaz" initials="JD" userId="S::jose.diaz2@ibm.com::9b29bd53-f7fb-41c2-aeba-4f48f8f2c2b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EFE"/>
    <a:srgbClr val="FFFFCC"/>
    <a:srgbClr val="04AC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185FA8-9ABD-63BF-A4FF-E2907B16D77C}" v="235" dt="2026-06-17T01:46:41.373"/>
    <p1510:client id="{B90595DB-D237-4561-B5C8-41ACFC7E5725}" v="686" dt="2026-06-17T19:26:20.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83" autoAdjust="0"/>
  </p:normalViewPr>
  <p:slideViewPr>
    <p:cSldViewPr snapToGrid="0">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79" Type="http://schemas.microsoft.com/office/2018/10/relationships/authors" Target="authors.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Ilov" userId="S::taylor.ilov@cmsenergy.com::b3e8fa34-e639-4d12-a6dc-5e3032b39fb7" providerId="AD" clId="Web-{B23F50C1-F81E-DCA0-2696-560A2F5A8108}"/>
    <pc:docChg chg="addSld delSld modSld sldOrd modSection">
      <pc:chgData name="Taylor Ilov" userId="S::taylor.ilov@cmsenergy.com::b3e8fa34-e639-4d12-a6dc-5e3032b39fb7" providerId="AD" clId="Web-{B23F50C1-F81E-DCA0-2696-560A2F5A8108}" dt="2026-06-01T14:58:50.022" v="526"/>
      <pc:docMkLst>
        <pc:docMk/>
      </pc:docMkLst>
      <pc:sldChg chg="modSp">
        <pc:chgData name="Taylor Ilov" userId="S::taylor.ilov@cmsenergy.com::b3e8fa34-e639-4d12-a6dc-5e3032b39fb7" providerId="AD" clId="Web-{B23F50C1-F81E-DCA0-2696-560A2F5A8108}" dt="2026-06-01T14:24:16.842" v="446" actId="20577"/>
        <pc:sldMkLst>
          <pc:docMk/>
          <pc:sldMk cId="2052507368" sldId="256"/>
        </pc:sldMkLst>
        <pc:spChg chg="mod">
          <ac:chgData name="Taylor Ilov" userId="S::taylor.ilov@cmsenergy.com::b3e8fa34-e639-4d12-a6dc-5e3032b39fb7" providerId="AD" clId="Web-{B23F50C1-F81E-DCA0-2696-560A2F5A8108}" dt="2026-06-01T14:24:16.842" v="446" actId="20577"/>
          <ac:spMkLst>
            <pc:docMk/>
            <pc:sldMk cId="2052507368" sldId="256"/>
            <ac:spMk id="2" creationId="{D9B8750B-80A9-3759-00E2-7796EC77173C}"/>
          </ac:spMkLst>
        </pc:spChg>
      </pc:sldChg>
      <pc:sldChg chg="modSp">
        <pc:chgData name="Taylor Ilov" userId="S::taylor.ilov@cmsenergy.com::b3e8fa34-e639-4d12-a6dc-5e3032b39fb7" providerId="AD" clId="Web-{B23F50C1-F81E-DCA0-2696-560A2F5A8108}" dt="2026-06-01T14:24:22.545" v="449" actId="20577"/>
        <pc:sldMkLst>
          <pc:docMk/>
          <pc:sldMk cId="274954407" sldId="257"/>
        </pc:sldMkLst>
        <pc:spChg chg="mod">
          <ac:chgData name="Taylor Ilov" userId="S::taylor.ilov@cmsenergy.com::b3e8fa34-e639-4d12-a6dc-5e3032b39fb7" providerId="AD" clId="Web-{B23F50C1-F81E-DCA0-2696-560A2F5A8108}" dt="2026-06-01T14:24:22.545" v="449" actId="20577"/>
          <ac:spMkLst>
            <pc:docMk/>
            <pc:sldMk cId="274954407" sldId="257"/>
            <ac:spMk id="2" creationId="{E34B602E-2C3B-4F08-5E75-F752CAE78886}"/>
          </ac:spMkLst>
        </pc:spChg>
      </pc:sldChg>
      <pc:sldChg chg="modSp">
        <pc:chgData name="Taylor Ilov" userId="S::taylor.ilov@cmsenergy.com::b3e8fa34-e639-4d12-a6dc-5e3032b39fb7" providerId="AD" clId="Web-{B23F50C1-F81E-DCA0-2696-560A2F5A8108}" dt="2026-06-01T14:13:33.613" v="386" actId="20577"/>
        <pc:sldMkLst>
          <pc:docMk/>
          <pc:sldMk cId="2828065825" sldId="258"/>
        </pc:sldMkLst>
        <pc:spChg chg="mod">
          <ac:chgData name="Taylor Ilov" userId="S::taylor.ilov@cmsenergy.com::b3e8fa34-e639-4d12-a6dc-5e3032b39fb7" providerId="AD" clId="Web-{B23F50C1-F81E-DCA0-2696-560A2F5A8108}" dt="2026-06-01T14:13:33.613" v="386" actId="20577"/>
          <ac:spMkLst>
            <pc:docMk/>
            <pc:sldMk cId="2828065825" sldId="258"/>
            <ac:spMk id="7" creationId="{F363667B-981C-A7C5-B405-AF1006A4BA19}"/>
          </ac:spMkLst>
        </pc:spChg>
      </pc:sldChg>
      <pc:sldChg chg="addSp modSp">
        <pc:chgData name="Taylor Ilov" userId="S::taylor.ilov@cmsenergy.com::b3e8fa34-e639-4d12-a6dc-5e3032b39fb7" providerId="AD" clId="Web-{B23F50C1-F81E-DCA0-2696-560A2F5A8108}" dt="2026-06-01T14:15:37.087" v="440" actId="20577"/>
        <pc:sldMkLst>
          <pc:docMk/>
          <pc:sldMk cId="3258273975" sldId="262"/>
        </pc:sldMkLst>
        <pc:spChg chg="add mod">
          <ac:chgData name="Taylor Ilov" userId="S::taylor.ilov@cmsenergy.com::b3e8fa34-e639-4d12-a6dc-5e3032b39fb7" providerId="AD" clId="Web-{B23F50C1-F81E-DCA0-2696-560A2F5A8108}" dt="2026-06-01T14:15:37.087" v="440" actId="20577"/>
          <ac:spMkLst>
            <pc:docMk/>
            <pc:sldMk cId="3258273975" sldId="262"/>
            <ac:spMk id="5" creationId="{839819C6-88CB-8EDB-2E75-AB8F3943CBE5}"/>
          </ac:spMkLst>
        </pc:spChg>
      </pc:sldChg>
      <pc:sldChg chg="modSp">
        <pc:chgData name="Taylor Ilov" userId="S::taylor.ilov@cmsenergy.com::b3e8fa34-e639-4d12-a6dc-5e3032b39fb7" providerId="AD" clId="Web-{B23F50C1-F81E-DCA0-2696-560A2F5A8108}" dt="2026-06-01T13:21:27.158" v="22" actId="20577"/>
        <pc:sldMkLst>
          <pc:docMk/>
          <pc:sldMk cId="3852294437" sldId="268"/>
        </pc:sldMkLst>
        <pc:spChg chg="mod">
          <ac:chgData name="Taylor Ilov" userId="S::taylor.ilov@cmsenergy.com::b3e8fa34-e639-4d12-a6dc-5e3032b39fb7" providerId="AD" clId="Web-{B23F50C1-F81E-DCA0-2696-560A2F5A8108}" dt="2026-06-01T13:21:27.158" v="22" actId="20577"/>
          <ac:spMkLst>
            <pc:docMk/>
            <pc:sldMk cId="3852294437" sldId="268"/>
            <ac:spMk id="4" creationId="{81A08FD6-7E06-AEC4-FC0F-CD07B69918CC}"/>
          </ac:spMkLst>
        </pc:spChg>
      </pc:sldChg>
      <pc:sldChg chg="addSp delSp modSp">
        <pc:chgData name="Taylor Ilov" userId="S::taylor.ilov@cmsenergy.com::b3e8fa34-e639-4d12-a6dc-5e3032b39fb7" providerId="AD" clId="Web-{B23F50C1-F81E-DCA0-2696-560A2F5A8108}" dt="2026-06-01T14:58:50.022" v="526"/>
        <pc:sldMkLst>
          <pc:docMk/>
          <pc:sldMk cId="2218206800" sldId="271"/>
        </pc:sldMkLst>
        <pc:graphicFrameChg chg="mod modGraphic">
          <ac:chgData name="Taylor Ilov" userId="S::taylor.ilov@cmsenergy.com::b3e8fa34-e639-4d12-a6dc-5e3032b39fb7" providerId="AD" clId="Web-{B23F50C1-F81E-DCA0-2696-560A2F5A8108}" dt="2026-06-01T14:58:35.506" v="524"/>
          <ac:graphicFrameMkLst>
            <pc:docMk/>
            <pc:sldMk cId="2218206800" sldId="271"/>
            <ac:graphicFrameMk id="8" creationId="{EBD8FAA2-4B6C-BC4B-328F-08ECDE8FD127}"/>
          </ac:graphicFrameMkLst>
        </pc:graphicFrameChg>
      </pc:sldChg>
      <pc:sldChg chg="modSp add">
        <pc:chgData name="Taylor Ilov" userId="S::taylor.ilov@cmsenergy.com::b3e8fa34-e639-4d12-a6dc-5e3032b39fb7" providerId="AD" clId="Web-{B23F50C1-F81E-DCA0-2696-560A2F5A8108}" dt="2026-06-01T13:48:21.678" v="259"/>
        <pc:sldMkLst>
          <pc:docMk/>
          <pc:sldMk cId="3692638522" sldId="280"/>
        </pc:sldMkLst>
        <pc:spChg chg="mod">
          <ac:chgData name="Taylor Ilov" userId="S::taylor.ilov@cmsenergy.com::b3e8fa34-e639-4d12-a6dc-5e3032b39fb7" providerId="AD" clId="Web-{B23F50C1-F81E-DCA0-2696-560A2F5A8108}" dt="2026-06-01T13:47:52.426" v="243" actId="20577"/>
          <ac:spMkLst>
            <pc:docMk/>
            <pc:sldMk cId="3692638522" sldId="280"/>
            <ac:spMk id="3" creationId="{58573676-BFE1-83AA-90C9-0699928A0949}"/>
          </ac:spMkLst>
        </pc:spChg>
        <pc:spChg chg="mod">
          <ac:chgData name="Taylor Ilov" userId="S::taylor.ilov@cmsenergy.com::b3e8fa34-e639-4d12-a6dc-5e3032b39fb7" providerId="AD" clId="Web-{B23F50C1-F81E-DCA0-2696-560A2F5A8108}" dt="2026-06-01T13:47:28.066" v="234" actId="20577"/>
          <ac:spMkLst>
            <pc:docMk/>
            <pc:sldMk cId="3692638522" sldId="280"/>
            <ac:spMk id="8" creationId="{F068F04F-6DFB-171B-FC7A-BD61AE783CD5}"/>
          </ac:spMkLst>
        </pc:spChg>
        <pc:graphicFrameChg chg="mod modGraphic">
          <ac:chgData name="Taylor Ilov" userId="S::taylor.ilov@cmsenergy.com::b3e8fa34-e639-4d12-a6dc-5e3032b39fb7" providerId="AD" clId="Web-{B23F50C1-F81E-DCA0-2696-560A2F5A8108}" dt="2026-06-01T13:48:21.678" v="259"/>
          <ac:graphicFrameMkLst>
            <pc:docMk/>
            <pc:sldMk cId="3692638522" sldId="280"/>
            <ac:graphicFrameMk id="11" creationId="{17F055A7-BB2E-3BF1-B0E5-02D3240DD088}"/>
          </ac:graphicFrameMkLst>
        </pc:graphicFrameChg>
      </pc:sldChg>
      <pc:sldChg chg="add">
        <pc:chgData name="Taylor Ilov" userId="S::taylor.ilov@cmsenergy.com::b3e8fa34-e639-4d12-a6dc-5e3032b39fb7" providerId="AD" clId="Web-{B23F50C1-F81E-DCA0-2696-560A2F5A8108}" dt="2026-06-01T13:21:46.221" v="23"/>
        <pc:sldMkLst>
          <pc:docMk/>
          <pc:sldMk cId="1110191763" sldId="305"/>
        </pc:sldMkLst>
      </pc:sldChg>
      <pc:sldChg chg="addSp delSp modSp">
        <pc:chgData name="Taylor Ilov" userId="S::taylor.ilov@cmsenergy.com::b3e8fa34-e639-4d12-a6dc-5e3032b39fb7" providerId="AD" clId="Web-{B23F50C1-F81E-DCA0-2696-560A2F5A8108}" dt="2026-06-01T14:24:03.951" v="444" actId="1076"/>
        <pc:sldMkLst>
          <pc:docMk/>
          <pc:sldMk cId="429306594" sldId="2147483632"/>
        </pc:sldMkLst>
        <pc:spChg chg="mod">
          <ac:chgData name="Taylor Ilov" userId="S::taylor.ilov@cmsenergy.com::b3e8fa34-e639-4d12-a6dc-5e3032b39fb7" providerId="AD" clId="Web-{B23F50C1-F81E-DCA0-2696-560A2F5A8108}" dt="2026-06-01T14:15:59.525" v="441" actId="20577"/>
          <ac:spMkLst>
            <pc:docMk/>
            <pc:sldMk cId="429306594" sldId="2147483632"/>
            <ac:spMk id="14" creationId="{1A3158E1-7695-0C81-4A14-28927869505A}"/>
          </ac:spMkLst>
        </pc:spChg>
        <pc:cxnChg chg="mod">
          <ac:chgData name="Taylor Ilov" userId="S::taylor.ilov@cmsenergy.com::b3e8fa34-e639-4d12-a6dc-5e3032b39fb7" providerId="AD" clId="Web-{B23F50C1-F81E-DCA0-2696-560A2F5A8108}" dt="2026-06-01T14:24:03.951" v="444" actId="1076"/>
          <ac:cxnSpMkLst>
            <pc:docMk/>
            <pc:sldMk cId="429306594" sldId="2147483632"/>
            <ac:cxnSpMk id="16" creationId="{28733F61-66C7-18F4-6938-676D88C48CC5}"/>
          </ac:cxnSpMkLst>
        </pc:cxnChg>
      </pc:sldChg>
      <pc:sldChg chg="modSp">
        <pc:chgData name="Taylor Ilov" userId="S::taylor.ilov@cmsenergy.com::b3e8fa34-e639-4d12-a6dc-5e3032b39fb7" providerId="AD" clId="Web-{B23F50C1-F81E-DCA0-2696-560A2F5A8108}" dt="2026-06-01T13:49:19.180" v="311" actId="20577"/>
        <pc:sldMkLst>
          <pc:docMk/>
          <pc:sldMk cId="1808544518" sldId="2147483637"/>
        </pc:sldMkLst>
        <pc:spChg chg="mod">
          <ac:chgData name="Taylor Ilov" userId="S::taylor.ilov@cmsenergy.com::b3e8fa34-e639-4d12-a6dc-5e3032b39fb7" providerId="AD" clId="Web-{B23F50C1-F81E-DCA0-2696-560A2F5A8108}" dt="2026-06-01T13:48:47.601" v="288" actId="20577"/>
          <ac:spMkLst>
            <pc:docMk/>
            <pc:sldMk cId="1808544518" sldId="2147483637"/>
            <ac:spMk id="5" creationId="{2A0B2ECB-81D5-58D2-6118-D4651F04DC2A}"/>
          </ac:spMkLst>
        </pc:spChg>
        <pc:spChg chg="mod">
          <ac:chgData name="Taylor Ilov" userId="S::taylor.ilov@cmsenergy.com::b3e8fa34-e639-4d12-a6dc-5e3032b39fb7" providerId="AD" clId="Web-{B23F50C1-F81E-DCA0-2696-560A2F5A8108}" dt="2026-06-01T13:49:19.180" v="311" actId="20577"/>
          <ac:spMkLst>
            <pc:docMk/>
            <pc:sldMk cId="1808544518" sldId="2147483637"/>
            <ac:spMk id="6" creationId="{830222EA-B48B-A73B-8B97-C9D2C354B0CD}"/>
          </ac:spMkLst>
        </pc:spChg>
      </pc:sldChg>
      <pc:sldChg chg="addSp modSp ord">
        <pc:chgData name="Taylor Ilov" userId="S::taylor.ilov@cmsenergy.com::b3e8fa34-e639-4d12-a6dc-5e3032b39fb7" providerId="AD" clId="Web-{B23F50C1-F81E-DCA0-2696-560A2F5A8108}" dt="2026-06-01T14:14:24.256" v="406"/>
        <pc:sldMkLst>
          <pc:docMk/>
          <pc:sldMk cId="1929058891" sldId="2147483639"/>
        </pc:sldMkLst>
        <pc:spChg chg="add mod">
          <ac:chgData name="Taylor Ilov" userId="S::taylor.ilov@cmsenergy.com::b3e8fa34-e639-4d12-a6dc-5e3032b39fb7" providerId="AD" clId="Web-{B23F50C1-F81E-DCA0-2696-560A2F5A8108}" dt="2026-06-01T14:14:02.255" v="401" actId="20577"/>
          <ac:spMkLst>
            <pc:docMk/>
            <pc:sldMk cId="1929058891" sldId="2147483639"/>
            <ac:spMk id="3" creationId="{3647FBA2-98A1-9143-4DF1-F8AAF299F6E9}"/>
          </ac:spMkLst>
        </pc:spChg>
      </pc:sldChg>
      <pc:sldChg chg="addSp delSp modSp">
        <pc:chgData name="Taylor Ilov" userId="S::taylor.ilov@cmsenergy.com::b3e8fa34-e639-4d12-a6dc-5e3032b39fb7" providerId="AD" clId="Web-{B23F50C1-F81E-DCA0-2696-560A2F5A8108}" dt="2026-06-01T14:24:57.624" v="458"/>
        <pc:sldMkLst>
          <pc:docMk/>
          <pc:sldMk cId="2545389575" sldId="2147483641"/>
        </pc:sldMkLst>
      </pc:sldChg>
    </pc:docChg>
  </pc:docChgLst>
  <pc:docChgLst>
    <pc:chgData name="Taylor Ilov" userId="S::taylor.ilov@cmsenergy.com::b3e8fa34-e639-4d12-a6dc-5e3032b39fb7" providerId="AD" clId="Web-{0A44A006-A03F-3576-136B-44C7BA3AE361}"/>
    <pc:docChg chg="modSld">
      <pc:chgData name="Taylor Ilov" userId="S::taylor.ilov@cmsenergy.com::b3e8fa34-e639-4d12-a6dc-5e3032b39fb7" providerId="AD" clId="Web-{0A44A006-A03F-3576-136B-44C7BA3AE361}" dt="2026-05-23T11:32:35.359" v="0"/>
      <pc:docMkLst>
        <pc:docMk/>
      </pc:docMkLst>
      <pc:sldChg chg="delSp">
        <pc:chgData name="Taylor Ilov" userId="S::taylor.ilov@cmsenergy.com::b3e8fa34-e639-4d12-a6dc-5e3032b39fb7" providerId="AD" clId="Web-{0A44A006-A03F-3576-136B-44C7BA3AE361}" dt="2026-05-23T11:32:35.359" v="0"/>
        <pc:sldMkLst>
          <pc:docMk/>
          <pc:sldMk cId="3852294437" sldId="268"/>
        </pc:sldMkLst>
      </pc:sldChg>
    </pc:docChg>
  </pc:docChgLst>
  <pc:docChgLst>
    <pc:chgData name="Taylor Ilov" userId="S::taylor.ilov@cmsenergy.com::b3e8fa34-e639-4d12-a6dc-5e3032b39fb7" providerId="AD" clId="Web-{D419BCEF-ECC5-C89F-22B1-A74D6DB75A15}"/>
    <pc:docChg chg="addSld delSld modSld sldOrd modSection">
      <pc:chgData name="Taylor Ilov" userId="S::taylor.ilov@cmsenergy.com::b3e8fa34-e639-4d12-a6dc-5e3032b39fb7" providerId="AD" clId="Web-{D419BCEF-ECC5-C89F-22B1-A74D6DB75A15}" dt="2026-06-03T18:21:09.532" v="693" actId="1076"/>
      <pc:docMkLst>
        <pc:docMk/>
      </pc:docMkLst>
      <pc:sldChg chg="addSp delSp modSp new">
        <pc:chgData name="Taylor Ilov" userId="S::taylor.ilov@cmsenergy.com::b3e8fa34-e639-4d12-a6dc-5e3032b39fb7" providerId="AD" clId="Web-{D419BCEF-ECC5-C89F-22B1-A74D6DB75A15}" dt="2026-06-03T18:13:40.220" v="593"/>
        <pc:sldMkLst>
          <pc:docMk/>
          <pc:sldMk cId="1833183138" sldId="259"/>
        </pc:sldMkLst>
        <pc:picChg chg="add mod">
          <ac:chgData name="Taylor Ilov" userId="S::taylor.ilov@cmsenergy.com::b3e8fa34-e639-4d12-a6dc-5e3032b39fb7" providerId="AD" clId="Web-{D419BCEF-ECC5-C89F-22B1-A74D6DB75A15}" dt="2026-06-03T18:13:36.423" v="591" actId="1076"/>
          <ac:picMkLst>
            <pc:docMk/>
            <pc:sldMk cId="1833183138" sldId="259"/>
            <ac:picMk id="14" creationId="{D05DD4E3-4637-3889-66C4-F8757DEB180C}"/>
          </ac:picMkLst>
        </pc:picChg>
      </pc:sldChg>
      <pc:sldChg chg="addSp delSp modSp new">
        <pc:chgData name="Taylor Ilov" userId="S::taylor.ilov@cmsenergy.com::b3e8fa34-e639-4d12-a6dc-5e3032b39fb7" providerId="AD" clId="Web-{D419BCEF-ECC5-C89F-22B1-A74D6DB75A15}" dt="2026-06-03T18:14:12.705" v="605" actId="1076"/>
        <pc:sldMkLst>
          <pc:docMk/>
          <pc:sldMk cId="2803817993" sldId="260"/>
        </pc:sldMkLst>
        <pc:spChg chg="add mod">
          <ac:chgData name="Taylor Ilov" userId="S::taylor.ilov@cmsenergy.com::b3e8fa34-e639-4d12-a6dc-5e3032b39fb7" providerId="AD" clId="Web-{D419BCEF-ECC5-C89F-22B1-A74D6DB75A15}" dt="2026-06-03T18:14:03.783" v="602"/>
          <ac:spMkLst>
            <pc:docMk/>
            <pc:sldMk cId="2803817993" sldId="260"/>
            <ac:spMk id="7" creationId="{A6CC283B-B061-6BB9-6193-9CAF0B6F588F}"/>
          </ac:spMkLst>
        </pc:spChg>
        <pc:picChg chg="add mod modCrop">
          <ac:chgData name="Taylor Ilov" userId="S::taylor.ilov@cmsenergy.com::b3e8fa34-e639-4d12-a6dc-5e3032b39fb7" providerId="AD" clId="Web-{D419BCEF-ECC5-C89F-22B1-A74D6DB75A15}" dt="2026-06-03T18:14:12.705" v="605" actId="1076"/>
          <ac:picMkLst>
            <pc:docMk/>
            <pc:sldMk cId="2803817993" sldId="260"/>
            <ac:picMk id="5" creationId="{A22F7483-366F-84C3-6293-099A9465BECF}"/>
          </ac:picMkLst>
        </pc:picChg>
      </pc:sldChg>
      <pc:sldChg chg="addSp delSp modSp new">
        <pc:chgData name="Taylor Ilov" userId="S::taylor.ilov@cmsenergy.com::b3e8fa34-e639-4d12-a6dc-5e3032b39fb7" providerId="AD" clId="Web-{D419BCEF-ECC5-C89F-22B1-A74D6DB75A15}" dt="2026-06-03T18:15:37.051" v="624" actId="1076"/>
        <pc:sldMkLst>
          <pc:docMk/>
          <pc:sldMk cId="699363364" sldId="263"/>
        </pc:sldMkLst>
        <pc:picChg chg="add mod ord modCrop">
          <ac:chgData name="Taylor Ilov" userId="S::taylor.ilov@cmsenergy.com::b3e8fa34-e639-4d12-a6dc-5e3032b39fb7" providerId="AD" clId="Web-{D419BCEF-ECC5-C89F-22B1-A74D6DB75A15}" dt="2026-06-03T18:15:30.380" v="619" actId="1076"/>
          <ac:picMkLst>
            <pc:docMk/>
            <pc:sldMk cId="699363364" sldId="263"/>
            <ac:picMk id="4" creationId="{3231D97A-6207-4411-CAC7-FF991A5D3665}"/>
          </ac:picMkLst>
        </pc:picChg>
        <pc:picChg chg="add mod">
          <ac:chgData name="Taylor Ilov" userId="S::taylor.ilov@cmsenergy.com::b3e8fa34-e639-4d12-a6dc-5e3032b39fb7" providerId="AD" clId="Web-{D419BCEF-ECC5-C89F-22B1-A74D6DB75A15}" dt="2026-06-03T18:15:30.395" v="620" actId="1076"/>
          <ac:picMkLst>
            <pc:docMk/>
            <pc:sldMk cId="699363364" sldId="263"/>
            <ac:picMk id="5" creationId="{544F8EA0-A86E-DC6D-B6BC-BBDFAEC1C26A}"/>
          </ac:picMkLst>
        </pc:picChg>
        <pc:picChg chg="add mod">
          <ac:chgData name="Taylor Ilov" userId="S::taylor.ilov@cmsenergy.com::b3e8fa34-e639-4d12-a6dc-5e3032b39fb7" providerId="AD" clId="Web-{D419BCEF-ECC5-C89F-22B1-A74D6DB75A15}" dt="2026-06-03T18:15:37.051" v="624" actId="1076"/>
          <ac:picMkLst>
            <pc:docMk/>
            <pc:sldMk cId="699363364" sldId="263"/>
            <ac:picMk id="6" creationId="{4F35FB57-01C0-5778-B303-6E4DB984537C}"/>
          </ac:picMkLst>
        </pc:picChg>
      </pc:sldChg>
      <pc:sldChg chg="addSp delSp modSp new">
        <pc:chgData name="Taylor Ilov" userId="S::taylor.ilov@cmsenergy.com::b3e8fa34-e639-4d12-a6dc-5e3032b39fb7" providerId="AD" clId="Web-{D419BCEF-ECC5-C89F-22B1-A74D6DB75A15}" dt="2026-06-03T18:17:55.057" v="662" actId="1076"/>
        <pc:sldMkLst>
          <pc:docMk/>
          <pc:sldMk cId="3768074636" sldId="264"/>
        </pc:sldMkLst>
        <pc:picChg chg="add mod ord">
          <ac:chgData name="Taylor Ilov" userId="S::taylor.ilov@cmsenergy.com::b3e8fa34-e639-4d12-a6dc-5e3032b39fb7" providerId="AD" clId="Web-{D419BCEF-ECC5-C89F-22B1-A74D6DB75A15}" dt="2026-06-03T18:17:55.057" v="662" actId="1076"/>
          <ac:picMkLst>
            <pc:docMk/>
            <pc:sldMk cId="3768074636" sldId="264"/>
            <ac:picMk id="4" creationId="{AC4C748A-DDC2-75EA-BD79-730E50972D42}"/>
          </ac:picMkLst>
        </pc:picChg>
      </pc:sldChg>
      <pc:sldChg chg="addSp delSp modSp new">
        <pc:chgData name="Taylor Ilov" userId="S::taylor.ilov@cmsenergy.com::b3e8fa34-e639-4d12-a6dc-5e3032b39fb7" providerId="AD" clId="Web-{D419BCEF-ECC5-C89F-22B1-A74D6DB75A15}" dt="2026-06-03T18:17:30.056" v="648" actId="1076"/>
        <pc:sldMkLst>
          <pc:docMk/>
          <pc:sldMk cId="1587443723" sldId="265"/>
        </pc:sldMkLst>
        <pc:picChg chg="add mod ord modCrop">
          <ac:chgData name="Taylor Ilov" userId="S::taylor.ilov@cmsenergy.com::b3e8fa34-e639-4d12-a6dc-5e3032b39fb7" providerId="AD" clId="Web-{D419BCEF-ECC5-C89F-22B1-A74D6DB75A15}" dt="2026-06-03T18:17:30.056" v="648" actId="1076"/>
          <ac:picMkLst>
            <pc:docMk/>
            <pc:sldMk cId="1587443723" sldId="265"/>
            <ac:picMk id="4" creationId="{06A27975-D500-CE46-A063-1AF0FB7E27BB}"/>
          </ac:picMkLst>
        </pc:picChg>
      </pc:sldChg>
      <pc:sldChg chg="addSp delSp modSp new">
        <pc:chgData name="Taylor Ilov" userId="S::taylor.ilov@cmsenergy.com::b3e8fa34-e639-4d12-a6dc-5e3032b39fb7" providerId="AD" clId="Web-{D419BCEF-ECC5-C89F-22B1-A74D6DB75A15}" dt="2026-06-03T18:17:23.399" v="643" actId="1076"/>
        <pc:sldMkLst>
          <pc:docMk/>
          <pc:sldMk cId="3608340983" sldId="266"/>
        </pc:sldMkLst>
        <pc:picChg chg="add mod ord modCrop">
          <ac:chgData name="Taylor Ilov" userId="S::taylor.ilov@cmsenergy.com::b3e8fa34-e639-4d12-a6dc-5e3032b39fb7" providerId="AD" clId="Web-{D419BCEF-ECC5-C89F-22B1-A74D6DB75A15}" dt="2026-06-03T18:17:23.399" v="643" actId="1076"/>
          <ac:picMkLst>
            <pc:docMk/>
            <pc:sldMk cId="3608340983" sldId="266"/>
            <ac:picMk id="4" creationId="{629FE34B-105F-CB84-623A-F98FFA5B6A33}"/>
          </ac:picMkLst>
        </pc:picChg>
      </pc:sldChg>
      <pc:sldChg chg="addSp delSp modSp new">
        <pc:chgData name="Taylor Ilov" userId="S::taylor.ilov@cmsenergy.com::b3e8fa34-e639-4d12-a6dc-5e3032b39fb7" providerId="AD" clId="Web-{D419BCEF-ECC5-C89F-22B1-A74D6DB75A15}" dt="2026-06-03T18:17:16.087" v="638" actId="1076"/>
        <pc:sldMkLst>
          <pc:docMk/>
          <pc:sldMk cId="820699655" sldId="267"/>
        </pc:sldMkLst>
        <pc:picChg chg="add mod ord modCrop">
          <ac:chgData name="Taylor Ilov" userId="S::taylor.ilov@cmsenergy.com::b3e8fa34-e639-4d12-a6dc-5e3032b39fb7" providerId="AD" clId="Web-{D419BCEF-ECC5-C89F-22B1-A74D6DB75A15}" dt="2026-06-03T18:17:16.087" v="638" actId="1076"/>
          <ac:picMkLst>
            <pc:docMk/>
            <pc:sldMk cId="820699655" sldId="267"/>
            <ac:picMk id="4" creationId="{F0AFFD83-DB70-D004-8D38-C7A472711F97}"/>
          </ac:picMkLst>
        </pc:picChg>
      </pc:sldChg>
      <pc:sldChg chg="addSp delSp modSp new">
        <pc:chgData name="Taylor Ilov" userId="S::taylor.ilov@cmsenergy.com::b3e8fa34-e639-4d12-a6dc-5e3032b39fb7" providerId="AD" clId="Web-{D419BCEF-ECC5-C89F-22B1-A74D6DB75A15}" dt="2026-06-03T18:17:42.087" v="655" actId="1076"/>
        <pc:sldMkLst>
          <pc:docMk/>
          <pc:sldMk cId="1543808296" sldId="269"/>
        </pc:sldMkLst>
        <pc:picChg chg="add mod ord modCrop">
          <ac:chgData name="Taylor Ilov" userId="S::taylor.ilov@cmsenergy.com::b3e8fa34-e639-4d12-a6dc-5e3032b39fb7" providerId="AD" clId="Web-{D419BCEF-ECC5-C89F-22B1-A74D6DB75A15}" dt="2026-06-03T18:17:42.087" v="655" actId="1076"/>
          <ac:picMkLst>
            <pc:docMk/>
            <pc:sldMk cId="1543808296" sldId="269"/>
            <ac:picMk id="4" creationId="{2A680A73-5811-929A-B8E8-F35B64F682BB}"/>
          </ac:picMkLst>
        </pc:picChg>
      </pc:sldChg>
      <pc:sldChg chg="addSp delSp modSp new ord">
        <pc:chgData name="Taylor Ilov" userId="S::taylor.ilov@cmsenergy.com::b3e8fa34-e639-4d12-a6dc-5e3032b39fb7" providerId="AD" clId="Web-{D419BCEF-ECC5-C89F-22B1-A74D6DB75A15}" dt="2026-06-03T18:20:20.921" v="685"/>
        <pc:sldMkLst>
          <pc:docMk/>
          <pc:sldMk cId="2332482323" sldId="272"/>
        </pc:sldMkLst>
        <pc:picChg chg="add mod ord">
          <ac:chgData name="Taylor Ilov" userId="S::taylor.ilov@cmsenergy.com::b3e8fa34-e639-4d12-a6dc-5e3032b39fb7" providerId="AD" clId="Web-{D419BCEF-ECC5-C89F-22B1-A74D6DB75A15}" dt="2026-06-03T18:19:39.216" v="677" actId="1076"/>
          <ac:picMkLst>
            <pc:docMk/>
            <pc:sldMk cId="2332482323" sldId="272"/>
            <ac:picMk id="4" creationId="{E249B25A-4FF9-358C-1DDA-D8F20061750E}"/>
          </ac:picMkLst>
        </pc:picChg>
      </pc:sldChg>
      <pc:sldChg chg="addSp delSp modSp new ord">
        <pc:chgData name="Taylor Ilov" userId="S::taylor.ilov@cmsenergy.com::b3e8fa34-e639-4d12-a6dc-5e3032b39fb7" providerId="AD" clId="Web-{D419BCEF-ECC5-C89F-22B1-A74D6DB75A15}" dt="2026-06-03T18:20:18.655" v="684" actId="1076"/>
        <pc:sldMkLst>
          <pc:docMk/>
          <pc:sldMk cId="2704727410" sldId="274"/>
        </pc:sldMkLst>
        <pc:picChg chg="add mod ord">
          <ac:chgData name="Taylor Ilov" userId="S::taylor.ilov@cmsenergy.com::b3e8fa34-e639-4d12-a6dc-5e3032b39fb7" providerId="AD" clId="Web-{D419BCEF-ECC5-C89F-22B1-A74D6DB75A15}" dt="2026-06-03T18:20:18.655" v="684" actId="1076"/>
          <ac:picMkLst>
            <pc:docMk/>
            <pc:sldMk cId="2704727410" sldId="274"/>
            <ac:picMk id="4" creationId="{DD1E960E-D737-67C7-0A64-B28F57E4336C}"/>
          </ac:picMkLst>
        </pc:picChg>
      </pc:sldChg>
      <pc:sldChg chg="addSp delSp modSp new">
        <pc:chgData name="Taylor Ilov" userId="S::taylor.ilov@cmsenergy.com::b3e8fa34-e639-4d12-a6dc-5e3032b39fb7" providerId="AD" clId="Web-{D419BCEF-ECC5-C89F-22B1-A74D6DB75A15}" dt="2026-06-03T18:21:09.532" v="693" actId="1076"/>
        <pc:sldMkLst>
          <pc:docMk/>
          <pc:sldMk cId="2369568488" sldId="276"/>
        </pc:sldMkLst>
        <pc:picChg chg="add mod ord">
          <ac:chgData name="Taylor Ilov" userId="S::taylor.ilov@cmsenergy.com::b3e8fa34-e639-4d12-a6dc-5e3032b39fb7" providerId="AD" clId="Web-{D419BCEF-ECC5-C89F-22B1-A74D6DB75A15}" dt="2026-06-03T18:21:09.532" v="693" actId="1076"/>
          <ac:picMkLst>
            <pc:docMk/>
            <pc:sldMk cId="2369568488" sldId="276"/>
            <ac:picMk id="4" creationId="{125788C0-720A-3331-71EE-C4D2FDAB3ED3}"/>
          </ac:picMkLst>
        </pc:picChg>
      </pc:sldChg>
      <pc:sldChg chg="addSp delSp modSp new">
        <pc:chgData name="Taylor Ilov" userId="S::taylor.ilov@cmsenergy.com::b3e8fa34-e639-4d12-a6dc-5e3032b39fb7" providerId="AD" clId="Web-{D419BCEF-ECC5-C89F-22B1-A74D6DB75A15}" dt="2026-06-03T13:57:13.722" v="53" actId="14100"/>
        <pc:sldMkLst>
          <pc:docMk/>
          <pc:sldMk cId="1421659549" sldId="2147483644"/>
        </pc:sldMkLst>
        <pc:spChg chg="mod">
          <ac:chgData name="Taylor Ilov" userId="S::taylor.ilov@cmsenergy.com::b3e8fa34-e639-4d12-a6dc-5e3032b39fb7" providerId="AD" clId="Web-{D419BCEF-ECC5-C89F-22B1-A74D6DB75A15}" dt="2026-06-03T13:51:23.988" v="14" actId="20577"/>
          <ac:spMkLst>
            <pc:docMk/>
            <pc:sldMk cId="1421659549" sldId="2147483644"/>
            <ac:spMk id="3" creationId="{9226ABEE-849D-82D2-D349-1095B8FEDDE8}"/>
          </ac:spMkLst>
        </pc:spChg>
      </pc:sldChg>
      <pc:sldChg chg="addSp delSp modSp add mod replId modShow">
        <pc:chgData name="Taylor Ilov" userId="S::taylor.ilov@cmsenergy.com::b3e8fa34-e639-4d12-a6dc-5e3032b39fb7" providerId="AD" clId="Web-{D419BCEF-ECC5-C89F-22B1-A74D6DB75A15}" dt="2026-06-03T14:58:44.750" v="339"/>
        <pc:sldMkLst>
          <pc:docMk/>
          <pc:sldMk cId="2025849183" sldId="2147483645"/>
        </pc:sldMkLst>
        <pc:spChg chg="mod">
          <ac:chgData name="Taylor Ilov" userId="S::taylor.ilov@cmsenergy.com::b3e8fa34-e639-4d12-a6dc-5e3032b39fb7" providerId="AD" clId="Web-{D419BCEF-ECC5-C89F-22B1-A74D6DB75A15}" dt="2026-06-03T14:09:50.095" v="134" actId="20577"/>
          <ac:spMkLst>
            <pc:docMk/>
            <pc:sldMk cId="2025849183" sldId="2147483645"/>
            <ac:spMk id="3" creationId="{54CD7464-2805-4199-223F-0133EE1B71C5}"/>
          </ac:spMkLst>
        </pc:spChg>
        <pc:spChg chg="add mod">
          <ac:chgData name="Taylor Ilov" userId="S::taylor.ilov@cmsenergy.com::b3e8fa34-e639-4d12-a6dc-5e3032b39fb7" providerId="AD" clId="Web-{D419BCEF-ECC5-C89F-22B1-A74D6DB75A15}" dt="2026-06-03T14:08:51.873" v="98" actId="1076"/>
          <ac:spMkLst>
            <pc:docMk/>
            <pc:sldMk cId="2025849183" sldId="2147483645"/>
            <ac:spMk id="12" creationId="{E6E870CC-E6C6-FD46-C22E-4640C7D49054}"/>
          </ac:spMkLst>
        </pc:spChg>
        <pc:spChg chg="add mod">
          <ac:chgData name="Taylor Ilov" userId="S::taylor.ilov@cmsenergy.com::b3e8fa34-e639-4d12-a6dc-5e3032b39fb7" providerId="AD" clId="Web-{D419BCEF-ECC5-C89F-22B1-A74D6DB75A15}" dt="2026-06-03T14:58:38.766" v="338" actId="20577"/>
          <ac:spMkLst>
            <pc:docMk/>
            <pc:sldMk cId="2025849183" sldId="2147483645"/>
            <ac:spMk id="15" creationId="{E05911ED-857A-2379-3087-2229C7A6DFC5}"/>
          </ac:spMkLst>
        </pc:spChg>
        <pc:picChg chg="mod">
          <ac:chgData name="Taylor Ilov" userId="S::taylor.ilov@cmsenergy.com::b3e8fa34-e639-4d12-a6dc-5e3032b39fb7" providerId="AD" clId="Web-{D419BCEF-ECC5-C89F-22B1-A74D6DB75A15}" dt="2026-06-03T14:09:01.077" v="104" actId="1076"/>
          <ac:picMkLst>
            <pc:docMk/>
            <pc:sldMk cId="2025849183" sldId="2147483645"/>
            <ac:picMk id="4" creationId="{5858B8E9-3547-CF3E-A534-78811F8DDED5}"/>
          </ac:picMkLst>
        </pc:picChg>
        <pc:picChg chg="add mod">
          <ac:chgData name="Taylor Ilov" userId="S::taylor.ilov@cmsenergy.com::b3e8fa34-e639-4d12-a6dc-5e3032b39fb7" providerId="AD" clId="Web-{D419BCEF-ECC5-C89F-22B1-A74D6DB75A15}" dt="2026-06-03T14:07:55.823" v="91"/>
          <ac:picMkLst>
            <pc:docMk/>
            <pc:sldMk cId="2025849183" sldId="2147483645"/>
            <ac:picMk id="9" creationId="{BDC150FA-5E79-0EA3-D85A-F8167C177B84}"/>
          </ac:picMkLst>
        </pc:picChg>
        <pc:picChg chg="add mod">
          <ac:chgData name="Taylor Ilov" userId="S::taylor.ilov@cmsenergy.com::b3e8fa34-e639-4d12-a6dc-5e3032b39fb7" providerId="AD" clId="Web-{D419BCEF-ECC5-C89F-22B1-A74D6DB75A15}" dt="2026-06-03T14:08:01.386" v="93"/>
          <ac:picMkLst>
            <pc:docMk/>
            <pc:sldMk cId="2025849183" sldId="2147483645"/>
            <ac:picMk id="10" creationId="{F36EB8DD-213E-C3EF-0E61-B6CAD5D018CB}"/>
          </ac:picMkLst>
        </pc:picChg>
        <pc:cxnChg chg="add mod">
          <ac:chgData name="Taylor Ilov" userId="S::taylor.ilov@cmsenergy.com::b3e8fa34-e639-4d12-a6dc-5e3032b39fb7" providerId="AD" clId="Web-{D419BCEF-ECC5-C89F-22B1-A74D6DB75A15}" dt="2026-06-03T14:09:18.375" v="106" actId="14100"/>
          <ac:cxnSpMkLst>
            <pc:docMk/>
            <pc:sldMk cId="2025849183" sldId="2147483645"/>
            <ac:cxnSpMk id="14" creationId="{9D95695C-C97A-EF16-0E14-551F668D50C8}"/>
          </ac:cxnSpMkLst>
        </pc:cxnChg>
      </pc:sldChg>
      <pc:sldChg chg="addSp delSp modSp new">
        <pc:chgData name="Taylor Ilov" userId="S::taylor.ilov@cmsenergy.com::b3e8fa34-e639-4d12-a6dc-5e3032b39fb7" providerId="AD" clId="Web-{D419BCEF-ECC5-C89F-22B1-A74D6DB75A15}" dt="2026-06-03T14:58:48.563" v="341" actId="20577"/>
        <pc:sldMkLst>
          <pc:docMk/>
          <pc:sldMk cId="3822518641" sldId="2147483646"/>
        </pc:sldMkLst>
        <pc:spChg chg="mod">
          <ac:chgData name="Taylor Ilov" userId="S::taylor.ilov@cmsenergy.com::b3e8fa34-e639-4d12-a6dc-5e3032b39fb7" providerId="AD" clId="Web-{D419BCEF-ECC5-C89F-22B1-A74D6DB75A15}" dt="2026-06-03T14:58:48.563" v="341" actId="20577"/>
          <ac:spMkLst>
            <pc:docMk/>
            <pc:sldMk cId="3822518641" sldId="2147483646"/>
            <ac:spMk id="3" creationId="{F068EF7D-7828-10D6-EFEC-27CC30122DCD}"/>
          </ac:spMkLst>
        </pc:spChg>
        <pc:spChg chg="add mod">
          <ac:chgData name="Taylor Ilov" userId="S::taylor.ilov@cmsenergy.com::b3e8fa34-e639-4d12-a6dc-5e3032b39fb7" providerId="AD" clId="Web-{D419BCEF-ECC5-C89F-22B1-A74D6DB75A15}" dt="2026-06-03T14:18:06.942" v="289" actId="20577"/>
          <ac:spMkLst>
            <pc:docMk/>
            <pc:sldMk cId="3822518641" sldId="2147483646"/>
            <ac:spMk id="6" creationId="{801156EA-A440-9D83-C6E8-E2D9F28B3344}"/>
          </ac:spMkLst>
        </pc:spChg>
        <pc:spChg chg="add mod">
          <ac:chgData name="Taylor Ilov" userId="S::taylor.ilov@cmsenergy.com::b3e8fa34-e639-4d12-a6dc-5e3032b39fb7" providerId="AD" clId="Web-{D419BCEF-ECC5-C89F-22B1-A74D6DB75A15}" dt="2026-06-03T14:18:34.974" v="295" actId="14100"/>
          <ac:spMkLst>
            <pc:docMk/>
            <pc:sldMk cId="3822518641" sldId="2147483646"/>
            <ac:spMk id="10" creationId="{C82A473F-6671-3F58-4491-56EABB83F17A}"/>
          </ac:spMkLst>
        </pc:spChg>
        <pc:picChg chg="add mod">
          <ac:chgData name="Taylor Ilov" userId="S::taylor.ilov@cmsenergy.com::b3e8fa34-e639-4d12-a6dc-5e3032b39fb7" providerId="AD" clId="Web-{D419BCEF-ECC5-C89F-22B1-A74D6DB75A15}" dt="2026-06-03T14:15:51.109" v="152" actId="1076"/>
          <ac:picMkLst>
            <pc:docMk/>
            <pc:sldMk cId="3822518641" sldId="2147483646"/>
            <ac:picMk id="5" creationId="{7370C6C8-D1D0-26A4-93F8-2E8F28709C5A}"/>
          </ac:picMkLst>
        </pc:picChg>
      </pc:sldChg>
      <pc:sldChg chg="addSp delSp modSp new">
        <pc:chgData name="Taylor Ilov" userId="S::taylor.ilov@cmsenergy.com::b3e8fa34-e639-4d12-a6dc-5e3032b39fb7" providerId="AD" clId="Web-{D419BCEF-ECC5-C89F-22B1-A74D6DB75A15}" dt="2026-06-03T17:47:54.119" v="523" actId="20577"/>
        <pc:sldMkLst>
          <pc:docMk/>
          <pc:sldMk cId="3682684182" sldId="2147483647"/>
        </pc:sldMkLst>
        <pc:spChg chg="mod">
          <ac:chgData name="Taylor Ilov" userId="S::taylor.ilov@cmsenergy.com::b3e8fa34-e639-4d12-a6dc-5e3032b39fb7" providerId="AD" clId="Web-{D419BCEF-ECC5-C89F-22B1-A74D6DB75A15}" dt="2026-06-03T17:45:02.019" v="423" actId="20577"/>
          <ac:spMkLst>
            <pc:docMk/>
            <pc:sldMk cId="3682684182" sldId="2147483647"/>
            <ac:spMk id="3" creationId="{AD329447-761E-9095-7F43-AAF00BC2EC19}"/>
          </ac:spMkLst>
        </pc:spChg>
        <pc:spChg chg="add mod">
          <ac:chgData name="Taylor Ilov" userId="S::taylor.ilov@cmsenergy.com::b3e8fa34-e639-4d12-a6dc-5e3032b39fb7" providerId="AD" clId="Web-{D419BCEF-ECC5-C89F-22B1-A74D6DB75A15}" dt="2026-06-03T17:47:54.119" v="523" actId="20577"/>
          <ac:spMkLst>
            <pc:docMk/>
            <pc:sldMk cId="3682684182" sldId="2147483647"/>
            <ac:spMk id="9" creationId="{7CD46B4F-BEE9-F4CE-541B-83C9D8C792C2}"/>
          </ac:spMkLst>
        </pc:spChg>
        <pc:picChg chg="add mod">
          <ac:chgData name="Taylor Ilov" userId="S::taylor.ilov@cmsenergy.com::b3e8fa34-e639-4d12-a6dc-5e3032b39fb7" providerId="AD" clId="Web-{D419BCEF-ECC5-C89F-22B1-A74D6DB75A15}" dt="2026-06-03T17:44:16.908" v="410" actId="1076"/>
          <ac:picMkLst>
            <pc:docMk/>
            <pc:sldMk cId="3682684182" sldId="2147483647"/>
            <ac:picMk id="5" creationId="{DEE09458-C064-6344-1554-A8B9D7C59C17}"/>
          </ac:picMkLst>
        </pc:picChg>
        <pc:picChg chg="add mod">
          <ac:chgData name="Taylor Ilov" userId="S::taylor.ilov@cmsenergy.com::b3e8fa34-e639-4d12-a6dc-5e3032b39fb7" providerId="AD" clId="Web-{D419BCEF-ECC5-C89F-22B1-A74D6DB75A15}" dt="2026-06-03T17:44:08.017" v="405" actId="1076"/>
          <ac:picMkLst>
            <pc:docMk/>
            <pc:sldMk cId="3682684182" sldId="2147483647"/>
            <ac:picMk id="6" creationId="{AB7ED97F-551A-1A89-E6F6-6D48476A833D}"/>
          </ac:picMkLst>
        </pc:picChg>
        <pc:picChg chg="add mod">
          <ac:chgData name="Taylor Ilov" userId="S::taylor.ilov@cmsenergy.com::b3e8fa34-e639-4d12-a6dc-5e3032b39fb7" providerId="AD" clId="Web-{D419BCEF-ECC5-C89F-22B1-A74D6DB75A15}" dt="2026-06-03T17:44:08.017" v="406" actId="1076"/>
          <ac:picMkLst>
            <pc:docMk/>
            <pc:sldMk cId="3682684182" sldId="2147483647"/>
            <ac:picMk id="7" creationId="{CFABEFE8-00CF-B052-5169-1E78A62C0DAD}"/>
          </ac:picMkLst>
        </pc:picChg>
        <pc:picChg chg="add mod">
          <ac:chgData name="Taylor Ilov" userId="S::taylor.ilov@cmsenergy.com::b3e8fa34-e639-4d12-a6dc-5e3032b39fb7" providerId="AD" clId="Web-{D419BCEF-ECC5-C89F-22B1-A74D6DB75A15}" dt="2026-06-03T17:44:08.017" v="407" actId="1076"/>
          <ac:picMkLst>
            <pc:docMk/>
            <pc:sldMk cId="3682684182" sldId="2147483647"/>
            <ac:picMk id="8" creationId="{65EC2168-B5D2-7759-A898-7242DBE30236}"/>
          </ac:picMkLst>
        </pc:picChg>
      </pc:sldChg>
    </pc:docChg>
  </pc:docChgLst>
  <pc:docChgLst>
    <pc:chgData name="DAWN M PETTENGILL" userId="6c3e7221-c014-41df-9963-eb44707bad46" providerId="ADAL" clId="{29FA3F86-359B-4B62-8DF6-5E1FAB534B2A}"/>
    <pc:docChg chg="custSel modSld">
      <pc:chgData name="DAWN M PETTENGILL" userId="6c3e7221-c014-41df-9963-eb44707bad46" providerId="ADAL" clId="{29FA3F86-359B-4B62-8DF6-5E1FAB534B2A}" dt="2026-05-29T17:57:02.330" v="94" actId="5793"/>
      <pc:docMkLst>
        <pc:docMk/>
      </pc:docMkLst>
      <pc:sldChg chg="modSp mod">
        <pc:chgData name="DAWN M PETTENGILL" userId="6c3e7221-c014-41df-9963-eb44707bad46" providerId="ADAL" clId="{29FA3F86-359B-4B62-8DF6-5E1FAB534B2A}" dt="2026-05-29T17:57:02.330" v="94" actId="5793"/>
        <pc:sldMkLst>
          <pc:docMk/>
          <pc:sldMk cId="2218206800" sldId="271"/>
        </pc:sldMkLst>
        <pc:graphicFrameChg chg="mod modGraphic">
          <ac:chgData name="DAWN M PETTENGILL" userId="6c3e7221-c014-41df-9963-eb44707bad46" providerId="ADAL" clId="{29FA3F86-359B-4B62-8DF6-5E1FAB534B2A}" dt="2026-05-29T17:57:02.330" v="94" actId="5793"/>
          <ac:graphicFrameMkLst>
            <pc:docMk/>
            <pc:sldMk cId="2218206800" sldId="271"/>
            <ac:graphicFrameMk id="8" creationId="{EBD8FAA2-4B6C-BC4B-328F-08ECDE8FD127}"/>
          </ac:graphicFrameMkLst>
        </pc:graphicFrameChg>
      </pc:sldChg>
    </pc:docChg>
  </pc:docChgLst>
  <pc:docChgLst>
    <pc:chgData name="Taylor Ilov" userId="S::taylor.ilov@cmsenergy.com::b3e8fa34-e639-4d12-a6dc-5e3032b39fb7" providerId="AD" clId="Web-{85F3C456-8B4D-EC70-9C90-360635DF6369}"/>
    <pc:docChg chg="delSld modSld modSection">
      <pc:chgData name="Taylor Ilov" userId="S::taylor.ilov@cmsenergy.com::b3e8fa34-e639-4d12-a6dc-5e3032b39fb7" providerId="AD" clId="Web-{85F3C456-8B4D-EC70-9C90-360635DF6369}" dt="2026-05-21T12:45:51.571" v="5"/>
      <pc:docMkLst>
        <pc:docMk/>
      </pc:docMkLst>
      <pc:sldChg chg="addSp">
        <pc:chgData name="Taylor Ilov" userId="S::taylor.ilov@cmsenergy.com::b3e8fa34-e639-4d12-a6dc-5e3032b39fb7" providerId="AD" clId="Web-{85F3C456-8B4D-EC70-9C90-360635DF6369}" dt="2026-05-21T12:45:51.571" v="5"/>
        <pc:sldMkLst>
          <pc:docMk/>
          <pc:sldMk cId="3852294437" sldId="268"/>
        </pc:sldMkLst>
      </pc:sldChg>
    </pc:docChg>
  </pc:docChgLst>
  <pc:docChgLst>
    <pc:chgData name="Jose Diaz" userId="517cb5ef-6fb8-49bc-8303-535c95eee28f" providerId="ADAL" clId="{55A93F46-8806-43C5-8CDF-2E96BA0AF0DB}"/>
    <pc:docChg chg="undo custSel addSld delSld modSld sldOrd modSection">
      <pc:chgData name="Jose Diaz" userId="517cb5ef-6fb8-49bc-8303-535c95eee28f" providerId="ADAL" clId="{55A93F46-8806-43C5-8CDF-2E96BA0AF0DB}" dt="2026-06-17T19:31:17.028" v="7675" actId="20577"/>
      <pc:docMkLst>
        <pc:docMk/>
      </pc:docMkLst>
      <pc:sldChg chg="add">
        <pc:chgData name="Jose Diaz" userId="517cb5ef-6fb8-49bc-8303-535c95eee28f" providerId="ADAL" clId="{55A93F46-8806-43C5-8CDF-2E96BA0AF0DB}" dt="2026-06-16T01:14:15.199" v="4277" actId="2890"/>
        <pc:sldMkLst>
          <pc:docMk/>
          <pc:sldMk cId="2979213162" sldId="273"/>
        </pc:sldMkLst>
      </pc:sldChg>
      <pc:sldChg chg="modSp add mod">
        <pc:chgData name="Jose Diaz" userId="517cb5ef-6fb8-49bc-8303-535c95eee28f" providerId="ADAL" clId="{55A93F46-8806-43C5-8CDF-2E96BA0AF0DB}" dt="2026-06-17T14:58:02.349" v="7132" actId="20577"/>
        <pc:sldMkLst>
          <pc:docMk/>
          <pc:sldMk cId="884615316" sldId="277"/>
        </pc:sldMkLst>
        <pc:spChg chg="mod">
          <ac:chgData name="Jose Diaz" userId="517cb5ef-6fb8-49bc-8303-535c95eee28f" providerId="ADAL" clId="{55A93F46-8806-43C5-8CDF-2E96BA0AF0DB}" dt="2026-06-16T21:06:58.426" v="5628" actId="20577"/>
          <ac:spMkLst>
            <pc:docMk/>
            <pc:sldMk cId="884615316" sldId="277"/>
            <ac:spMk id="3" creationId="{F93DCBF8-DBF7-DB98-B078-C122036FB901}"/>
          </ac:spMkLst>
        </pc:spChg>
        <pc:spChg chg="mod">
          <ac:chgData name="Jose Diaz" userId="517cb5ef-6fb8-49bc-8303-535c95eee28f" providerId="ADAL" clId="{55A93F46-8806-43C5-8CDF-2E96BA0AF0DB}" dt="2026-06-17T14:58:02.349" v="7132" actId="20577"/>
          <ac:spMkLst>
            <pc:docMk/>
            <pc:sldMk cId="884615316" sldId="277"/>
            <ac:spMk id="21" creationId="{AC8B0C5D-D131-1722-1173-4EA499E798EE}"/>
          </ac:spMkLst>
        </pc:spChg>
      </pc:sldChg>
      <pc:sldChg chg="add del ord">
        <pc:chgData name="Jose Diaz" userId="517cb5ef-6fb8-49bc-8303-535c95eee28f" providerId="ADAL" clId="{55A93F46-8806-43C5-8CDF-2E96BA0AF0DB}" dt="2026-06-16T20:49:13.363" v="5273" actId="2696"/>
        <pc:sldMkLst>
          <pc:docMk/>
          <pc:sldMk cId="3848649113" sldId="277"/>
        </pc:sldMkLst>
      </pc:sldChg>
      <pc:sldChg chg="addSp delSp modSp mod">
        <pc:chgData name="Jose Diaz" userId="517cb5ef-6fb8-49bc-8303-535c95eee28f" providerId="ADAL" clId="{55A93F46-8806-43C5-8CDF-2E96BA0AF0DB}" dt="2026-06-17T14:51:22.573" v="7118" actId="20577"/>
        <pc:sldMkLst>
          <pc:docMk/>
          <pc:sldMk cId="1156021881" sldId="283"/>
        </pc:sldMkLst>
        <pc:spChg chg="add mod">
          <ac:chgData name="Jose Diaz" userId="517cb5ef-6fb8-49bc-8303-535c95eee28f" providerId="ADAL" clId="{55A93F46-8806-43C5-8CDF-2E96BA0AF0DB}" dt="2026-06-17T14:40:08.263" v="7034" actId="113"/>
          <ac:spMkLst>
            <pc:docMk/>
            <pc:sldMk cId="1156021881" sldId="283"/>
            <ac:spMk id="2" creationId="{40385C23-22D6-4C19-A889-F4F4CB4EF20C}"/>
          </ac:spMkLst>
        </pc:spChg>
        <pc:spChg chg="mod">
          <ac:chgData name="Jose Diaz" userId="517cb5ef-6fb8-49bc-8303-535c95eee28f" providerId="ADAL" clId="{55A93F46-8806-43C5-8CDF-2E96BA0AF0DB}" dt="2026-06-16T01:45:47.829" v="4511" actId="1076"/>
          <ac:spMkLst>
            <pc:docMk/>
            <pc:sldMk cId="1156021881" sldId="283"/>
            <ac:spMk id="3" creationId="{617F8F25-8A05-322D-57D9-D5A5F89E80D0}"/>
          </ac:spMkLst>
        </pc:spChg>
        <pc:spChg chg="mod">
          <ac:chgData name="Jose Diaz" userId="517cb5ef-6fb8-49bc-8303-535c95eee28f" providerId="ADAL" clId="{55A93F46-8806-43C5-8CDF-2E96BA0AF0DB}" dt="2026-06-17T14:19:42.268" v="6605" actId="404"/>
          <ac:spMkLst>
            <pc:docMk/>
            <pc:sldMk cId="1156021881" sldId="283"/>
            <ac:spMk id="4" creationId="{54C1F89D-9C22-DA58-C741-AE28EBB0C972}"/>
          </ac:spMkLst>
        </pc:spChg>
        <pc:spChg chg="del">
          <ac:chgData name="Jose Diaz" userId="517cb5ef-6fb8-49bc-8303-535c95eee28f" providerId="ADAL" clId="{55A93F46-8806-43C5-8CDF-2E96BA0AF0DB}" dt="2026-06-16T01:14:27.007" v="4282" actId="478"/>
          <ac:spMkLst>
            <pc:docMk/>
            <pc:sldMk cId="1156021881" sldId="283"/>
            <ac:spMk id="5" creationId="{8FA7477D-F154-9927-971D-9E2BB4F825B5}"/>
          </ac:spMkLst>
        </pc:spChg>
        <pc:spChg chg="mod">
          <ac:chgData name="Jose Diaz" userId="517cb5ef-6fb8-49bc-8303-535c95eee28f" providerId="ADAL" clId="{55A93F46-8806-43C5-8CDF-2E96BA0AF0DB}" dt="2026-06-17T14:17:32.427" v="6553" actId="14100"/>
          <ac:spMkLst>
            <pc:docMk/>
            <pc:sldMk cId="1156021881" sldId="283"/>
            <ac:spMk id="5" creationId="{F943B832-BE91-211A-6591-1F08E94895D7}"/>
          </ac:spMkLst>
        </pc:spChg>
        <pc:spChg chg="add mod">
          <ac:chgData name="Jose Diaz" userId="517cb5ef-6fb8-49bc-8303-535c95eee28f" providerId="ADAL" clId="{55A93F46-8806-43C5-8CDF-2E96BA0AF0DB}" dt="2026-06-17T14:18:30.030" v="6597"/>
          <ac:spMkLst>
            <pc:docMk/>
            <pc:sldMk cId="1156021881" sldId="283"/>
            <ac:spMk id="6" creationId="{7A097CAE-6777-8C45-8E9B-6F009B30DD0D}"/>
          </ac:spMkLst>
        </pc:spChg>
        <pc:spChg chg="add del mod">
          <ac:chgData name="Jose Diaz" userId="517cb5ef-6fb8-49bc-8303-535c95eee28f" providerId="ADAL" clId="{55A93F46-8806-43C5-8CDF-2E96BA0AF0DB}" dt="2026-06-16T01:14:23.415" v="4281" actId="21"/>
          <ac:spMkLst>
            <pc:docMk/>
            <pc:sldMk cId="1156021881" sldId="283"/>
            <ac:spMk id="6" creationId="{F3AC488B-FFEC-56E5-7DF4-D6DC42183014}"/>
          </ac:spMkLst>
        </pc:spChg>
        <pc:spChg chg="add del mod">
          <ac:chgData name="Jose Diaz" userId="517cb5ef-6fb8-49bc-8303-535c95eee28f" providerId="ADAL" clId="{55A93F46-8806-43C5-8CDF-2E96BA0AF0DB}" dt="2026-06-17T14:38:48.796" v="7005" actId="21"/>
          <ac:spMkLst>
            <pc:docMk/>
            <pc:sldMk cId="1156021881" sldId="283"/>
            <ac:spMk id="8" creationId="{372D4641-A874-C4E5-878B-1C22B4DE8E20}"/>
          </ac:spMkLst>
        </pc:spChg>
        <pc:spChg chg="add del mod">
          <ac:chgData name="Jose Diaz" userId="517cb5ef-6fb8-49bc-8303-535c95eee28f" providerId="ADAL" clId="{55A93F46-8806-43C5-8CDF-2E96BA0AF0DB}" dt="2026-06-16T01:32:00.720" v="4351" actId="21"/>
          <ac:spMkLst>
            <pc:docMk/>
            <pc:sldMk cId="1156021881" sldId="283"/>
            <ac:spMk id="10" creationId="{F3AC488B-FFEC-56E5-7DF4-D6DC42183014}"/>
          </ac:spMkLst>
        </pc:spChg>
        <pc:spChg chg="add mod">
          <ac:chgData name="Jose Diaz" userId="517cb5ef-6fb8-49bc-8303-535c95eee28f" providerId="ADAL" clId="{55A93F46-8806-43C5-8CDF-2E96BA0AF0DB}" dt="2026-06-17T14:19:47.086" v="6606" actId="404"/>
          <ac:spMkLst>
            <pc:docMk/>
            <pc:sldMk cId="1156021881" sldId="283"/>
            <ac:spMk id="13" creationId="{6A800A21-80DE-365A-3D1F-5FF05F0DA79F}"/>
          </ac:spMkLst>
        </pc:spChg>
        <pc:spChg chg="add mod">
          <ac:chgData name="Jose Diaz" userId="517cb5ef-6fb8-49bc-8303-535c95eee28f" providerId="ADAL" clId="{55A93F46-8806-43C5-8CDF-2E96BA0AF0DB}" dt="2026-06-16T03:33:32.510" v="4979"/>
          <ac:spMkLst>
            <pc:docMk/>
            <pc:sldMk cId="1156021881" sldId="283"/>
            <ac:spMk id="15" creationId="{72C5BAC7-3F9A-8FFD-84BD-71CFDFB878F4}"/>
          </ac:spMkLst>
        </pc:spChg>
        <pc:spChg chg="add del mod">
          <ac:chgData name="Jose Diaz" userId="517cb5ef-6fb8-49bc-8303-535c95eee28f" providerId="ADAL" clId="{55A93F46-8806-43C5-8CDF-2E96BA0AF0DB}" dt="2026-06-17T14:17:55.684" v="6555" actId="478"/>
          <ac:spMkLst>
            <pc:docMk/>
            <pc:sldMk cId="1156021881" sldId="283"/>
            <ac:spMk id="16" creationId="{66378ED4-21AE-E705-4B6D-36FB2E6D8E4B}"/>
          </ac:spMkLst>
        </pc:spChg>
        <pc:graphicFrameChg chg="del">
          <ac:chgData name="Jose Diaz" userId="517cb5ef-6fb8-49bc-8303-535c95eee28f" providerId="ADAL" clId="{55A93F46-8806-43C5-8CDF-2E96BA0AF0DB}" dt="2026-06-16T01:31:55.305" v="4350" actId="478"/>
          <ac:graphicFrameMkLst>
            <pc:docMk/>
            <pc:sldMk cId="1156021881" sldId="283"/>
            <ac:graphicFrameMk id="4" creationId="{DC0EF1FE-85F9-B61D-E7D5-3E4E1984CAD7}"/>
          </ac:graphicFrameMkLst>
        </pc:graphicFrameChg>
        <pc:graphicFrameChg chg="add mod modGraphic">
          <ac:chgData name="Jose Diaz" userId="517cb5ef-6fb8-49bc-8303-535c95eee28f" providerId="ADAL" clId="{55A93F46-8806-43C5-8CDF-2E96BA0AF0DB}" dt="2026-06-17T14:51:22.573" v="7118" actId="20577"/>
          <ac:graphicFrameMkLst>
            <pc:docMk/>
            <pc:sldMk cId="1156021881" sldId="283"/>
            <ac:graphicFrameMk id="7" creationId="{BB249B87-B2A2-122C-42B0-9EB33D40865C}"/>
          </ac:graphicFrameMkLst>
        </pc:graphicFrameChg>
        <pc:graphicFrameChg chg="add del mod modGraphic">
          <ac:chgData name="Jose Diaz" userId="517cb5ef-6fb8-49bc-8303-535c95eee28f" providerId="ADAL" clId="{55A93F46-8806-43C5-8CDF-2E96BA0AF0DB}" dt="2026-06-16T01:38:04.286" v="4508" actId="14734"/>
          <ac:graphicFrameMkLst>
            <pc:docMk/>
            <pc:sldMk cId="1156021881" sldId="283"/>
            <ac:graphicFrameMk id="8" creationId="{8C5B9C17-96B2-9123-30FE-C58718F2884F}"/>
          </ac:graphicFrameMkLst>
        </pc:graphicFrameChg>
        <pc:graphicFrameChg chg="add mod modGraphic">
          <ac:chgData name="Jose Diaz" userId="517cb5ef-6fb8-49bc-8303-535c95eee28f" providerId="ADAL" clId="{55A93F46-8806-43C5-8CDF-2E96BA0AF0DB}" dt="2026-06-17T14:37:26.534" v="6985" actId="1076"/>
          <ac:graphicFrameMkLst>
            <pc:docMk/>
            <pc:sldMk cId="1156021881" sldId="283"/>
            <ac:graphicFrameMk id="14" creationId="{9785B19E-1196-C747-387E-70B81DA6835A}"/>
          </ac:graphicFrameMkLst>
        </pc:graphicFrameChg>
        <pc:picChg chg="del">
          <ac:chgData name="Jose Diaz" userId="517cb5ef-6fb8-49bc-8303-535c95eee28f" providerId="ADAL" clId="{55A93F46-8806-43C5-8CDF-2E96BA0AF0DB}" dt="2026-06-16T01:14:18.809" v="4279" actId="478"/>
          <ac:picMkLst>
            <pc:docMk/>
            <pc:sldMk cId="1156021881" sldId="283"/>
            <ac:picMk id="2" creationId="{31FD4B8F-397C-DB72-1433-805039C41D5C}"/>
          </ac:picMkLst>
        </pc:picChg>
        <pc:picChg chg="del">
          <ac:chgData name="Jose Diaz" userId="517cb5ef-6fb8-49bc-8303-535c95eee28f" providerId="ADAL" clId="{55A93F46-8806-43C5-8CDF-2E96BA0AF0DB}" dt="2026-06-16T01:14:19.647" v="4280" actId="478"/>
          <ac:picMkLst>
            <pc:docMk/>
            <pc:sldMk cId="1156021881" sldId="283"/>
            <ac:picMk id="9" creationId="{1DF5A128-BEE2-880C-8890-DACFC8C15FE3}"/>
          </ac:picMkLst>
        </pc:picChg>
        <pc:picChg chg="add mod">
          <ac:chgData name="Jose Diaz" userId="517cb5ef-6fb8-49bc-8303-535c95eee28f" providerId="ADAL" clId="{55A93F46-8806-43C5-8CDF-2E96BA0AF0DB}" dt="2026-06-17T14:39:53.556" v="7019" actId="1076"/>
          <ac:picMkLst>
            <pc:docMk/>
            <pc:sldMk cId="1156021881" sldId="283"/>
            <ac:picMk id="12" creationId="{7D1785CD-2552-36CF-D070-E5D8877B8D4B}"/>
          </ac:picMkLst>
        </pc:picChg>
        <pc:cxnChg chg="del">
          <ac:chgData name="Jose Diaz" userId="517cb5ef-6fb8-49bc-8303-535c95eee28f" providerId="ADAL" clId="{55A93F46-8806-43C5-8CDF-2E96BA0AF0DB}" dt="2026-06-16T01:14:18.073" v="4278" actId="478"/>
          <ac:cxnSpMkLst>
            <pc:docMk/>
            <pc:sldMk cId="1156021881" sldId="283"/>
            <ac:cxnSpMk id="7" creationId="{DB90F01D-3F10-95DC-F833-8D595A931F9A}"/>
          </ac:cxnSpMkLst>
        </pc:cxnChg>
      </pc:sldChg>
      <pc:sldChg chg="modSp add mod ord">
        <pc:chgData name="Jose Diaz" userId="517cb5ef-6fb8-49bc-8303-535c95eee28f" providerId="ADAL" clId="{55A93F46-8806-43C5-8CDF-2E96BA0AF0DB}" dt="2026-06-17T13:50:37.958" v="5978" actId="20577"/>
        <pc:sldMkLst>
          <pc:docMk/>
          <pc:sldMk cId="3932388482" sldId="285"/>
        </pc:sldMkLst>
        <pc:spChg chg="mod">
          <ac:chgData name="Jose Diaz" userId="517cb5ef-6fb8-49bc-8303-535c95eee28f" providerId="ADAL" clId="{55A93F46-8806-43C5-8CDF-2E96BA0AF0DB}" dt="2026-06-17T13:50:37.958" v="5978" actId="20577"/>
          <ac:spMkLst>
            <pc:docMk/>
            <pc:sldMk cId="3932388482" sldId="285"/>
            <ac:spMk id="7" creationId="{E7B58636-C351-79E8-3E24-0CDA10682204}"/>
          </ac:spMkLst>
        </pc:spChg>
      </pc:sldChg>
      <pc:sldChg chg="addSp delSp modSp add mod">
        <pc:chgData name="Jose Diaz" userId="517cb5ef-6fb8-49bc-8303-535c95eee28f" providerId="ADAL" clId="{55A93F46-8806-43C5-8CDF-2E96BA0AF0DB}" dt="2026-06-17T13:43:34.839" v="5942" actId="20577"/>
        <pc:sldMkLst>
          <pc:docMk/>
          <pc:sldMk cId="327842327" sldId="292"/>
        </pc:sldMkLst>
        <pc:spChg chg="add mod">
          <ac:chgData name="Jose Diaz" userId="517cb5ef-6fb8-49bc-8303-535c95eee28f" providerId="ADAL" clId="{55A93F46-8806-43C5-8CDF-2E96BA0AF0DB}" dt="2026-06-17T13:43:34.839" v="5942" actId="20577"/>
          <ac:spMkLst>
            <pc:docMk/>
            <pc:sldMk cId="327842327" sldId="292"/>
            <ac:spMk id="2" creationId="{F380FDDF-00AC-7202-0B7A-755C027DCC4E}"/>
          </ac:spMkLst>
        </pc:spChg>
        <pc:spChg chg="mod">
          <ac:chgData name="Jose Diaz" userId="517cb5ef-6fb8-49bc-8303-535c95eee28f" providerId="ADAL" clId="{55A93F46-8806-43C5-8CDF-2E96BA0AF0DB}" dt="2026-06-16T21:01:30.201" v="5489" actId="1076"/>
          <ac:spMkLst>
            <pc:docMk/>
            <pc:sldMk cId="327842327" sldId="292"/>
            <ac:spMk id="3" creationId="{FC682FC9-0EDD-421B-88D7-96FEE48159BC}"/>
          </ac:spMkLst>
        </pc:spChg>
        <pc:spChg chg="add mod">
          <ac:chgData name="Jose Diaz" userId="517cb5ef-6fb8-49bc-8303-535c95eee28f" providerId="ADAL" clId="{55A93F46-8806-43C5-8CDF-2E96BA0AF0DB}" dt="2026-06-16T01:11:32.649" v="4275" actId="1036"/>
          <ac:spMkLst>
            <pc:docMk/>
            <pc:sldMk cId="327842327" sldId="292"/>
            <ac:spMk id="5" creationId="{6BFBE1D3-F88F-082D-859E-0D68B8019287}"/>
          </ac:spMkLst>
        </pc:spChg>
        <pc:spChg chg="add del mod">
          <ac:chgData name="Jose Diaz" userId="517cb5ef-6fb8-49bc-8303-535c95eee28f" providerId="ADAL" clId="{55A93F46-8806-43C5-8CDF-2E96BA0AF0DB}" dt="2026-06-16T20:53:04.496" v="5276" actId="478"/>
          <ac:spMkLst>
            <pc:docMk/>
            <pc:sldMk cId="327842327" sldId="292"/>
            <ac:spMk id="12" creationId="{59DCC14A-FB61-27F8-6DA3-C80A4D6B367F}"/>
          </ac:spMkLst>
        </pc:spChg>
        <pc:spChg chg="add del mod">
          <ac:chgData name="Jose Diaz" userId="517cb5ef-6fb8-49bc-8303-535c95eee28f" providerId="ADAL" clId="{55A93F46-8806-43C5-8CDF-2E96BA0AF0DB}" dt="2026-06-16T20:53:04.496" v="5276" actId="478"/>
          <ac:spMkLst>
            <pc:docMk/>
            <pc:sldMk cId="327842327" sldId="292"/>
            <ac:spMk id="13" creationId="{3F2D6F69-8720-4963-B973-4678156A8033}"/>
          </ac:spMkLst>
        </pc:spChg>
        <pc:spChg chg="add del mod">
          <ac:chgData name="Jose Diaz" userId="517cb5ef-6fb8-49bc-8303-535c95eee28f" providerId="ADAL" clId="{55A93F46-8806-43C5-8CDF-2E96BA0AF0DB}" dt="2026-06-16T20:53:04.496" v="5276" actId="478"/>
          <ac:spMkLst>
            <pc:docMk/>
            <pc:sldMk cId="327842327" sldId="292"/>
            <ac:spMk id="14" creationId="{6E623976-604B-9EB3-8B2C-5E42BC972DB5}"/>
          </ac:spMkLst>
        </pc:spChg>
        <pc:spChg chg="add del mod">
          <ac:chgData name="Jose Diaz" userId="517cb5ef-6fb8-49bc-8303-535c95eee28f" providerId="ADAL" clId="{55A93F46-8806-43C5-8CDF-2E96BA0AF0DB}" dt="2026-06-16T20:53:04.496" v="5276" actId="478"/>
          <ac:spMkLst>
            <pc:docMk/>
            <pc:sldMk cId="327842327" sldId="292"/>
            <ac:spMk id="15" creationId="{24D3BCB5-ED8A-DADB-09E5-6638D1BE396C}"/>
          </ac:spMkLst>
        </pc:spChg>
        <pc:spChg chg="add del mod">
          <ac:chgData name="Jose Diaz" userId="517cb5ef-6fb8-49bc-8303-535c95eee28f" providerId="ADAL" clId="{55A93F46-8806-43C5-8CDF-2E96BA0AF0DB}" dt="2026-06-16T20:53:04.496" v="5276" actId="478"/>
          <ac:spMkLst>
            <pc:docMk/>
            <pc:sldMk cId="327842327" sldId="292"/>
            <ac:spMk id="16" creationId="{29D627A3-6D18-6864-C120-7C9095E4A0E5}"/>
          </ac:spMkLst>
        </pc:spChg>
        <pc:spChg chg="add del mod">
          <ac:chgData name="Jose Diaz" userId="517cb5ef-6fb8-49bc-8303-535c95eee28f" providerId="ADAL" clId="{55A93F46-8806-43C5-8CDF-2E96BA0AF0DB}" dt="2026-06-16T20:53:04.496" v="5276" actId="478"/>
          <ac:spMkLst>
            <pc:docMk/>
            <pc:sldMk cId="327842327" sldId="292"/>
            <ac:spMk id="17" creationId="{E548A629-79C7-A5D7-7178-77B800E2144C}"/>
          </ac:spMkLst>
        </pc:spChg>
        <pc:spChg chg="add del mod">
          <ac:chgData name="Jose Diaz" userId="517cb5ef-6fb8-49bc-8303-535c95eee28f" providerId="ADAL" clId="{55A93F46-8806-43C5-8CDF-2E96BA0AF0DB}" dt="2026-06-16T20:53:04.496" v="5276" actId="478"/>
          <ac:spMkLst>
            <pc:docMk/>
            <pc:sldMk cId="327842327" sldId="292"/>
            <ac:spMk id="20" creationId="{2EEA2F20-6726-B3C9-C0BC-AE9BE21019E9}"/>
          </ac:spMkLst>
        </pc:spChg>
        <pc:spChg chg="add del mod">
          <ac:chgData name="Jose Diaz" userId="517cb5ef-6fb8-49bc-8303-535c95eee28f" providerId="ADAL" clId="{55A93F46-8806-43C5-8CDF-2E96BA0AF0DB}" dt="2026-06-16T20:53:04.496" v="5276" actId="478"/>
          <ac:spMkLst>
            <pc:docMk/>
            <pc:sldMk cId="327842327" sldId="292"/>
            <ac:spMk id="21" creationId="{C3A60F8E-7B99-AB6F-349B-E2ADEB236676}"/>
          </ac:spMkLst>
        </pc:spChg>
        <pc:spChg chg="add del mod">
          <ac:chgData name="Jose Diaz" userId="517cb5ef-6fb8-49bc-8303-535c95eee28f" providerId="ADAL" clId="{55A93F46-8806-43C5-8CDF-2E96BA0AF0DB}" dt="2026-06-16T20:53:04.496" v="5276" actId="478"/>
          <ac:spMkLst>
            <pc:docMk/>
            <pc:sldMk cId="327842327" sldId="292"/>
            <ac:spMk id="22" creationId="{0011AF69-32FE-F035-9AB8-35494E02E866}"/>
          </ac:spMkLst>
        </pc:spChg>
        <pc:spChg chg="add del mod">
          <ac:chgData name="Jose Diaz" userId="517cb5ef-6fb8-49bc-8303-535c95eee28f" providerId="ADAL" clId="{55A93F46-8806-43C5-8CDF-2E96BA0AF0DB}" dt="2026-06-16T20:53:04.496" v="5276" actId="478"/>
          <ac:spMkLst>
            <pc:docMk/>
            <pc:sldMk cId="327842327" sldId="292"/>
            <ac:spMk id="23" creationId="{615CF84A-D89F-AF28-C73A-B338F5870D61}"/>
          </ac:spMkLst>
        </pc:spChg>
        <pc:graphicFrameChg chg="add mod modGraphic">
          <ac:chgData name="Jose Diaz" userId="517cb5ef-6fb8-49bc-8303-535c95eee28f" providerId="ADAL" clId="{55A93F46-8806-43C5-8CDF-2E96BA0AF0DB}" dt="2026-06-16T21:06:25.230" v="5582" actId="12100"/>
          <ac:graphicFrameMkLst>
            <pc:docMk/>
            <pc:sldMk cId="327842327" sldId="292"/>
            <ac:graphicFrameMk id="24" creationId="{1537098F-32B4-83A3-0720-E234AF0E0EE0}"/>
          </ac:graphicFrameMkLst>
        </pc:graphicFrameChg>
      </pc:sldChg>
      <pc:sldChg chg="modSp add mod">
        <pc:chgData name="Jose Diaz" userId="517cb5ef-6fb8-49bc-8303-535c95eee28f" providerId="ADAL" clId="{55A93F46-8806-43C5-8CDF-2E96BA0AF0DB}" dt="2026-06-17T13:50:59.142" v="5988" actId="20577"/>
        <pc:sldMkLst>
          <pc:docMk/>
          <pc:sldMk cId="1615715874" sldId="293"/>
        </pc:sldMkLst>
        <pc:spChg chg="mod">
          <ac:chgData name="Jose Diaz" userId="517cb5ef-6fb8-49bc-8303-535c95eee28f" providerId="ADAL" clId="{55A93F46-8806-43C5-8CDF-2E96BA0AF0DB}" dt="2026-06-17T13:50:59.142" v="5988" actId="20577"/>
          <ac:spMkLst>
            <pc:docMk/>
            <pc:sldMk cId="1615715874" sldId="293"/>
            <ac:spMk id="7" creationId="{5D4EC909-0AB1-CC9C-1041-F68FA54BE786}"/>
          </ac:spMkLst>
        </pc:spChg>
      </pc:sldChg>
      <pc:sldChg chg="addSp delSp modSp add mod ord">
        <pc:chgData name="Jose Diaz" userId="517cb5ef-6fb8-49bc-8303-535c95eee28f" providerId="ADAL" clId="{55A93F46-8806-43C5-8CDF-2E96BA0AF0DB}" dt="2026-06-17T14:32:30.085" v="6871" actId="20577"/>
        <pc:sldMkLst>
          <pc:docMk/>
          <pc:sldMk cId="3799264671" sldId="304"/>
        </pc:sldMkLst>
        <pc:spChg chg="mod">
          <ac:chgData name="Jose Diaz" userId="517cb5ef-6fb8-49bc-8303-535c95eee28f" providerId="ADAL" clId="{55A93F46-8806-43C5-8CDF-2E96BA0AF0DB}" dt="2026-06-17T13:51:29.367" v="6009" actId="20577"/>
          <ac:spMkLst>
            <pc:docMk/>
            <pc:sldMk cId="3799264671" sldId="304"/>
            <ac:spMk id="3" creationId="{3F876EB1-8575-0A55-0419-6A888ACDF073}"/>
          </ac:spMkLst>
        </pc:spChg>
        <pc:spChg chg="del">
          <ac:chgData name="Jose Diaz" userId="517cb5ef-6fb8-49bc-8303-535c95eee28f" providerId="ADAL" clId="{55A93F46-8806-43C5-8CDF-2E96BA0AF0DB}" dt="2026-06-17T13:51:37.473" v="6013" actId="478"/>
          <ac:spMkLst>
            <pc:docMk/>
            <pc:sldMk cId="3799264671" sldId="304"/>
            <ac:spMk id="5" creationId="{CB3AB322-175C-2758-AF5A-9C0C6B012127}"/>
          </ac:spMkLst>
        </pc:spChg>
        <pc:spChg chg="add del mod">
          <ac:chgData name="Jose Diaz" userId="517cb5ef-6fb8-49bc-8303-535c95eee28f" providerId="ADAL" clId="{55A93F46-8806-43C5-8CDF-2E96BA0AF0DB}" dt="2026-06-17T13:51:35.425" v="6012" actId="21"/>
          <ac:spMkLst>
            <pc:docMk/>
            <pc:sldMk cId="3799264671" sldId="304"/>
            <ac:spMk id="6" creationId="{E21781BF-0117-DAF0-3374-6C9E53B51EC3}"/>
          </ac:spMkLst>
        </pc:spChg>
        <pc:spChg chg="add mod">
          <ac:chgData name="Jose Diaz" userId="517cb5ef-6fb8-49bc-8303-535c95eee28f" providerId="ADAL" clId="{55A93F46-8806-43C5-8CDF-2E96BA0AF0DB}" dt="2026-06-17T14:28:54.175" v="6640" actId="1076"/>
          <ac:spMkLst>
            <pc:docMk/>
            <pc:sldMk cId="3799264671" sldId="304"/>
            <ac:spMk id="26" creationId="{F3C8722A-3DBE-E5A1-EAB4-B056813FAA40}"/>
          </ac:spMkLst>
        </pc:spChg>
        <pc:spChg chg="add mod">
          <ac:chgData name="Jose Diaz" userId="517cb5ef-6fb8-49bc-8303-535c95eee28f" providerId="ADAL" clId="{55A93F46-8806-43C5-8CDF-2E96BA0AF0DB}" dt="2026-06-17T14:28:56.598" v="6641" actId="1076"/>
          <ac:spMkLst>
            <pc:docMk/>
            <pc:sldMk cId="3799264671" sldId="304"/>
            <ac:spMk id="27" creationId="{670CB824-6E90-D6CF-742A-2083E09AA8D7}"/>
          </ac:spMkLst>
        </pc:spChg>
        <pc:spChg chg="add del mod">
          <ac:chgData name="Jose Diaz" userId="517cb5ef-6fb8-49bc-8303-535c95eee28f" providerId="ADAL" clId="{55A93F46-8806-43C5-8CDF-2E96BA0AF0DB}" dt="2026-06-17T14:04:00.478" v="6109" actId="478"/>
          <ac:spMkLst>
            <pc:docMk/>
            <pc:sldMk cId="3799264671" sldId="304"/>
            <ac:spMk id="30" creationId="{F5FD9CB3-4CCD-4D47-DEBC-9A606F9EAE31}"/>
          </ac:spMkLst>
        </pc:spChg>
        <pc:spChg chg="add mod">
          <ac:chgData name="Jose Diaz" userId="517cb5ef-6fb8-49bc-8303-535c95eee28f" providerId="ADAL" clId="{55A93F46-8806-43C5-8CDF-2E96BA0AF0DB}" dt="2026-06-17T14:29:01.511" v="6643" actId="1076"/>
          <ac:spMkLst>
            <pc:docMk/>
            <pc:sldMk cId="3799264671" sldId="304"/>
            <ac:spMk id="41" creationId="{06525F9E-4E54-EF8B-3BFC-75DB02A57348}"/>
          </ac:spMkLst>
        </pc:spChg>
        <pc:spChg chg="add del mod">
          <ac:chgData name="Jose Diaz" userId="517cb5ef-6fb8-49bc-8303-535c95eee28f" providerId="ADAL" clId="{55A93F46-8806-43C5-8CDF-2E96BA0AF0DB}" dt="2026-06-17T14:29:07.121" v="6645" actId="1076"/>
          <ac:spMkLst>
            <pc:docMk/>
            <pc:sldMk cId="3799264671" sldId="304"/>
            <ac:spMk id="46" creationId="{D3FFC2FA-63FA-B225-17C6-27C4E4DD9601}"/>
          </ac:spMkLst>
        </pc:spChg>
        <pc:spChg chg="add mod">
          <ac:chgData name="Jose Diaz" userId="517cb5ef-6fb8-49bc-8303-535c95eee28f" providerId="ADAL" clId="{55A93F46-8806-43C5-8CDF-2E96BA0AF0DB}" dt="2026-06-17T14:32:30.085" v="6871" actId="20577"/>
          <ac:spMkLst>
            <pc:docMk/>
            <pc:sldMk cId="3799264671" sldId="304"/>
            <ac:spMk id="47" creationId="{E463AA8D-6E83-3E31-7B45-2C8F919B48E5}"/>
          </ac:spMkLst>
        </pc:spChg>
        <pc:picChg chg="del">
          <ac:chgData name="Jose Diaz" userId="517cb5ef-6fb8-49bc-8303-535c95eee28f" providerId="ADAL" clId="{55A93F46-8806-43C5-8CDF-2E96BA0AF0DB}" dt="2026-06-17T13:51:31.880" v="6010" actId="478"/>
          <ac:picMkLst>
            <pc:docMk/>
            <pc:sldMk cId="3799264671" sldId="304"/>
            <ac:picMk id="2" creationId="{592C403B-A4AF-A0C9-91A7-1CB126A89927}"/>
          </ac:picMkLst>
        </pc:picChg>
        <pc:picChg chg="del">
          <ac:chgData name="Jose Diaz" userId="517cb5ef-6fb8-49bc-8303-535c95eee28f" providerId="ADAL" clId="{55A93F46-8806-43C5-8CDF-2E96BA0AF0DB}" dt="2026-06-17T13:51:32.396" v="6011" actId="478"/>
          <ac:picMkLst>
            <pc:docMk/>
            <pc:sldMk cId="3799264671" sldId="304"/>
            <ac:picMk id="9" creationId="{F3B31CBF-94C1-494F-122F-8AFA53ECD904}"/>
          </ac:picMkLst>
        </pc:picChg>
        <pc:picChg chg="add del mod">
          <ac:chgData name="Jose Diaz" userId="517cb5ef-6fb8-49bc-8303-535c95eee28f" providerId="ADAL" clId="{55A93F46-8806-43C5-8CDF-2E96BA0AF0DB}" dt="2026-06-17T14:03:03.742" v="6096" actId="478"/>
          <ac:picMkLst>
            <pc:docMk/>
            <pc:sldMk cId="3799264671" sldId="304"/>
            <ac:picMk id="10" creationId="{42321692-2792-B679-8E2E-7B76EE8A9ECA}"/>
          </ac:picMkLst>
        </pc:picChg>
        <pc:picChg chg="add del mod">
          <ac:chgData name="Jose Diaz" userId="517cb5ef-6fb8-49bc-8303-535c95eee28f" providerId="ADAL" clId="{55A93F46-8806-43C5-8CDF-2E96BA0AF0DB}" dt="2026-06-17T13:53:32.416" v="6027" actId="478"/>
          <ac:picMkLst>
            <pc:docMk/>
            <pc:sldMk cId="3799264671" sldId="304"/>
            <ac:picMk id="12" creationId="{28EC9E0A-43FA-AB04-46BB-83350A1E8E8A}"/>
          </ac:picMkLst>
        </pc:picChg>
        <pc:picChg chg="add del mod">
          <ac:chgData name="Jose Diaz" userId="517cb5ef-6fb8-49bc-8303-535c95eee28f" providerId="ADAL" clId="{55A93F46-8806-43C5-8CDF-2E96BA0AF0DB}" dt="2026-06-17T14:03:13.101" v="6100" actId="478"/>
          <ac:picMkLst>
            <pc:docMk/>
            <pc:sldMk cId="3799264671" sldId="304"/>
            <ac:picMk id="18" creationId="{29ED961C-2787-969C-602C-F84E569E6363}"/>
          </ac:picMkLst>
        </pc:picChg>
        <pc:picChg chg="add del mod">
          <ac:chgData name="Jose Diaz" userId="517cb5ef-6fb8-49bc-8303-535c95eee28f" providerId="ADAL" clId="{55A93F46-8806-43C5-8CDF-2E96BA0AF0DB}" dt="2026-06-17T14:03:12.573" v="6099" actId="478"/>
          <ac:picMkLst>
            <pc:docMk/>
            <pc:sldMk cId="3799264671" sldId="304"/>
            <ac:picMk id="21" creationId="{32F00048-248E-4FEA-12DD-AB999506A3C0}"/>
          </ac:picMkLst>
        </pc:picChg>
        <pc:picChg chg="add del mod">
          <ac:chgData name="Jose Diaz" userId="517cb5ef-6fb8-49bc-8303-535c95eee28f" providerId="ADAL" clId="{55A93F46-8806-43C5-8CDF-2E96BA0AF0DB}" dt="2026-06-17T14:13:09.537" v="6512" actId="478"/>
          <ac:picMkLst>
            <pc:docMk/>
            <pc:sldMk cId="3799264671" sldId="304"/>
            <ac:picMk id="34" creationId="{636D8F60-8102-47DB-AEEF-E5422899C6B7}"/>
          </ac:picMkLst>
        </pc:picChg>
        <pc:picChg chg="add del mod">
          <ac:chgData name="Jose Diaz" userId="517cb5ef-6fb8-49bc-8303-535c95eee28f" providerId="ADAL" clId="{55A93F46-8806-43C5-8CDF-2E96BA0AF0DB}" dt="2026-06-17T14:13:11.566" v="6513" actId="478"/>
          <ac:picMkLst>
            <pc:docMk/>
            <pc:sldMk cId="3799264671" sldId="304"/>
            <ac:picMk id="36" creationId="{23B3256D-9897-5BF8-6CF8-797DD9E67E1F}"/>
          </ac:picMkLst>
        </pc:picChg>
        <pc:picChg chg="add mod">
          <ac:chgData name="Jose Diaz" userId="517cb5ef-6fb8-49bc-8303-535c95eee28f" providerId="ADAL" clId="{55A93F46-8806-43C5-8CDF-2E96BA0AF0DB}" dt="2026-06-17T14:28:51.597" v="6639" actId="1076"/>
          <ac:picMkLst>
            <pc:docMk/>
            <pc:sldMk cId="3799264671" sldId="304"/>
            <ac:picMk id="38" creationId="{B9FBDBCE-0B02-6A3B-999E-638069F492B7}"/>
          </ac:picMkLst>
        </pc:picChg>
        <pc:picChg chg="add mod">
          <ac:chgData name="Jose Diaz" userId="517cb5ef-6fb8-49bc-8303-535c95eee28f" providerId="ADAL" clId="{55A93F46-8806-43C5-8CDF-2E96BA0AF0DB}" dt="2026-06-17T14:28:59.087" v="6642" actId="1076"/>
          <ac:picMkLst>
            <pc:docMk/>
            <pc:sldMk cId="3799264671" sldId="304"/>
            <ac:picMk id="40" creationId="{2F93D7F1-6E06-C374-566E-1D219F310947}"/>
          </ac:picMkLst>
        </pc:picChg>
        <pc:picChg chg="add del mod">
          <ac:chgData name="Jose Diaz" userId="517cb5ef-6fb8-49bc-8303-535c95eee28f" providerId="ADAL" clId="{55A93F46-8806-43C5-8CDF-2E96BA0AF0DB}" dt="2026-06-17T14:21:39.432" v="6610" actId="478"/>
          <ac:picMkLst>
            <pc:docMk/>
            <pc:sldMk cId="3799264671" sldId="304"/>
            <ac:picMk id="43" creationId="{231E77E4-6451-AF2A-E947-62829109BB88}"/>
          </ac:picMkLst>
        </pc:picChg>
        <pc:picChg chg="add mod">
          <ac:chgData name="Jose Diaz" userId="517cb5ef-6fb8-49bc-8303-535c95eee28f" providerId="ADAL" clId="{55A93F46-8806-43C5-8CDF-2E96BA0AF0DB}" dt="2026-06-17T14:29:04.645" v="6644" actId="1076"/>
          <ac:picMkLst>
            <pc:docMk/>
            <pc:sldMk cId="3799264671" sldId="304"/>
            <ac:picMk id="45" creationId="{A8ABDB32-747E-6877-C91E-8F80AA26BB61}"/>
          </ac:picMkLst>
        </pc:picChg>
        <pc:cxnChg chg="del">
          <ac:chgData name="Jose Diaz" userId="517cb5ef-6fb8-49bc-8303-535c95eee28f" providerId="ADAL" clId="{55A93F46-8806-43C5-8CDF-2E96BA0AF0DB}" dt="2026-06-17T13:51:37.473" v="6013" actId="478"/>
          <ac:cxnSpMkLst>
            <pc:docMk/>
            <pc:sldMk cId="3799264671" sldId="304"/>
            <ac:cxnSpMk id="7" creationId="{06DFA8DE-B4D0-600E-746E-AB7E13C139C2}"/>
          </ac:cxnSpMkLst>
        </pc:cxnChg>
        <pc:cxnChg chg="add del">
          <ac:chgData name="Jose Diaz" userId="517cb5ef-6fb8-49bc-8303-535c95eee28f" providerId="ADAL" clId="{55A93F46-8806-43C5-8CDF-2E96BA0AF0DB}" dt="2026-06-17T13:52:54.803" v="6022" actId="21"/>
          <ac:cxnSpMkLst>
            <pc:docMk/>
            <pc:sldMk cId="3799264671" sldId="304"/>
            <ac:cxnSpMk id="14" creationId="{23537078-76D8-A3D7-D7DB-602E773C6D03}"/>
          </ac:cxnSpMkLst>
        </pc:cxnChg>
        <pc:cxnChg chg="add del mod">
          <ac:chgData name="Jose Diaz" userId="517cb5ef-6fb8-49bc-8303-535c95eee28f" providerId="ADAL" clId="{55A93F46-8806-43C5-8CDF-2E96BA0AF0DB}" dt="2026-06-17T14:03:21.861" v="6103" actId="478"/>
          <ac:cxnSpMkLst>
            <pc:docMk/>
            <pc:sldMk cId="3799264671" sldId="304"/>
            <ac:cxnSpMk id="16" creationId="{C5E735E7-8A36-962C-D736-9463110B037F}"/>
          </ac:cxnSpMkLst>
        </pc:cxnChg>
        <pc:cxnChg chg="add del mod">
          <ac:chgData name="Jose Diaz" userId="517cb5ef-6fb8-49bc-8303-535c95eee28f" providerId="ADAL" clId="{55A93F46-8806-43C5-8CDF-2E96BA0AF0DB}" dt="2026-06-17T14:04:00.861" v="6110" actId="478"/>
          <ac:cxnSpMkLst>
            <pc:docMk/>
            <pc:sldMk cId="3799264671" sldId="304"/>
            <ac:cxnSpMk id="29" creationId="{E3AD355D-41D6-5674-D144-020AA3550F6B}"/>
          </ac:cxnSpMkLst>
        </pc:cxnChg>
      </pc:sldChg>
      <pc:sldChg chg="addSp delSp modSp add mod">
        <pc:chgData name="Jose Diaz" userId="517cb5ef-6fb8-49bc-8303-535c95eee28f" providerId="ADAL" clId="{55A93F46-8806-43C5-8CDF-2E96BA0AF0DB}" dt="2026-06-17T14:33:32.720" v="6879" actId="1076"/>
        <pc:sldMkLst>
          <pc:docMk/>
          <pc:sldMk cId="3576638969" sldId="306"/>
        </pc:sldMkLst>
        <pc:spChg chg="add mod">
          <ac:chgData name="Jose Diaz" userId="517cb5ef-6fb8-49bc-8303-535c95eee28f" providerId="ADAL" clId="{55A93F46-8806-43C5-8CDF-2E96BA0AF0DB}" dt="2026-06-17T14:33:15.770" v="6876" actId="1076"/>
          <ac:spMkLst>
            <pc:docMk/>
            <pc:sldMk cId="3576638969" sldId="306"/>
            <ac:spMk id="5" creationId="{376A0B09-9D4E-C9F8-DADA-ADD1F69DE0DA}"/>
          </ac:spMkLst>
        </pc:spChg>
        <pc:spChg chg="add mod">
          <ac:chgData name="Jose Diaz" userId="517cb5ef-6fb8-49bc-8303-535c95eee28f" providerId="ADAL" clId="{55A93F46-8806-43C5-8CDF-2E96BA0AF0DB}" dt="2026-06-17T14:33:32.720" v="6879" actId="1076"/>
          <ac:spMkLst>
            <pc:docMk/>
            <pc:sldMk cId="3576638969" sldId="306"/>
            <ac:spMk id="8" creationId="{568661AF-3EC8-CF54-40BC-EF3F11EF1AD4}"/>
          </ac:spMkLst>
        </pc:spChg>
        <pc:spChg chg="del">
          <ac:chgData name="Jose Diaz" userId="517cb5ef-6fb8-49bc-8303-535c95eee28f" providerId="ADAL" clId="{55A93F46-8806-43C5-8CDF-2E96BA0AF0DB}" dt="2026-06-17T14:23:02.957" v="6619" actId="478"/>
          <ac:spMkLst>
            <pc:docMk/>
            <pc:sldMk cId="3576638969" sldId="306"/>
            <ac:spMk id="26" creationId="{E29EBB4F-E901-4C60-1264-94FE0F257B88}"/>
          </ac:spMkLst>
        </pc:spChg>
        <pc:spChg chg="del">
          <ac:chgData name="Jose Diaz" userId="517cb5ef-6fb8-49bc-8303-535c95eee28f" providerId="ADAL" clId="{55A93F46-8806-43C5-8CDF-2E96BA0AF0DB}" dt="2026-06-17T14:23:02.957" v="6619" actId="478"/>
          <ac:spMkLst>
            <pc:docMk/>
            <pc:sldMk cId="3576638969" sldId="306"/>
            <ac:spMk id="27" creationId="{1E737D49-9DC6-070F-A5E8-146B1EC66BBD}"/>
          </ac:spMkLst>
        </pc:spChg>
        <pc:spChg chg="del">
          <ac:chgData name="Jose Diaz" userId="517cb5ef-6fb8-49bc-8303-535c95eee28f" providerId="ADAL" clId="{55A93F46-8806-43C5-8CDF-2E96BA0AF0DB}" dt="2026-06-17T14:23:02.957" v="6619" actId="478"/>
          <ac:spMkLst>
            <pc:docMk/>
            <pc:sldMk cId="3576638969" sldId="306"/>
            <ac:spMk id="30" creationId="{E2C24CAD-F62F-5918-6FB1-5E72BEDA432A}"/>
          </ac:spMkLst>
        </pc:spChg>
        <pc:picChg chg="add mod">
          <ac:chgData name="Jose Diaz" userId="517cb5ef-6fb8-49bc-8303-535c95eee28f" providerId="ADAL" clId="{55A93F46-8806-43C5-8CDF-2E96BA0AF0DB}" dt="2026-06-17T14:33:12.910" v="6875" actId="1076"/>
          <ac:picMkLst>
            <pc:docMk/>
            <pc:sldMk cId="3576638969" sldId="306"/>
            <ac:picMk id="4" creationId="{C18DDDBB-415E-95D0-AD65-7CEC627F0BC3}"/>
          </ac:picMkLst>
        </pc:picChg>
        <pc:picChg chg="add mod">
          <ac:chgData name="Jose Diaz" userId="517cb5ef-6fb8-49bc-8303-535c95eee28f" providerId="ADAL" clId="{55A93F46-8806-43C5-8CDF-2E96BA0AF0DB}" dt="2026-06-17T14:33:29.130" v="6878" actId="1076"/>
          <ac:picMkLst>
            <pc:docMk/>
            <pc:sldMk cId="3576638969" sldId="306"/>
            <ac:picMk id="7" creationId="{63920A7E-EE68-6302-5D9D-9425A3FAAFB1}"/>
          </ac:picMkLst>
        </pc:picChg>
        <pc:picChg chg="del">
          <ac:chgData name="Jose Diaz" userId="517cb5ef-6fb8-49bc-8303-535c95eee28f" providerId="ADAL" clId="{55A93F46-8806-43C5-8CDF-2E96BA0AF0DB}" dt="2026-06-17T14:23:08.837" v="6620" actId="478"/>
          <ac:picMkLst>
            <pc:docMk/>
            <pc:sldMk cId="3576638969" sldId="306"/>
            <ac:picMk id="10" creationId="{B13D8F22-CB7D-FAE0-BE63-5ABB4941B125}"/>
          </ac:picMkLst>
        </pc:picChg>
        <pc:picChg chg="del">
          <ac:chgData name="Jose Diaz" userId="517cb5ef-6fb8-49bc-8303-535c95eee28f" providerId="ADAL" clId="{55A93F46-8806-43C5-8CDF-2E96BA0AF0DB}" dt="2026-06-17T14:23:11.134" v="6621" actId="478"/>
          <ac:picMkLst>
            <pc:docMk/>
            <pc:sldMk cId="3576638969" sldId="306"/>
            <ac:picMk id="18" creationId="{CE3BC6E5-FDF6-3010-DDBB-024ADBEE7FC1}"/>
          </ac:picMkLst>
        </pc:picChg>
        <pc:picChg chg="del mod">
          <ac:chgData name="Jose Diaz" userId="517cb5ef-6fb8-49bc-8303-535c95eee28f" providerId="ADAL" clId="{55A93F46-8806-43C5-8CDF-2E96BA0AF0DB}" dt="2026-06-17T14:23:08.837" v="6620" actId="478"/>
          <ac:picMkLst>
            <pc:docMk/>
            <pc:sldMk cId="3576638969" sldId="306"/>
            <ac:picMk id="21" creationId="{28876F49-C2D2-2765-08D1-DAB8EBDD10E8}"/>
          </ac:picMkLst>
        </pc:picChg>
        <pc:cxnChg chg="del mod">
          <ac:chgData name="Jose Diaz" userId="517cb5ef-6fb8-49bc-8303-535c95eee28f" providerId="ADAL" clId="{55A93F46-8806-43C5-8CDF-2E96BA0AF0DB}" dt="2026-06-17T14:23:02.957" v="6619" actId="478"/>
          <ac:cxnSpMkLst>
            <pc:docMk/>
            <pc:sldMk cId="3576638969" sldId="306"/>
            <ac:cxnSpMk id="16" creationId="{C8CA8D98-3AE2-7D7B-61AE-2E9731A65DEF}"/>
          </ac:cxnSpMkLst>
        </pc:cxnChg>
        <pc:cxnChg chg="del mod">
          <ac:chgData name="Jose Diaz" userId="517cb5ef-6fb8-49bc-8303-535c95eee28f" providerId="ADAL" clId="{55A93F46-8806-43C5-8CDF-2E96BA0AF0DB}" dt="2026-06-17T14:23:02.957" v="6619" actId="478"/>
          <ac:cxnSpMkLst>
            <pc:docMk/>
            <pc:sldMk cId="3576638969" sldId="306"/>
            <ac:cxnSpMk id="29" creationId="{DDDB30FC-38A2-24BA-0EB7-BF547ECD889F}"/>
          </ac:cxnSpMkLst>
        </pc:cxnChg>
      </pc:sldChg>
      <pc:sldChg chg="addSp delSp modSp add mod ord">
        <pc:chgData name="Jose Diaz" userId="517cb5ef-6fb8-49bc-8303-535c95eee28f" providerId="ADAL" clId="{55A93F46-8806-43C5-8CDF-2E96BA0AF0DB}" dt="2026-06-17T14:02:40.341" v="6093"/>
        <pc:sldMkLst>
          <pc:docMk/>
          <pc:sldMk cId="1674239893" sldId="307"/>
        </pc:sldMkLst>
        <pc:picChg chg="add mod">
          <ac:chgData name="Jose Diaz" userId="517cb5ef-6fb8-49bc-8303-535c95eee28f" providerId="ADAL" clId="{55A93F46-8806-43C5-8CDF-2E96BA0AF0DB}" dt="2026-06-17T14:00:19.072" v="6091" actId="1076"/>
          <ac:picMkLst>
            <pc:docMk/>
            <pc:sldMk cId="1674239893" sldId="307"/>
            <ac:picMk id="4" creationId="{97191C70-48C6-7019-49E3-5EE2BA87917D}"/>
          </ac:picMkLst>
        </pc:picChg>
        <pc:picChg chg="del">
          <ac:chgData name="Jose Diaz" userId="517cb5ef-6fb8-49bc-8303-535c95eee28f" providerId="ADAL" clId="{55A93F46-8806-43C5-8CDF-2E96BA0AF0DB}" dt="2026-06-17T14:00:02.813" v="6087" actId="478"/>
          <ac:picMkLst>
            <pc:docMk/>
            <pc:sldMk cId="1674239893" sldId="307"/>
            <ac:picMk id="21" creationId="{58ED9469-BC49-BA88-477E-F9DA4EF39F06}"/>
          </ac:picMkLst>
        </pc:picChg>
      </pc:sldChg>
      <pc:sldChg chg="addSp delSp modSp add mod ord">
        <pc:chgData name="Jose Diaz" userId="517cb5ef-6fb8-49bc-8303-535c95eee28f" providerId="ADAL" clId="{55A93F46-8806-43C5-8CDF-2E96BA0AF0DB}" dt="2026-06-17T16:43:09.311" v="7138" actId="1076"/>
        <pc:sldMkLst>
          <pc:docMk/>
          <pc:sldMk cId="2093679374" sldId="308"/>
        </pc:sldMkLst>
        <pc:spChg chg="mod">
          <ac:chgData name="Jose Diaz" userId="517cb5ef-6fb8-49bc-8303-535c95eee28f" providerId="ADAL" clId="{55A93F46-8806-43C5-8CDF-2E96BA0AF0DB}" dt="2026-06-17T14:42:36.156" v="7059" actId="20577"/>
          <ac:spMkLst>
            <pc:docMk/>
            <pc:sldMk cId="2093679374" sldId="308"/>
            <ac:spMk id="3" creationId="{06ADE128-7472-6743-01A1-E48E75E36123}"/>
          </ac:spMkLst>
        </pc:spChg>
        <pc:spChg chg="del">
          <ac:chgData name="Jose Diaz" userId="517cb5ef-6fb8-49bc-8303-535c95eee28f" providerId="ADAL" clId="{55A93F46-8806-43C5-8CDF-2E96BA0AF0DB}" dt="2026-06-17T14:42:45.645" v="7066" actId="478"/>
          <ac:spMkLst>
            <pc:docMk/>
            <pc:sldMk cId="2093679374" sldId="308"/>
            <ac:spMk id="26" creationId="{9F3F6B7D-C86F-A6DE-516B-55937E3904AD}"/>
          </ac:spMkLst>
        </pc:spChg>
        <pc:spChg chg="del mod">
          <ac:chgData name="Jose Diaz" userId="517cb5ef-6fb8-49bc-8303-535c95eee28f" providerId="ADAL" clId="{55A93F46-8806-43C5-8CDF-2E96BA0AF0DB}" dt="2026-06-17T14:42:46.204" v="7068" actId="478"/>
          <ac:spMkLst>
            <pc:docMk/>
            <pc:sldMk cId="2093679374" sldId="308"/>
            <ac:spMk id="27" creationId="{EF2C8721-1FE7-4DD2-1B9C-1CD48C6D563C}"/>
          </ac:spMkLst>
        </pc:spChg>
        <pc:spChg chg="del">
          <ac:chgData name="Jose Diaz" userId="517cb5ef-6fb8-49bc-8303-535c95eee28f" providerId="ADAL" clId="{55A93F46-8806-43C5-8CDF-2E96BA0AF0DB}" dt="2026-06-17T14:42:44.521" v="7065" actId="478"/>
          <ac:spMkLst>
            <pc:docMk/>
            <pc:sldMk cId="2093679374" sldId="308"/>
            <ac:spMk id="30" creationId="{F323C527-EC30-4AA8-DCA3-9122671234A4}"/>
          </ac:spMkLst>
        </pc:spChg>
        <pc:picChg chg="del">
          <ac:chgData name="Jose Diaz" userId="517cb5ef-6fb8-49bc-8303-535c95eee28f" providerId="ADAL" clId="{55A93F46-8806-43C5-8CDF-2E96BA0AF0DB}" dt="2026-06-17T14:42:39.740" v="7060" actId="478"/>
          <ac:picMkLst>
            <pc:docMk/>
            <pc:sldMk cId="2093679374" sldId="308"/>
            <ac:picMk id="4" creationId="{4B608B22-BE0D-8F2D-F6A1-F97E9E413C19}"/>
          </ac:picMkLst>
        </pc:picChg>
        <pc:picChg chg="add del">
          <ac:chgData name="Jose Diaz" userId="517cb5ef-6fb8-49bc-8303-535c95eee28f" providerId="ADAL" clId="{55A93F46-8806-43C5-8CDF-2E96BA0AF0DB}" dt="2026-06-17T16:42:14.593" v="7134" actId="478"/>
          <ac:picMkLst>
            <pc:docMk/>
            <pc:sldMk cId="2093679374" sldId="308"/>
            <ac:picMk id="5" creationId="{92E27C76-9A57-DE10-B407-43A12448FDB0}"/>
          </ac:picMkLst>
        </pc:picChg>
        <pc:picChg chg="add mod">
          <ac:chgData name="Jose Diaz" userId="517cb5ef-6fb8-49bc-8303-535c95eee28f" providerId="ADAL" clId="{55A93F46-8806-43C5-8CDF-2E96BA0AF0DB}" dt="2026-06-17T16:43:09.311" v="7138" actId="1076"/>
          <ac:picMkLst>
            <pc:docMk/>
            <pc:sldMk cId="2093679374" sldId="308"/>
            <ac:picMk id="7" creationId="{411867D8-8A41-3E0E-DB8D-A63C5C072DC0}"/>
          </ac:picMkLst>
        </pc:picChg>
        <pc:picChg chg="del">
          <ac:chgData name="Jose Diaz" userId="517cb5ef-6fb8-49bc-8303-535c95eee28f" providerId="ADAL" clId="{55A93F46-8806-43C5-8CDF-2E96BA0AF0DB}" dt="2026-06-17T14:42:40.092" v="7061" actId="478"/>
          <ac:picMkLst>
            <pc:docMk/>
            <pc:sldMk cId="2093679374" sldId="308"/>
            <ac:picMk id="10" creationId="{43D5405A-F506-D303-93EC-7AEAA42F1F7D}"/>
          </ac:picMkLst>
        </pc:picChg>
        <pc:picChg chg="del">
          <ac:chgData name="Jose Diaz" userId="517cb5ef-6fb8-49bc-8303-535c95eee28f" providerId="ADAL" clId="{55A93F46-8806-43C5-8CDF-2E96BA0AF0DB}" dt="2026-06-17T14:42:40.588" v="7062" actId="478"/>
          <ac:picMkLst>
            <pc:docMk/>
            <pc:sldMk cId="2093679374" sldId="308"/>
            <ac:picMk id="18" creationId="{A2207B35-96ED-67B7-662D-43887C90FA27}"/>
          </ac:picMkLst>
        </pc:picChg>
        <pc:cxnChg chg="del mod">
          <ac:chgData name="Jose Diaz" userId="517cb5ef-6fb8-49bc-8303-535c95eee28f" providerId="ADAL" clId="{55A93F46-8806-43C5-8CDF-2E96BA0AF0DB}" dt="2026-06-17T14:42:42.524" v="7063" actId="478"/>
          <ac:cxnSpMkLst>
            <pc:docMk/>
            <pc:sldMk cId="2093679374" sldId="308"/>
            <ac:cxnSpMk id="16" creationId="{22EC8E22-8BC3-8035-85C8-9F52A969D9D5}"/>
          </ac:cxnSpMkLst>
        </pc:cxnChg>
        <pc:cxnChg chg="del mod">
          <ac:chgData name="Jose Diaz" userId="517cb5ef-6fb8-49bc-8303-535c95eee28f" providerId="ADAL" clId="{55A93F46-8806-43C5-8CDF-2E96BA0AF0DB}" dt="2026-06-17T14:42:43.429" v="7064" actId="478"/>
          <ac:cxnSpMkLst>
            <pc:docMk/>
            <pc:sldMk cId="2093679374" sldId="308"/>
            <ac:cxnSpMk id="29" creationId="{0D0D7A0D-E174-925C-8DE3-F965FF7CBB03}"/>
          </ac:cxnSpMkLst>
        </pc:cxnChg>
      </pc:sldChg>
      <pc:sldChg chg="addSp delSp modSp add mod">
        <pc:chgData name="Jose Diaz" userId="517cb5ef-6fb8-49bc-8303-535c95eee28f" providerId="ADAL" clId="{55A93F46-8806-43C5-8CDF-2E96BA0AF0DB}" dt="2026-06-17T16:46:37.986" v="7147" actId="1076"/>
        <pc:sldMkLst>
          <pc:docMk/>
          <pc:sldMk cId="183573944" sldId="309"/>
        </pc:sldMkLst>
        <pc:picChg chg="add mod">
          <ac:chgData name="Jose Diaz" userId="517cb5ef-6fb8-49bc-8303-535c95eee28f" providerId="ADAL" clId="{55A93F46-8806-43C5-8CDF-2E96BA0AF0DB}" dt="2026-06-17T16:46:37.986" v="7147" actId="1076"/>
          <ac:picMkLst>
            <pc:docMk/>
            <pc:sldMk cId="183573944" sldId="309"/>
            <ac:picMk id="4" creationId="{C046531D-530C-C98A-4848-79C226E3F447}"/>
          </ac:picMkLst>
        </pc:picChg>
        <pc:picChg chg="del">
          <ac:chgData name="Jose Diaz" userId="517cb5ef-6fb8-49bc-8303-535c95eee28f" providerId="ADAL" clId="{55A93F46-8806-43C5-8CDF-2E96BA0AF0DB}" dt="2026-06-17T16:46:14.660" v="7140" actId="478"/>
          <ac:picMkLst>
            <pc:docMk/>
            <pc:sldMk cId="183573944" sldId="309"/>
            <ac:picMk id="7" creationId="{3A64FD64-B739-8013-B6D2-365E0C32526A}"/>
          </ac:picMkLst>
        </pc:picChg>
      </pc:sldChg>
      <pc:sldChg chg="addSp delSp modSp add mod">
        <pc:chgData name="Jose Diaz" userId="517cb5ef-6fb8-49bc-8303-535c95eee28f" providerId="ADAL" clId="{55A93F46-8806-43C5-8CDF-2E96BA0AF0DB}" dt="2026-06-17T16:59:46.586" v="7290" actId="1076"/>
        <pc:sldMkLst>
          <pc:docMk/>
          <pc:sldMk cId="1668297910" sldId="310"/>
        </pc:sldMkLst>
        <pc:picChg chg="del">
          <ac:chgData name="Jose Diaz" userId="517cb5ef-6fb8-49bc-8303-535c95eee28f" providerId="ADAL" clId="{55A93F46-8806-43C5-8CDF-2E96BA0AF0DB}" dt="2026-06-17T16:59:40.689" v="7287" actId="478"/>
          <ac:picMkLst>
            <pc:docMk/>
            <pc:sldMk cId="1668297910" sldId="310"/>
            <ac:picMk id="4" creationId="{05682C05-49F8-6CB1-763F-513C60E39B27}"/>
          </ac:picMkLst>
        </pc:picChg>
        <pc:picChg chg="add mod">
          <ac:chgData name="Jose Diaz" userId="517cb5ef-6fb8-49bc-8303-535c95eee28f" providerId="ADAL" clId="{55A93F46-8806-43C5-8CDF-2E96BA0AF0DB}" dt="2026-06-17T16:59:46.586" v="7290" actId="1076"/>
          <ac:picMkLst>
            <pc:docMk/>
            <pc:sldMk cId="1668297910" sldId="310"/>
            <ac:picMk id="5" creationId="{DD46A2F9-323A-37B8-E160-75ED49E006A4}"/>
          </ac:picMkLst>
        </pc:picChg>
      </pc:sldChg>
      <pc:sldChg chg="addSp delSp modSp add mod">
        <pc:chgData name="Jose Diaz" userId="517cb5ef-6fb8-49bc-8303-535c95eee28f" providerId="ADAL" clId="{55A93F46-8806-43C5-8CDF-2E96BA0AF0DB}" dt="2026-06-17T17:00:37.616" v="7297" actId="1076"/>
        <pc:sldMkLst>
          <pc:docMk/>
          <pc:sldMk cId="449512307" sldId="311"/>
        </pc:sldMkLst>
        <pc:picChg chg="add mod">
          <ac:chgData name="Jose Diaz" userId="517cb5ef-6fb8-49bc-8303-535c95eee28f" providerId="ADAL" clId="{55A93F46-8806-43C5-8CDF-2E96BA0AF0DB}" dt="2026-06-17T17:00:37.616" v="7297" actId="1076"/>
          <ac:picMkLst>
            <pc:docMk/>
            <pc:sldMk cId="449512307" sldId="311"/>
            <ac:picMk id="4" creationId="{FDEC9E5D-59F5-CCD1-3F84-4A97F69FEF22}"/>
          </ac:picMkLst>
        </pc:picChg>
        <pc:picChg chg="del">
          <ac:chgData name="Jose Diaz" userId="517cb5ef-6fb8-49bc-8303-535c95eee28f" providerId="ADAL" clId="{55A93F46-8806-43C5-8CDF-2E96BA0AF0DB}" dt="2026-06-17T17:00:27.650" v="7292" actId="478"/>
          <ac:picMkLst>
            <pc:docMk/>
            <pc:sldMk cId="449512307" sldId="311"/>
            <ac:picMk id="7" creationId="{66B2C688-0DFA-0220-DC9C-1326CA7CD071}"/>
          </ac:picMkLst>
        </pc:picChg>
      </pc:sldChg>
      <pc:sldChg chg="modSp mod">
        <pc:chgData name="Jose Diaz" userId="517cb5ef-6fb8-49bc-8303-535c95eee28f" providerId="ADAL" clId="{55A93F46-8806-43C5-8CDF-2E96BA0AF0DB}" dt="2026-06-17T18:42:20.197" v="7299" actId="5793"/>
        <pc:sldMkLst>
          <pc:docMk/>
          <pc:sldMk cId="1929058891" sldId="2147483639"/>
        </pc:sldMkLst>
        <pc:spChg chg="mod">
          <ac:chgData name="Jose Diaz" userId="517cb5ef-6fb8-49bc-8303-535c95eee28f" providerId="ADAL" clId="{55A93F46-8806-43C5-8CDF-2E96BA0AF0DB}" dt="2026-06-17T18:42:20.197" v="7299" actId="5793"/>
          <ac:spMkLst>
            <pc:docMk/>
            <pc:sldMk cId="1929058891" sldId="2147483639"/>
            <ac:spMk id="4" creationId="{C736A9F5-6FA5-6E90-4540-7E81EB75C05C}"/>
          </ac:spMkLst>
        </pc:spChg>
      </pc:sldChg>
      <pc:sldChg chg="addSp delSp modSp mod modNotesTx">
        <pc:chgData name="Jose Diaz" userId="517cb5ef-6fb8-49bc-8303-535c95eee28f" providerId="ADAL" clId="{55A93F46-8806-43C5-8CDF-2E96BA0AF0DB}" dt="2026-06-17T19:31:17.028" v="7675" actId="20577"/>
        <pc:sldMkLst>
          <pc:docMk/>
          <pc:sldMk cId="2545389575" sldId="2147483641"/>
        </pc:sldMkLst>
        <pc:spChg chg="mod">
          <ac:chgData name="Jose Diaz" userId="517cb5ef-6fb8-49bc-8303-535c95eee28f" providerId="ADAL" clId="{55A93F46-8806-43C5-8CDF-2E96BA0AF0DB}" dt="2026-06-17T16:54:07.847" v="7258" actId="26606"/>
          <ac:spMkLst>
            <pc:docMk/>
            <pc:sldMk cId="2545389575" sldId="2147483641"/>
            <ac:spMk id="2" creationId="{27854201-7694-B80E-BB57-4FB9BB6516B4}"/>
          </ac:spMkLst>
        </pc:spChg>
        <pc:spChg chg="del mod">
          <ac:chgData name="Jose Diaz" userId="517cb5ef-6fb8-49bc-8303-535c95eee28f" providerId="ADAL" clId="{55A93F46-8806-43C5-8CDF-2E96BA0AF0DB}" dt="2026-06-17T16:54:07.847" v="7258" actId="26606"/>
          <ac:spMkLst>
            <pc:docMk/>
            <pc:sldMk cId="2545389575" sldId="2147483641"/>
            <ac:spMk id="4" creationId="{5B50B024-5B2C-73D1-0F65-38C1CBB14B5B}"/>
          </ac:spMkLst>
        </pc:spChg>
        <pc:graphicFrameChg chg="add mod modGraphic">
          <ac:chgData name="Jose Diaz" userId="517cb5ef-6fb8-49bc-8303-535c95eee28f" providerId="ADAL" clId="{55A93F46-8806-43C5-8CDF-2E96BA0AF0DB}" dt="2026-06-17T19:26:33.628" v="7674" actId="20577"/>
          <ac:graphicFrameMkLst>
            <pc:docMk/>
            <pc:sldMk cId="2545389575" sldId="2147483641"/>
            <ac:graphicFrameMk id="6" creationId="{D7551B79-105F-9643-C39F-82D975AD995F}"/>
          </ac:graphicFrameMkLst>
        </pc:graphicFrameChg>
      </pc:sldChg>
      <pc:sldChg chg="addSp delSp modSp mod">
        <pc:chgData name="Jose Diaz" userId="517cb5ef-6fb8-49bc-8303-535c95eee28f" providerId="ADAL" clId="{55A93F46-8806-43C5-8CDF-2E96BA0AF0DB}" dt="2026-06-17T13:32:28.686" v="5632" actId="108"/>
        <pc:sldMkLst>
          <pc:docMk/>
          <pc:sldMk cId="1421659549" sldId="2147483644"/>
        </pc:sldMkLst>
        <pc:spChg chg="mod">
          <ac:chgData name="Jose Diaz" userId="517cb5ef-6fb8-49bc-8303-535c95eee28f" providerId="ADAL" clId="{55A93F46-8806-43C5-8CDF-2E96BA0AF0DB}" dt="2026-06-17T13:24:21.915" v="5631" actId="14100"/>
          <ac:spMkLst>
            <pc:docMk/>
            <pc:sldMk cId="1421659549" sldId="2147483644"/>
            <ac:spMk id="3" creationId="{9226ABEE-849D-82D2-D349-1095B8FEDDE8}"/>
          </ac:spMkLst>
        </pc:spChg>
        <pc:spChg chg="add mod">
          <ac:chgData name="Jose Diaz" userId="517cb5ef-6fb8-49bc-8303-535c95eee28f" providerId="ADAL" clId="{55A93F46-8806-43C5-8CDF-2E96BA0AF0DB}" dt="2026-06-17T13:32:28.686" v="5632" actId="108"/>
          <ac:spMkLst>
            <pc:docMk/>
            <pc:sldMk cId="1421659549" sldId="2147483644"/>
            <ac:spMk id="5" creationId="{3AF27D0B-B027-2EB6-FFD0-1DC50E023F7C}"/>
          </ac:spMkLst>
        </pc:spChg>
        <pc:spChg chg="add mod">
          <ac:chgData name="Jose Diaz" userId="517cb5ef-6fb8-49bc-8303-535c95eee28f" providerId="ADAL" clId="{55A93F46-8806-43C5-8CDF-2E96BA0AF0DB}" dt="2026-06-15T02:06:41.706" v="514" actId="1035"/>
          <ac:spMkLst>
            <pc:docMk/>
            <pc:sldMk cId="1421659549" sldId="2147483644"/>
            <ac:spMk id="24" creationId="{C2F5530C-962E-200A-0BC8-84442E3509B4}"/>
          </ac:spMkLst>
        </pc:spChg>
        <pc:spChg chg="add mod">
          <ac:chgData name="Jose Diaz" userId="517cb5ef-6fb8-49bc-8303-535c95eee28f" providerId="ADAL" clId="{55A93F46-8806-43C5-8CDF-2E96BA0AF0DB}" dt="2026-06-15T03:43:36.436" v="1448" actId="1037"/>
          <ac:spMkLst>
            <pc:docMk/>
            <pc:sldMk cId="1421659549" sldId="2147483644"/>
            <ac:spMk id="25" creationId="{83BCFE87-0214-07C7-2B4E-A34CC357B676}"/>
          </ac:spMkLst>
        </pc:spChg>
        <pc:spChg chg="add mod">
          <ac:chgData name="Jose Diaz" userId="517cb5ef-6fb8-49bc-8303-535c95eee28f" providerId="ADAL" clId="{55A93F46-8806-43C5-8CDF-2E96BA0AF0DB}" dt="2026-06-15T02:06:53.940" v="515" actId="14100"/>
          <ac:spMkLst>
            <pc:docMk/>
            <pc:sldMk cId="1421659549" sldId="2147483644"/>
            <ac:spMk id="26" creationId="{41403FC7-0C55-24C7-B9FD-AF6333CB4A54}"/>
          </ac:spMkLst>
        </pc:spChg>
        <pc:spChg chg="add mod">
          <ac:chgData name="Jose Diaz" userId="517cb5ef-6fb8-49bc-8303-535c95eee28f" providerId="ADAL" clId="{55A93F46-8806-43C5-8CDF-2E96BA0AF0DB}" dt="2026-06-14T12:23:48.339" v="242" actId="14100"/>
          <ac:spMkLst>
            <pc:docMk/>
            <pc:sldMk cId="1421659549" sldId="2147483644"/>
            <ac:spMk id="27" creationId="{59B5BB45-C218-ED83-0FAA-4DC3C884DF2B}"/>
          </ac:spMkLst>
        </pc:spChg>
        <pc:spChg chg="add mod">
          <ac:chgData name="Jose Diaz" userId="517cb5ef-6fb8-49bc-8303-535c95eee28f" providerId="ADAL" clId="{55A93F46-8806-43C5-8CDF-2E96BA0AF0DB}" dt="2026-06-15T02:06:41.706" v="514" actId="1035"/>
          <ac:spMkLst>
            <pc:docMk/>
            <pc:sldMk cId="1421659549" sldId="2147483644"/>
            <ac:spMk id="28" creationId="{4319670E-6E2A-28AC-4B39-091BF7702031}"/>
          </ac:spMkLst>
        </pc:spChg>
        <pc:spChg chg="add mod">
          <ac:chgData name="Jose Diaz" userId="517cb5ef-6fb8-49bc-8303-535c95eee28f" providerId="ADAL" clId="{55A93F46-8806-43C5-8CDF-2E96BA0AF0DB}" dt="2026-06-15T02:06:41.706" v="514" actId="1035"/>
          <ac:spMkLst>
            <pc:docMk/>
            <pc:sldMk cId="1421659549" sldId="2147483644"/>
            <ac:spMk id="29" creationId="{B2211605-EE9F-0303-80C1-AB76AF7B7F1C}"/>
          </ac:spMkLst>
        </pc:spChg>
        <pc:spChg chg="add mod">
          <ac:chgData name="Jose Diaz" userId="517cb5ef-6fb8-49bc-8303-535c95eee28f" providerId="ADAL" clId="{55A93F46-8806-43C5-8CDF-2E96BA0AF0DB}" dt="2026-06-15T02:06:41.706" v="514" actId="1035"/>
          <ac:spMkLst>
            <pc:docMk/>
            <pc:sldMk cId="1421659549" sldId="2147483644"/>
            <ac:spMk id="32" creationId="{EE8CBF2A-BF89-460E-6944-71F2F84050AA}"/>
          </ac:spMkLst>
        </pc:spChg>
        <pc:spChg chg="add mod">
          <ac:chgData name="Jose Diaz" userId="517cb5ef-6fb8-49bc-8303-535c95eee28f" providerId="ADAL" clId="{55A93F46-8806-43C5-8CDF-2E96BA0AF0DB}" dt="2026-06-15T02:06:41.706" v="514" actId="1035"/>
          <ac:spMkLst>
            <pc:docMk/>
            <pc:sldMk cId="1421659549" sldId="2147483644"/>
            <ac:spMk id="33" creationId="{2A4765FF-214B-4E6E-C709-BF8326B5E643}"/>
          </ac:spMkLst>
        </pc:spChg>
        <pc:spChg chg="add mod">
          <ac:chgData name="Jose Diaz" userId="517cb5ef-6fb8-49bc-8303-535c95eee28f" providerId="ADAL" clId="{55A93F46-8806-43C5-8CDF-2E96BA0AF0DB}" dt="2026-06-15T01:56:21.830" v="368" actId="14100"/>
          <ac:spMkLst>
            <pc:docMk/>
            <pc:sldMk cId="1421659549" sldId="2147483644"/>
            <ac:spMk id="44" creationId="{87DFB5E9-7240-2F46-6DCE-8D5FD277D5B8}"/>
          </ac:spMkLst>
        </pc:spChg>
        <pc:spChg chg="add mod">
          <ac:chgData name="Jose Diaz" userId="517cb5ef-6fb8-49bc-8303-535c95eee28f" providerId="ADAL" clId="{55A93F46-8806-43C5-8CDF-2E96BA0AF0DB}" dt="2026-06-15T02:06:41.706" v="514" actId="1035"/>
          <ac:spMkLst>
            <pc:docMk/>
            <pc:sldMk cId="1421659549" sldId="2147483644"/>
            <ac:spMk id="45" creationId="{30725763-7903-443F-45BF-B8E0457E944A}"/>
          </ac:spMkLst>
        </pc:spChg>
        <pc:spChg chg="add mod">
          <ac:chgData name="Jose Diaz" userId="517cb5ef-6fb8-49bc-8303-535c95eee28f" providerId="ADAL" clId="{55A93F46-8806-43C5-8CDF-2E96BA0AF0DB}" dt="2026-06-15T02:06:41.706" v="514" actId="1035"/>
          <ac:spMkLst>
            <pc:docMk/>
            <pc:sldMk cId="1421659549" sldId="2147483644"/>
            <ac:spMk id="46" creationId="{6A1BBBA5-7620-B754-E644-C72F17ADD1C2}"/>
          </ac:spMkLst>
        </pc:spChg>
        <pc:spChg chg="add mod">
          <ac:chgData name="Jose Diaz" userId="517cb5ef-6fb8-49bc-8303-535c95eee28f" providerId="ADAL" clId="{55A93F46-8806-43C5-8CDF-2E96BA0AF0DB}" dt="2026-06-15T01:59:30.934" v="427" actId="20577"/>
          <ac:spMkLst>
            <pc:docMk/>
            <pc:sldMk cId="1421659549" sldId="2147483644"/>
            <ac:spMk id="47" creationId="{1484B0DB-5EAB-C32D-2158-9D01ABE019D8}"/>
          </ac:spMkLst>
        </pc:spChg>
        <pc:spChg chg="add mod">
          <ac:chgData name="Jose Diaz" userId="517cb5ef-6fb8-49bc-8303-535c95eee28f" providerId="ADAL" clId="{55A93F46-8806-43C5-8CDF-2E96BA0AF0DB}" dt="2026-06-15T01:59:26.702" v="426" actId="20577"/>
          <ac:spMkLst>
            <pc:docMk/>
            <pc:sldMk cId="1421659549" sldId="2147483644"/>
            <ac:spMk id="48" creationId="{6A2DB26C-D639-0B21-19A4-AA4C12586866}"/>
          </ac:spMkLst>
        </pc:spChg>
        <pc:spChg chg="add mod ord">
          <ac:chgData name="Jose Diaz" userId="517cb5ef-6fb8-49bc-8303-535c95eee28f" providerId="ADAL" clId="{55A93F46-8806-43C5-8CDF-2E96BA0AF0DB}" dt="2026-06-15T02:11:30.053" v="530" actId="207"/>
          <ac:spMkLst>
            <pc:docMk/>
            <pc:sldMk cId="1421659549" sldId="2147483644"/>
            <ac:spMk id="51" creationId="{4E10B037-CC39-0BDE-59EF-C8DEAA24BD9B}"/>
          </ac:spMkLst>
        </pc:spChg>
        <pc:spChg chg="add mod">
          <ac:chgData name="Jose Diaz" userId="517cb5ef-6fb8-49bc-8303-535c95eee28f" providerId="ADAL" clId="{55A93F46-8806-43C5-8CDF-2E96BA0AF0DB}" dt="2026-06-15T02:07:22.141" v="519" actId="1076"/>
          <ac:spMkLst>
            <pc:docMk/>
            <pc:sldMk cId="1421659549" sldId="2147483644"/>
            <ac:spMk id="52" creationId="{222330CA-036B-AFAB-2525-E43641AAE611}"/>
          </ac:spMkLst>
        </pc:spChg>
        <pc:spChg chg="add mod">
          <ac:chgData name="Jose Diaz" userId="517cb5ef-6fb8-49bc-8303-535c95eee28f" providerId="ADAL" clId="{55A93F46-8806-43C5-8CDF-2E96BA0AF0DB}" dt="2026-06-15T02:11:51.689" v="531" actId="207"/>
          <ac:spMkLst>
            <pc:docMk/>
            <pc:sldMk cId="1421659549" sldId="2147483644"/>
            <ac:spMk id="55" creationId="{FEDE1DD9-FF5B-E23D-ED8D-7FBDE850754B}"/>
          </ac:spMkLst>
        </pc:spChg>
        <pc:spChg chg="add mod">
          <ac:chgData name="Jose Diaz" userId="517cb5ef-6fb8-49bc-8303-535c95eee28f" providerId="ADAL" clId="{55A93F46-8806-43C5-8CDF-2E96BA0AF0DB}" dt="2026-06-15T02:13:21.951" v="565" actId="1076"/>
          <ac:spMkLst>
            <pc:docMk/>
            <pc:sldMk cId="1421659549" sldId="2147483644"/>
            <ac:spMk id="56" creationId="{F89D0D21-4451-8129-6329-0026C9A2BCA1}"/>
          </ac:spMkLst>
        </pc:spChg>
        <pc:spChg chg="add mod">
          <ac:chgData name="Jose Diaz" userId="517cb5ef-6fb8-49bc-8303-535c95eee28f" providerId="ADAL" clId="{55A93F46-8806-43C5-8CDF-2E96BA0AF0DB}" dt="2026-06-15T02:14:02.718" v="631" actId="20577"/>
          <ac:spMkLst>
            <pc:docMk/>
            <pc:sldMk cId="1421659549" sldId="2147483644"/>
            <ac:spMk id="57" creationId="{A58DE54E-372E-192C-75DE-C647318D31D9}"/>
          </ac:spMkLst>
        </pc:spChg>
        <pc:spChg chg="add mod">
          <ac:chgData name="Jose Diaz" userId="517cb5ef-6fb8-49bc-8303-535c95eee28f" providerId="ADAL" clId="{55A93F46-8806-43C5-8CDF-2E96BA0AF0DB}" dt="2026-06-15T02:14:24.156" v="633" actId="1076"/>
          <ac:spMkLst>
            <pc:docMk/>
            <pc:sldMk cId="1421659549" sldId="2147483644"/>
            <ac:spMk id="58" creationId="{EED86B41-594F-9599-14E5-0BDC500AE16E}"/>
          </ac:spMkLst>
        </pc:spChg>
        <pc:spChg chg="add mod">
          <ac:chgData name="Jose Diaz" userId="517cb5ef-6fb8-49bc-8303-535c95eee28f" providerId="ADAL" clId="{55A93F46-8806-43C5-8CDF-2E96BA0AF0DB}" dt="2026-06-15T02:18:01.006" v="690" actId="20577"/>
          <ac:spMkLst>
            <pc:docMk/>
            <pc:sldMk cId="1421659549" sldId="2147483644"/>
            <ac:spMk id="61" creationId="{78D4F68B-C5B2-EBA2-A6AE-2A242BC2E563}"/>
          </ac:spMkLst>
        </pc:spChg>
        <pc:spChg chg="add mod">
          <ac:chgData name="Jose Diaz" userId="517cb5ef-6fb8-49bc-8303-535c95eee28f" providerId="ADAL" clId="{55A93F46-8806-43C5-8CDF-2E96BA0AF0DB}" dt="2026-06-15T02:19:01.989" v="795" actId="20577"/>
          <ac:spMkLst>
            <pc:docMk/>
            <pc:sldMk cId="1421659549" sldId="2147483644"/>
            <ac:spMk id="62" creationId="{1D817780-5CD0-25B1-0719-1DB73E03F1FA}"/>
          </ac:spMkLst>
        </pc:spChg>
        <pc:spChg chg="add mod">
          <ac:chgData name="Jose Diaz" userId="517cb5ef-6fb8-49bc-8303-535c95eee28f" providerId="ADAL" clId="{55A93F46-8806-43C5-8CDF-2E96BA0AF0DB}" dt="2026-06-15T02:20:45.515" v="797" actId="1076"/>
          <ac:spMkLst>
            <pc:docMk/>
            <pc:sldMk cId="1421659549" sldId="2147483644"/>
            <ac:spMk id="63" creationId="{9FC56E38-4BEC-2EC1-F634-E89D52F6ED3C}"/>
          </ac:spMkLst>
        </pc:spChg>
        <pc:spChg chg="add mod">
          <ac:chgData name="Jose Diaz" userId="517cb5ef-6fb8-49bc-8303-535c95eee28f" providerId="ADAL" clId="{55A93F46-8806-43C5-8CDF-2E96BA0AF0DB}" dt="2026-06-15T02:22:12.281" v="827" actId="1076"/>
          <ac:spMkLst>
            <pc:docMk/>
            <pc:sldMk cId="1421659549" sldId="2147483644"/>
            <ac:spMk id="66" creationId="{4C4A5B5F-648C-1CB1-4691-69E08F713BE0}"/>
          </ac:spMkLst>
        </pc:spChg>
        <pc:spChg chg="add mod">
          <ac:chgData name="Jose Diaz" userId="517cb5ef-6fb8-49bc-8303-535c95eee28f" providerId="ADAL" clId="{55A93F46-8806-43C5-8CDF-2E96BA0AF0DB}" dt="2026-06-15T02:22:50.754" v="875" actId="20577"/>
          <ac:spMkLst>
            <pc:docMk/>
            <pc:sldMk cId="1421659549" sldId="2147483644"/>
            <ac:spMk id="67" creationId="{A714BD2E-D8AA-3620-A9E9-7670F422D82A}"/>
          </ac:spMkLst>
        </pc:spChg>
        <pc:spChg chg="add mod">
          <ac:chgData name="Jose Diaz" userId="517cb5ef-6fb8-49bc-8303-535c95eee28f" providerId="ADAL" clId="{55A93F46-8806-43C5-8CDF-2E96BA0AF0DB}" dt="2026-06-15T04:15:12.448" v="1740" actId="1076"/>
          <ac:spMkLst>
            <pc:docMk/>
            <pc:sldMk cId="1421659549" sldId="2147483644"/>
            <ac:spMk id="68" creationId="{33AD190D-BE23-39B9-7150-54B1E9077594}"/>
          </ac:spMkLst>
        </pc:spChg>
        <pc:spChg chg="add mod">
          <ac:chgData name="Jose Diaz" userId="517cb5ef-6fb8-49bc-8303-535c95eee28f" providerId="ADAL" clId="{55A93F46-8806-43C5-8CDF-2E96BA0AF0DB}" dt="2026-06-15T02:34:22.111" v="907" actId="207"/>
          <ac:spMkLst>
            <pc:docMk/>
            <pc:sldMk cId="1421659549" sldId="2147483644"/>
            <ac:spMk id="69" creationId="{7AC6CE1E-CBB0-B512-B854-F166AD18F438}"/>
          </ac:spMkLst>
        </pc:spChg>
        <pc:spChg chg="add mod">
          <ac:chgData name="Jose Diaz" userId="517cb5ef-6fb8-49bc-8303-535c95eee28f" providerId="ADAL" clId="{55A93F46-8806-43C5-8CDF-2E96BA0AF0DB}" dt="2026-06-15T03:01:33.914" v="995" actId="113"/>
          <ac:spMkLst>
            <pc:docMk/>
            <pc:sldMk cId="1421659549" sldId="2147483644"/>
            <ac:spMk id="80" creationId="{D665994F-744D-991E-C008-07A3F0B47664}"/>
          </ac:spMkLst>
        </pc:spChg>
        <pc:spChg chg="add mod">
          <ac:chgData name="Jose Diaz" userId="517cb5ef-6fb8-49bc-8303-535c95eee28f" providerId="ADAL" clId="{55A93F46-8806-43C5-8CDF-2E96BA0AF0DB}" dt="2026-06-15T03:03:18.565" v="1059" actId="14100"/>
          <ac:spMkLst>
            <pc:docMk/>
            <pc:sldMk cId="1421659549" sldId="2147483644"/>
            <ac:spMk id="81" creationId="{99627004-6A0D-9436-534B-CA2A1DC47A14}"/>
          </ac:spMkLst>
        </pc:spChg>
        <pc:spChg chg="add mod">
          <ac:chgData name="Jose Diaz" userId="517cb5ef-6fb8-49bc-8303-535c95eee28f" providerId="ADAL" clId="{55A93F46-8806-43C5-8CDF-2E96BA0AF0DB}" dt="2026-06-15T03:02:51.251" v="1018" actId="14100"/>
          <ac:spMkLst>
            <pc:docMk/>
            <pc:sldMk cId="1421659549" sldId="2147483644"/>
            <ac:spMk id="82" creationId="{075EEA38-541B-78D7-936E-6CE10A2CFEB2}"/>
          </ac:spMkLst>
        </pc:spChg>
        <pc:spChg chg="add mod">
          <ac:chgData name="Jose Diaz" userId="517cb5ef-6fb8-49bc-8303-535c95eee28f" providerId="ADAL" clId="{55A93F46-8806-43C5-8CDF-2E96BA0AF0DB}" dt="2026-06-15T03:03:44.120" v="1062" actId="1076"/>
          <ac:spMkLst>
            <pc:docMk/>
            <pc:sldMk cId="1421659549" sldId="2147483644"/>
            <ac:spMk id="83" creationId="{6A02A6B7-FA05-334C-3977-05B24F2AD320}"/>
          </ac:spMkLst>
        </pc:spChg>
        <pc:spChg chg="add mod">
          <ac:chgData name="Jose Diaz" userId="517cb5ef-6fb8-49bc-8303-535c95eee28f" providerId="ADAL" clId="{55A93F46-8806-43C5-8CDF-2E96BA0AF0DB}" dt="2026-06-15T03:04:42.054" v="1064" actId="1076"/>
          <ac:spMkLst>
            <pc:docMk/>
            <pc:sldMk cId="1421659549" sldId="2147483644"/>
            <ac:spMk id="84" creationId="{AC537E1F-2084-7F49-C14F-80839D87D003}"/>
          </ac:spMkLst>
        </pc:spChg>
        <pc:spChg chg="add mod">
          <ac:chgData name="Jose Diaz" userId="517cb5ef-6fb8-49bc-8303-535c95eee28f" providerId="ADAL" clId="{55A93F46-8806-43C5-8CDF-2E96BA0AF0DB}" dt="2026-06-15T03:07:35.381" v="1109" actId="207"/>
          <ac:spMkLst>
            <pc:docMk/>
            <pc:sldMk cId="1421659549" sldId="2147483644"/>
            <ac:spMk id="85" creationId="{9CBC38EC-611E-FF0E-9CA2-4CCFBCE9DDBD}"/>
          </ac:spMkLst>
        </pc:spChg>
        <pc:spChg chg="add mod ord">
          <ac:chgData name="Jose Diaz" userId="517cb5ef-6fb8-49bc-8303-535c95eee28f" providerId="ADAL" clId="{55A93F46-8806-43C5-8CDF-2E96BA0AF0DB}" dt="2026-06-15T03:12:03.051" v="1132" actId="1076"/>
          <ac:spMkLst>
            <pc:docMk/>
            <pc:sldMk cId="1421659549" sldId="2147483644"/>
            <ac:spMk id="90" creationId="{35AA8B03-71E7-8230-A0AE-C1C6235547E1}"/>
          </ac:spMkLst>
        </pc:spChg>
        <pc:spChg chg="add mod ord">
          <ac:chgData name="Jose Diaz" userId="517cb5ef-6fb8-49bc-8303-535c95eee28f" providerId="ADAL" clId="{55A93F46-8806-43C5-8CDF-2E96BA0AF0DB}" dt="2026-06-15T03:17:08.281" v="1161" actId="167"/>
          <ac:spMkLst>
            <pc:docMk/>
            <pc:sldMk cId="1421659549" sldId="2147483644"/>
            <ac:spMk id="92" creationId="{0AB86EF9-2D01-F434-611E-E555C3502DC0}"/>
          </ac:spMkLst>
        </pc:spChg>
        <pc:spChg chg="add mod">
          <ac:chgData name="Jose Diaz" userId="517cb5ef-6fb8-49bc-8303-535c95eee28f" providerId="ADAL" clId="{55A93F46-8806-43C5-8CDF-2E96BA0AF0DB}" dt="2026-06-15T03:43:36.436" v="1448" actId="1037"/>
          <ac:spMkLst>
            <pc:docMk/>
            <pc:sldMk cId="1421659549" sldId="2147483644"/>
            <ac:spMk id="93" creationId="{8AB313B0-9178-1615-22DA-DCDED3C94AFE}"/>
          </ac:spMkLst>
        </pc:spChg>
        <pc:spChg chg="add mod">
          <ac:chgData name="Jose Diaz" userId="517cb5ef-6fb8-49bc-8303-535c95eee28f" providerId="ADAL" clId="{55A93F46-8806-43C5-8CDF-2E96BA0AF0DB}" dt="2026-06-15T03:43:36.436" v="1448" actId="1037"/>
          <ac:spMkLst>
            <pc:docMk/>
            <pc:sldMk cId="1421659549" sldId="2147483644"/>
            <ac:spMk id="101" creationId="{CF5B6F9D-6413-DAC2-777D-BE655C73F0EF}"/>
          </ac:spMkLst>
        </pc:spChg>
        <pc:spChg chg="add mod">
          <ac:chgData name="Jose Diaz" userId="517cb5ef-6fb8-49bc-8303-535c95eee28f" providerId="ADAL" clId="{55A93F46-8806-43C5-8CDF-2E96BA0AF0DB}" dt="2026-06-15T03:43:36.436" v="1448" actId="1037"/>
          <ac:spMkLst>
            <pc:docMk/>
            <pc:sldMk cId="1421659549" sldId="2147483644"/>
            <ac:spMk id="102" creationId="{E710ECC3-56AC-FE51-DB0C-EFA69065E00D}"/>
          </ac:spMkLst>
        </pc:spChg>
        <pc:spChg chg="add mod">
          <ac:chgData name="Jose Diaz" userId="517cb5ef-6fb8-49bc-8303-535c95eee28f" providerId="ADAL" clId="{55A93F46-8806-43C5-8CDF-2E96BA0AF0DB}" dt="2026-06-15T03:43:36.436" v="1448" actId="1037"/>
          <ac:spMkLst>
            <pc:docMk/>
            <pc:sldMk cId="1421659549" sldId="2147483644"/>
            <ac:spMk id="103" creationId="{06E84BC4-2613-3386-6C68-D14284564C3B}"/>
          </ac:spMkLst>
        </pc:spChg>
        <pc:spChg chg="add mod">
          <ac:chgData name="Jose Diaz" userId="517cb5ef-6fb8-49bc-8303-535c95eee28f" providerId="ADAL" clId="{55A93F46-8806-43C5-8CDF-2E96BA0AF0DB}" dt="2026-06-15T04:31:47.030" v="1816" actId="1076"/>
          <ac:spMkLst>
            <pc:docMk/>
            <pc:sldMk cId="1421659549" sldId="2147483644"/>
            <ac:spMk id="109" creationId="{0F4144FE-9FB4-82D4-1BFE-6A1FC4903968}"/>
          </ac:spMkLst>
        </pc:spChg>
        <pc:spChg chg="add mod">
          <ac:chgData name="Jose Diaz" userId="517cb5ef-6fb8-49bc-8303-535c95eee28f" providerId="ADAL" clId="{55A93F46-8806-43C5-8CDF-2E96BA0AF0DB}" dt="2026-06-15T03:51:45.385" v="1462" actId="20577"/>
          <ac:spMkLst>
            <pc:docMk/>
            <pc:sldMk cId="1421659549" sldId="2147483644"/>
            <ac:spMk id="114" creationId="{E3F81DDB-D435-61EB-3610-A4B7AACE7EF4}"/>
          </ac:spMkLst>
        </pc:spChg>
        <pc:spChg chg="add mod">
          <ac:chgData name="Jose Diaz" userId="517cb5ef-6fb8-49bc-8303-535c95eee28f" providerId="ADAL" clId="{55A93F46-8806-43C5-8CDF-2E96BA0AF0DB}" dt="2026-06-15T03:52:17.040" v="1498" actId="20577"/>
          <ac:spMkLst>
            <pc:docMk/>
            <pc:sldMk cId="1421659549" sldId="2147483644"/>
            <ac:spMk id="115" creationId="{339B919F-9099-33FA-F1E3-3F825B29A44C}"/>
          </ac:spMkLst>
        </pc:spChg>
        <pc:spChg chg="add mod">
          <ac:chgData name="Jose Diaz" userId="517cb5ef-6fb8-49bc-8303-535c95eee28f" providerId="ADAL" clId="{55A93F46-8806-43C5-8CDF-2E96BA0AF0DB}" dt="2026-06-15T03:55:41.196" v="1550" actId="14100"/>
          <ac:spMkLst>
            <pc:docMk/>
            <pc:sldMk cId="1421659549" sldId="2147483644"/>
            <ac:spMk id="118" creationId="{12F59C92-9710-D494-C700-C76BB70C4EE7}"/>
          </ac:spMkLst>
        </pc:spChg>
        <pc:spChg chg="add mod">
          <ac:chgData name="Jose Diaz" userId="517cb5ef-6fb8-49bc-8303-535c95eee28f" providerId="ADAL" clId="{55A93F46-8806-43C5-8CDF-2E96BA0AF0DB}" dt="2026-06-15T04:01:33.978" v="1648" actId="1076"/>
          <ac:spMkLst>
            <pc:docMk/>
            <pc:sldMk cId="1421659549" sldId="2147483644"/>
            <ac:spMk id="119" creationId="{56ADE5A9-885E-B07F-FF73-E05257D6541A}"/>
          </ac:spMkLst>
        </pc:spChg>
        <pc:spChg chg="add mod">
          <ac:chgData name="Jose Diaz" userId="517cb5ef-6fb8-49bc-8303-535c95eee28f" providerId="ADAL" clId="{55A93F46-8806-43C5-8CDF-2E96BA0AF0DB}" dt="2026-06-15T04:02:42.837" v="1727" actId="1076"/>
          <ac:spMkLst>
            <pc:docMk/>
            <pc:sldMk cId="1421659549" sldId="2147483644"/>
            <ac:spMk id="120" creationId="{4DFF6AFA-743F-DABC-687F-16F9057FC9A9}"/>
          </ac:spMkLst>
        </pc:spChg>
        <pc:spChg chg="add mod">
          <ac:chgData name="Jose Diaz" userId="517cb5ef-6fb8-49bc-8303-535c95eee28f" providerId="ADAL" clId="{55A93F46-8806-43C5-8CDF-2E96BA0AF0DB}" dt="2026-06-15T04:16:47.932" v="1774" actId="1076"/>
          <ac:spMkLst>
            <pc:docMk/>
            <pc:sldMk cId="1421659549" sldId="2147483644"/>
            <ac:spMk id="124" creationId="{63CDE32C-15C7-B1DF-D699-73A8C8D8D9B8}"/>
          </ac:spMkLst>
        </pc:spChg>
        <pc:spChg chg="add mod">
          <ac:chgData name="Jose Diaz" userId="517cb5ef-6fb8-49bc-8303-535c95eee28f" providerId="ADAL" clId="{55A93F46-8806-43C5-8CDF-2E96BA0AF0DB}" dt="2026-06-15T04:31:33.991" v="1814" actId="1076"/>
          <ac:spMkLst>
            <pc:docMk/>
            <pc:sldMk cId="1421659549" sldId="2147483644"/>
            <ac:spMk id="127" creationId="{D2E89038-EA50-C3B7-E0FD-67377F8EBC3E}"/>
          </ac:spMkLst>
        </pc:spChg>
        <pc:spChg chg="add mod">
          <ac:chgData name="Jose Diaz" userId="517cb5ef-6fb8-49bc-8303-535c95eee28f" providerId="ADAL" clId="{55A93F46-8806-43C5-8CDF-2E96BA0AF0DB}" dt="2026-06-15T04:31:30.320" v="1813" actId="1076"/>
          <ac:spMkLst>
            <pc:docMk/>
            <pc:sldMk cId="1421659549" sldId="2147483644"/>
            <ac:spMk id="130" creationId="{C7D1A3EF-0C86-26A3-5D96-61F4319758F8}"/>
          </ac:spMkLst>
        </pc:spChg>
        <pc:spChg chg="add">
          <ac:chgData name="Jose Diaz" userId="517cb5ef-6fb8-49bc-8303-535c95eee28f" providerId="ADAL" clId="{55A93F46-8806-43C5-8CDF-2E96BA0AF0DB}" dt="2026-06-15T04:35:12.521" v="1820" actId="11529"/>
          <ac:spMkLst>
            <pc:docMk/>
            <pc:sldMk cId="1421659549" sldId="2147483644"/>
            <ac:spMk id="131" creationId="{C1243D8E-1E8D-18C4-0EE1-2AB6E7AAD214}"/>
          </ac:spMkLst>
        </pc:spChg>
        <pc:spChg chg="add mod">
          <ac:chgData name="Jose Diaz" userId="517cb5ef-6fb8-49bc-8303-535c95eee28f" providerId="ADAL" clId="{55A93F46-8806-43C5-8CDF-2E96BA0AF0DB}" dt="2026-06-15T04:35:23.133" v="1822" actId="1076"/>
          <ac:spMkLst>
            <pc:docMk/>
            <pc:sldMk cId="1421659549" sldId="2147483644"/>
            <ac:spMk id="132" creationId="{62CBF6B8-F14F-2A53-C0B5-941360D1CB9E}"/>
          </ac:spMkLst>
        </pc:spChg>
        <pc:spChg chg="add mod">
          <ac:chgData name="Jose Diaz" userId="517cb5ef-6fb8-49bc-8303-535c95eee28f" providerId="ADAL" clId="{55A93F46-8806-43C5-8CDF-2E96BA0AF0DB}" dt="2026-06-15T04:35:30.667" v="1824" actId="1076"/>
          <ac:spMkLst>
            <pc:docMk/>
            <pc:sldMk cId="1421659549" sldId="2147483644"/>
            <ac:spMk id="133" creationId="{BF269AAB-3148-F7AC-34C9-4D0ED76DACCB}"/>
          </ac:spMkLst>
        </pc:spChg>
        <pc:spChg chg="add mod">
          <ac:chgData name="Jose Diaz" userId="517cb5ef-6fb8-49bc-8303-535c95eee28f" providerId="ADAL" clId="{55A93F46-8806-43C5-8CDF-2E96BA0AF0DB}" dt="2026-06-15T04:35:37.558" v="1827" actId="1076"/>
          <ac:spMkLst>
            <pc:docMk/>
            <pc:sldMk cId="1421659549" sldId="2147483644"/>
            <ac:spMk id="134" creationId="{636CC3B3-C963-282B-3B34-0F16B2F86880}"/>
          </ac:spMkLst>
        </pc:spChg>
        <pc:spChg chg="add mod">
          <ac:chgData name="Jose Diaz" userId="517cb5ef-6fb8-49bc-8303-535c95eee28f" providerId="ADAL" clId="{55A93F46-8806-43C5-8CDF-2E96BA0AF0DB}" dt="2026-06-15T04:36:07.231" v="1829" actId="1076"/>
          <ac:spMkLst>
            <pc:docMk/>
            <pc:sldMk cId="1421659549" sldId="2147483644"/>
            <ac:spMk id="135" creationId="{7AA1875C-DA4C-E81D-B435-7453B5A72C42}"/>
          </ac:spMkLst>
        </pc:spChg>
        <pc:spChg chg="add mod">
          <ac:chgData name="Jose Diaz" userId="517cb5ef-6fb8-49bc-8303-535c95eee28f" providerId="ADAL" clId="{55A93F46-8806-43C5-8CDF-2E96BA0AF0DB}" dt="2026-06-15T04:36:15.295" v="1831" actId="1076"/>
          <ac:spMkLst>
            <pc:docMk/>
            <pc:sldMk cId="1421659549" sldId="2147483644"/>
            <ac:spMk id="136" creationId="{6C22071B-923E-64AC-76A2-7EE468D1EDCC}"/>
          </ac:spMkLst>
        </pc:spChg>
        <pc:spChg chg="add mod">
          <ac:chgData name="Jose Diaz" userId="517cb5ef-6fb8-49bc-8303-535c95eee28f" providerId="ADAL" clId="{55A93F46-8806-43C5-8CDF-2E96BA0AF0DB}" dt="2026-06-15T04:36:21.347" v="1833" actId="1076"/>
          <ac:spMkLst>
            <pc:docMk/>
            <pc:sldMk cId="1421659549" sldId="2147483644"/>
            <ac:spMk id="137" creationId="{79BC3898-FCBB-4C7E-7375-C8976CE03268}"/>
          </ac:spMkLst>
        </pc:spChg>
        <pc:picChg chg="add mod">
          <ac:chgData name="Jose Diaz" userId="517cb5ef-6fb8-49bc-8303-535c95eee28f" providerId="ADAL" clId="{55A93F46-8806-43C5-8CDF-2E96BA0AF0DB}" dt="2026-06-14T12:27:40.992" v="258" actId="1076"/>
          <ac:picMkLst>
            <pc:docMk/>
            <pc:sldMk cId="1421659549" sldId="2147483644"/>
            <ac:picMk id="31" creationId="{4AA9D71C-68FF-3E87-8913-EE9854965FDE}"/>
          </ac:picMkLst>
        </pc:picChg>
        <pc:picChg chg="add mod">
          <ac:chgData name="Jose Diaz" userId="517cb5ef-6fb8-49bc-8303-535c95eee28f" providerId="ADAL" clId="{55A93F46-8806-43C5-8CDF-2E96BA0AF0DB}" dt="2026-06-14T12:31:46.028" v="320" actId="1076"/>
          <ac:picMkLst>
            <pc:docMk/>
            <pc:sldMk cId="1421659549" sldId="2147483644"/>
            <ac:picMk id="35" creationId="{B5F05823-1B83-6249-E3F9-BAC0ECF1A115}"/>
          </ac:picMkLst>
        </pc:picChg>
        <pc:picChg chg="add mod">
          <ac:chgData name="Jose Diaz" userId="517cb5ef-6fb8-49bc-8303-535c95eee28f" providerId="ADAL" clId="{55A93F46-8806-43C5-8CDF-2E96BA0AF0DB}" dt="2026-06-15T01:48:42.700" v="324" actId="1076"/>
          <ac:picMkLst>
            <pc:docMk/>
            <pc:sldMk cId="1421659549" sldId="2147483644"/>
            <ac:picMk id="37" creationId="{77A47176-BCF7-654E-6EE2-4D9A5FCCE699}"/>
          </ac:picMkLst>
        </pc:picChg>
        <pc:picChg chg="add mod">
          <ac:chgData name="Jose Diaz" userId="517cb5ef-6fb8-49bc-8303-535c95eee28f" providerId="ADAL" clId="{55A93F46-8806-43C5-8CDF-2E96BA0AF0DB}" dt="2026-06-15T01:49:13.502" v="328" actId="1076"/>
          <ac:picMkLst>
            <pc:docMk/>
            <pc:sldMk cId="1421659549" sldId="2147483644"/>
            <ac:picMk id="39" creationId="{62B6E1B3-0A36-3693-9A8E-613A934EC044}"/>
          </ac:picMkLst>
        </pc:picChg>
        <pc:picChg chg="add mod">
          <ac:chgData name="Jose Diaz" userId="517cb5ef-6fb8-49bc-8303-535c95eee28f" providerId="ADAL" clId="{55A93F46-8806-43C5-8CDF-2E96BA0AF0DB}" dt="2026-06-15T01:54:58.083" v="336" actId="1076"/>
          <ac:picMkLst>
            <pc:docMk/>
            <pc:sldMk cId="1421659549" sldId="2147483644"/>
            <ac:picMk id="41" creationId="{A1E88A1A-BA8F-1521-7E00-FBF12E81F66B}"/>
          </ac:picMkLst>
        </pc:picChg>
        <pc:picChg chg="add mod">
          <ac:chgData name="Jose Diaz" userId="517cb5ef-6fb8-49bc-8303-535c95eee28f" providerId="ADAL" clId="{55A93F46-8806-43C5-8CDF-2E96BA0AF0DB}" dt="2026-06-15T01:55:53.502" v="342" actId="1076"/>
          <ac:picMkLst>
            <pc:docMk/>
            <pc:sldMk cId="1421659549" sldId="2147483644"/>
            <ac:picMk id="43" creationId="{D25DE5CB-E032-263A-1F45-BCF9D9AB6C2B}"/>
          </ac:picMkLst>
        </pc:picChg>
        <pc:picChg chg="add mod ord">
          <ac:chgData name="Jose Diaz" userId="517cb5ef-6fb8-49bc-8303-535c95eee28f" providerId="ADAL" clId="{55A93F46-8806-43C5-8CDF-2E96BA0AF0DB}" dt="2026-06-15T02:10:13.985" v="527" actId="166"/>
          <ac:picMkLst>
            <pc:docMk/>
            <pc:sldMk cId="1421659549" sldId="2147483644"/>
            <ac:picMk id="50" creationId="{EB453C5E-C8EC-2852-BA77-C098C6D0CA68}"/>
          </ac:picMkLst>
        </pc:picChg>
        <pc:picChg chg="add mod">
          <ac:chgData name="Jose Diaz" userId="517cb5ef-6fb8-49bc-8303-535c95eee28f" providerId="ADAL" clId="{55A93F46-8806-43C5-8CDF-2E96BA0AF0DB}" dt="2026-06-15T02:13:15.917" v="564" actId="1076"/>
          <ac:picMkLst>
            <pc:docMk/>
            <pc:sldMk cId="1421659549" sldId="2147483644"/>
            <ac:picMk id="54" creationId="{942166C9-EDEB-8484-6A8A-D6D8B9B0E270}"/>
          </ac:picMkLst>
        </pc:picChg>
        <pc:picChg chg="add mod">
          <ac:chgData name="Jose Diaz" userId="517cb5ef-6fb8-49bc-8303-535c95eee28f" providerId="ADAL" clId="{55A93F46-8806-43C5-8CDF-2E96BA0AF0DB}" dt="2026-06-15T02:15:55.757" v="637" actId="1076"/>
          <ac:picMkLst>
            <pc:docMk/>
            <pc:sldMk cId="1421659549" sldId="2147483644"/>
            <ac:picMk id="60" creationId="{8D47F1BB-C351-5128-6998-128B55524CFB}"/>
          </ac:picMkLst>
        </pc:picChg>
        <pc:picChg chg="add mod">
          <ac:chgData name="Jose Diaz" userId="517cb5ef-6fb8-49bc-8303-535c95eee28f" providerId="ADAL" clId="{55A93F46-8806-43C5-8CDF-2E96BA0AF0DB}" dt="2026-06-15T02:21:34.779" v="801" actId="1076"/>
          <ac:picMkLst>
            <pc:docMk/>
            <pc:sldMk cId="1421659549" sldId="2147483644"/>
            <ac:picMk id="65" creationId="{1AE5AA44-BCAB-513D-6716-BC6ABFBC7C01}"/>
          </ac:picMkLst>
        </pc:picChg>
        <pc:picChg chg="add mod">
          <ac:chgData name="Jose Diaz" userId="517cb5ef-6fb8-49bc-8303-535c95eee28f" providerId="ADAL" clId="{55A93F46-8806-43C5-8CDF-2E96BA0AF0DB}" dt="2026-06-15T02:58:08.289" v="991" actId="1076"/>
          <ac:picMkLst>
            <pc:docMk/>
            <pc:sldMk cId="1421659549" sldId="2147483644"/>
            <ac:picMk id="71" creationId="{BA5F68D0-8910-B8D3-8027-48F5403C5923}"/>
          </ac:picMkLst>
        </pc:picChg>
        <pc:picChg chg="add mod">
          <ac:chgData name="Jose Diaz" userId="517cb5ef-6fb8-49bc-8303-535c95eee28f" providerId="ADAL" clId="{55A93F46-8806-43C5-8CDF-2E96BA0AF0DB}" dt="2026-06-15T02:55:04.921" v="939" actId="1076"/>
          <ac:picMkLst>
            <pc:docMk/>
            <pc:sldMk cId="1421659549" sldId="2147483644"/>
            <ac:picMk id="73" creationId="{BF89EFE4-1E42-B5FF-1444-98C319AF4A80}"/>
          </ac:picMkLst>
        </pc:picChg>
        <pc:picChg chg="add mod">
          <ac:chgData name="Jose Diaz" userId="517cb5ef-6fb8-49bc-8303-535c95eee28f" providerId="ADAL" clId="{55A93F46-8806-43C5-8CDF-2E96BA0AF0DB}" dt="2026-06-15T03:03:36.655" v="1061" actId="1076"/>
          <ac:picMkLst>
            <pc:docMk/>
            <pc:sldMk cId="1421659549" sldId="2147483644"/>
            <ac:picMk id="79" creationId="{565DC1D6-01DC-1ABA-7BDD-9066D2FDC8A8}"/>
          </ac:picMkLst>
        </pc:picChg>
        <pc:picChg chg="add mod">
          <ac:chgData name="Jose Diaz" userId="517cb5ef-6fb8-49bc-8303-535c95eee28f" providerId="ADAL" clId="{55A93F46-8806-43C5-8CDF-2E96BA0AF0DB}" dt="2026-06-15T03:10:42.151" v="1123" actId="1076"/>
          <ac:picMkLst>
            <pc:docMk/>
            <pc:sldMk cId="1421659549" sldId="2147483644"/>
            <ac:picMk id="86" creationId="{AA0D2E7A-7569-BBD0-867C-5F6941C49F1E}"/>
          </ac:picMkLst>
        </pc:picChg>
        <pc:picChg chg="add mod ord">
          <ac:chgData name="Jose Diaz" userId="517cb5ef-6fb8-49bc-8303-535c95eee28f" providerId="ADAL" clId="{55A93F46-8806-43C5-8CDF-2E96BA0AF0DB}" dt="2026-06-15T03:10:36.096" v="1122" actId="14826"/>
          <ac:picMkLst>
            <pc:docMk/>
            <pc:sldMk cId="1421659549" sldId="2147483644"/>
            <ac:picMk id="88" creationId="{B8E02995-35AE-0818-757B-F1B69E1A8F11}"/>
          </ac:picMkLst>
        </pc:picChg>
        <pc:picChg chg="add mod">
          <ac:chgData name="Jose Diaz" userId="517cb5ef-6fb8-49bc-8303-535c95eee28f" providerId="ADAL" clId="{55A93F46-8806-43C5-8CDF-2E96BA0AF0DB}" dt="2026-06-15T03:43:36.436" v="1448" actId="1037"/>
          <ac:picMkLst>
            <pc:docMk/>
            <pc:sldMk cId="1421659549" sldId="2147483644"/>
            <ac:picMk id="95" creationId="{AE714FDA-2000-D0E7-BA77-BABB1565ED32}"/>
          </ac:picMkLst>
        </pc:picChg>
        <pc:picChg chg="add mod">
          <ac:chgData name="Jose Diaz" userId="517cb5ef-6fb8-49bc-8303-535c95eee28f" providerId="ADAL" clId="{55A93F46-8806-43C5-8CDF-2E96BA0AF0DB}" dt="2026-06-15T03:43:36.436" v="1448" actId="1037"/>
          <ac:picMkLst>
            <pc:docMk/>
            <pc:sldMk cId="1421659549" sldId="2147483644"/>
            <ac:picMk id="97" creationId="{182FB547-123A-5C3D-DA39-0A253DD9023D}"/>
          </ac:picMkLst>
        </pc:picChg>
        <pc:picChg chg="add mod">
          <ac:chgData name="Jose Diaz" userId="517cb5ef-6fb8-49bc-8303-535c95eee28f" providerId="ADAL" clId="{55A93F46-8806-43C5-8CDF-2E96BA0AF0DB}" dt="2026-06-15T03:43:36.436" v="1448" actId="1037"/>
          <ac:picMkLst>
            <pc:docMk/>
            <pc:sldMk cId="1421659549" sldId="2147483644"/>
            <ac:picMk id="99" creationId="{13EF265B-776B-53BB-A17C-66813ABE9F69}"/>
          </ac:picMkLst>
        </pc:picChg>
        <pc:picChg chg="add mod">
          <ac:chgData name="Jose Diaz" userId="517cb5ef-6fb8-49bc-8303-535c95eee28f" providerId="ADAL" clId="{55A93F46-8806-43C5-8CDF-2E96BA0AF0DB}" dt="2026-06-15T04:03:51.315" v="1729" actId="208"/>
          <ac:picMkLst>
            <pc:docMk/>
            <pc:sldMk cId="1421659549" sldId="2147483644"/>
            <ac:picMk id="117" creationId="{59D8F6E8-A17E-91DD-3738-9117F15F9C7A}"/>
          </ac:picMkLst>
        </pc:picChg>
        <pc:picChg chg="add mod">
          <ac:chgData name="Jose Diaz" userId="517cb5ef-6fb8-49bc-8303-535c95eee28f" providerId="ADAL" clId="{55A93F46-8806-43C5-8CDF-2E96BA0AF0DB}" dt="2026-06-15T04:34:55.672" v="1819" actId="207"/>
          <ac:picMkLst>
            <pc:docMk/>
            <pc:sldMk cId="1421659549" sldId="2147483644"/>
            <ac:picMk id="123" creationId="{28A2F22D-B113-5D3C-F37F-E4A45E1D0EFB}"/>
          </ac:picMkLst>
        </pc:picChg>
        <pc:picChg chg="add mod">
          <ac:chgData name="Jose Diaz" userId="517cb5ef-6fb8-49bc-8303-535c95eee28f" providerId="ADAL" clId="{55A93F46-8806-43C5-8CDF-2E96BA0AF0DB}" dt="2026-06-15T04:34:33.721" v="1817" actId="207"/>
          <ac:picMkLst>
            <pc:docMk/>
            <pc:sldMk cId="1421659549" sldId="2147483644"/>
            <ac:picMk id="126" creationId="{CB5F66B2-3F50-3DEC-1E7E-7FACD6B9C6B5}"/>
          </ac:picMkLst>
        </pc:picChg>
        <pc:picChg chg="add mod">
          <ac:chgData name="Jose Diaz" userId="517cb5ef-6fb8-49bc-8303-535c95eee28f" providerId="ADAL" clId="{55A93F46-8806-43C5-8CDF-2E96BA0AF0DB}" dt="2026-06-15T04:34:45.143" v="1818" actId="207"/>
          <ac:picMkLst>
            <pc:docMk/>
            <pc:sldMk cId="1421659549" sldId="2147483644"/>
            <ac:picMk id="129" creationId="{BF926B80-0480-5914-76D6-D32D694E8ED0}"/>
          </ac:picMkLst>
        </pc:picChg>
        <pc:cxnChg chg="add mod">
          <ac:chgData name="Jose Diaz" userId="517cb5ef-6fb8-49bc-8303-535c95eee28f" providerId="ADAL" clId="{55A93F46-8806-43C5-8CDF-2E96BA0AF0DB}" dt="2026-06-15T04:38:53.044" v="1842" actId="208"/>
          <ac:cxnSpMkLst>
            <pc:docMk/>
            <pc:sldMk cId="1421659549" sldId="2147483644"/>
            <ac:cxnSpMk id="139" creationId="{C0DBFAC8-630F-6D8C-F960-69852AA7F8D6}"/>
          </ac:cxnSpMkLst>
        </pc:cxnChg>
        <pc:cxnChg chg="add mod">
          <ac:chgData name="Jose Diaz" userId="517cb5ef-6fb8-49bc-8303-535c95eee28f" providerId="ADAL" clId="{55A93F46-8806-43C5-8CDF-2E96BA0AF0DB}" dt="2026-06-15T04:39:30.269" v="1846" actId="208"/>
          <ac:cxnSpMkLst>
            <pc:docMk/>
            <pc:sldMk cId="1421659549" sldId="2147483644"/>
            <ac:cxnSpMk id="145" creationId="{B4777BD4-92BE-95D8-D090-CCB20C9CC93B}"/>
          </ac:cxnSpMkLst>
        </pc:cxnChg>
        <pc:cxnChg chg="add mod">
          <ac:chgData name="Jose Diaz" userId="517cb5ef-6fb8-49bc-8303-535c95eee28f" providerId="ADAL" clId="{55A93F46-8806-43C5-8CDF-2E96BA0AF0DB}" dt="2026-06-15T04:40:24.391" v="1851" actId="17032"/>
          <ac:cxnSpMkLst>
            <pc:docMk/>
            <pc:sldMk cId="1421659549" sldId="2147483644"/>
            <ac:cxnSpMk id="148" creationId="{EBA2752D-EA06-23A9-419D-7BE51E101FD5}"/>
          </ac:cxnSpMkLst>
        </pc:cxnChg>
      </pc:sldChg>
    </pc:docChg>
  </pc:docChgLst>
  <pc:docChgLst>
    <pc:chgData name="Taylor Ilov" userId="S::taylor.ilov@cmsenergy.com::b3e8fa34-e639-4d12-a6dc-5e3032b39fb7" providerId="AD" clId="Web-{30D98842-8EFA-03D9-42AA-BE2269DBBAE5}"/>
    <pc:docChg chg="addSld delSld modSld sldOrd modSection">
      <pc:chgData name="Taylor Ilov" userId="S::taylor.ilov@cmsenergy.com::b3e8fa34-e639-4d12-a6dc-5e3032b39fb7" providerId="AD" clId="Web-{30D98842-8EFA-03D9-42AA-BE2269DBBAE5}" dt="2026-06-05T20:49:54.023" v="358"/>
      <pc:docMkLst>
        <pc:docMk/>
      </pc:docMkLst>
      <pc:sldChg chg="addSp delSp modSp new">
        <pc:chgData name="Taylor Ilov" userId="S::taylor.ilov@cmsenergy.com::b3e8fa34-e639-4d12-a6dc-5e3032b39fb7" providerId="AD" clId="Web-{30D98842-8EFA-03D9-42AA-BE2269DBBAE5}" dt="2026-06-05T20:25:46.557" v="144"/>
        <pc:sldMkLst>
          <pc:docMk/>
          <pc:sldMk cId="1871610721" sldId="278"/>
        </pc:sldMkLst>
        <pc:spChg chg="mod">
          <ac:chgData name="Taylor Ilov" userId="S::taylor.ilov@cmsenergy.com::b3e8fa34-e639-4d12-a6dc-5e3032b39fb7" providerId="AD" clId="Web-{30D98842-8EFA-03D9-42AA-BE2269DBBAE5}" dt="2026-06-05T20:24:33.520" v="122" actId="20577"/>
          <ac:spMkLst>
            <pc:docMk/>
            <pc:sldMk cId="1871610721" sldId="278"/>
            <ac:spMk id="3" creationId="{BC9003F0-44D5-5AB6-D4C0-5584C75D9AE3}"/>
          </ac:spMkLst>
        </pc:spChg>
        <pc:spChg chg="add mod">
          <ac:chgData name="Taylor Ilov" userId="S::taylor.ilov@cmsenergy.com::b3e8fa34-e639-4d12-a6dc-5e3032b39fb7" providerId="AD" clId="Web-{30D98842-8EFA-03D9-42AA-BE2269DBBAE5}" dt="2026-06-05T20:24:56.100" v="130" actId="14100"/>
          <ac:spMkLst>
            <pc:docMk/>
            <pc:sldMk cId="1871610721" sldId="278"/>
            <ac:spMk id="6" creationId="{58BB74BD-241C-FA20-D28C-61DCB18B099B}"/>
          </ac:spMkLst>
        </pc:spChg>
        <pc:picChg chg="add mod">
          <ac:chgData name="Taylor Ilov" userId="S::taylor.ilov@cmsenergy.com::b3e8fa34-e639-4d12-a6dc-5e3032b39fb7" providerId="AD" clId="Web-{30D98842-8EFA-03D9-42AA-BE2269DBBAE5}" dt="2026-06-05T20:25:20.836" v="136" actId="1076"/>
          <ac:picMkLst>
            <pc:docMk/>
            <pc:sldMk cId="1871610721" sldId="278"/>
            <ac:picMk id="5" creationId="{3CA5D990-924D-B8D3-B80F-02318991ADA6}"/>
          </ac:picMkLst>
        </pc:picChg>
        <pc:picChg chg="add mod ord">
          <ac:chgData name="Taylor Ilov" userId="S::taylor.ilov@cmsenergy.com::b3e8fa34-e639-4d12-a6dc-5e3032b39fb7" providerId="AD" clId="Web-{30D98842-8EFA-03D9-42AA-BE2269DBBAE5}" dt="2026-06-05T20:25:46.557" v="144"/>
          <ac:picMkLst>
            <pc:docMk/>
            <pc:sldMk cId="1871610721" sldId="278"/>
            <ac:picMk id="7" creationId="{25BA813D-096D-52B2-6ED0-DE2F8B0974CC}"/>
          </ac:picMkLst>
        </pc:picChg>
      </pc:sldChg>
      <pc:sldChg chg="addSp delSp modSp">
        <pc:chgData name="Taylor Ilov" userId="S::taylor.ilov@cmsenergy.com::b3e8fa34-e639-4d12-a6dc-5e3032b39fb7" providerId="AD" clId="Web-{30D98842-8EFA-03D9-42AA-BE2269DBBAE5}" dt="2026-06-05T20:21:41.914" v="119" actId="20577"/>
        <pc:sldMkLst>
          <pc:docMk/>
          <pc:sldMk cId="1843979599" sldId="279"/>
        </pc:sldMkLst>
        <pc:spChg chg="add mod">
          <ac:chgData name="Taylor Ilov" userId="S::taylor.ilov@cmsenergy.com::b3e8fa34-e639-4d12-a6dc-5e3032b39fb7" providerId="AD" clId="Web-{30D98842-8EFA-03D9-42AA-BE2269DBBAE5}" dt="2026-06-05T20:20:05.438" v="36" actId="1076"/>
          <ac:spMkLst>
            <pc:docMk/>
            <pc:sldMk cId="1843979599" sldId="279"/>
            <ac:spMk id="8" creationId="{FF4DFD92-A93E-FB52-1658-85E380AA3731}"/>
          </ac:spMkLst>
        </pc:spChg>
        <pc:spChg chg="add mod">
          <ac:chgData name="Taylor Ilov" userId="S::taylor.ilov@cmsenergy.com::b3e8fa34-e639-4d12-a6dc-5e3032b39fb7" providerId="AD" clId="Web-{30D98842-8EFA-03D9-42AA-BE2269DBBAE5}" dt="2026-06-05T20:21:41.914" v="119" actId="20577"/>
          <ac:spMkLst>
            <pc:docMk/>
            <pc:sldMk cId="1843979599" sldId="279"/>
            <ac:spMk id="14" creationId="{54E4F812-FE2E-67DF-9DA2-AA981DEAB8BD}"/>
          </ac:spMkLst>
        </pc:spChg>
        <pc:picChg chg="add mod ord">
          <ac:chgData name="Taylor Ilov" userId="S::taylor.ilov@cmsenergy.com::b3e8fa34-e639-4d12-a6dc-5e3032b39fb7" providerId="AD" clId="Web-{30D98842-8EFA-03D9-42AA-BE2269DBBAE5}" dt="2026-06-05T20:20:05.438" v="35" actId="1076"/>
          <ac:picMkLst>
            <pc:docMk/>
            <pc:sldMk cId="1843979599" sldId="279"/>
            <ac:picMk id="9" creationId="{DCEE68A3-A765-2393-A594-EDCCF95A2A6B}"/>
          </ac:picMkLst>
        </pc:picChg>
        <pc:picChg chg="mod">
          <ac:chgData name="Taylor Ilov" userId="S::taylor.ilov@cmsenergy.com::b3e8fa34-e639-4d12-a6dc-5e3032b39fb7" providerId="AD" clId="Web-{30D98842-8EFA-03D9-42AA-BE2269DBBAE5}" dt="2026-06-05T20:20:05.438" v="34" actId="1076"/>
          <ac:picMkLst>
            <pc:docMk/>
            <pc:sldMk cId="1843979599" sldId="279"/>
            <ac:picMk id="10" creationId="{B07E7717-A4A6-B821-8F16-63BA92DD7338}"/>
          </ac:picMkLst>
        </pc:picChg>
        <pc:picChg chg="add mod">
          <ac:chgData name="Taylor Ilov" userId="S::taylor.ilov@cmsenergy.com::b3e8fa34-e639-4d12-a6dc-5e3032b39fb7" providerId="AD" clId="Web-{30D98842-8EFA-03D9-42AA-BE2269DBBAE5}" dt="2026-06-05T20:20:05.438" v="37" actId="1076"/>
          <ac:picMkLst>
            <pc:docMk/>
            <pc:sldMk cId="1843979599" sldId="279"/>
            <ac:picMk id="11" creationId="{9BEC5D58-14BA-DAFF-A47A-76EA3B0395D7}"/>
          </ac:picMkLst>
        </pc:picChg>
        <pc:cxnChg chg="add mod">
          <ac:chgData name="Taylor Ilov" userId="S::taylor.ilov@cmsenergy.com::b3e8fa34-e639-4d12-a6dc-5e3032b39fb7" providerId="AD" clId="Web-{30D98842-8EFA-03D9-42AA-BE2269DBBAE5}" dt="2026-06-05T20:20:05.453" v="38" actId="1076"/>
          <ac:cxnSpMkLst>
            <pc:docMk/>
            <pc:sldMk cId="1843979599" sldId="279"/>
            <ac:cxnSpMk id="12" creationId="{178A3D80-2A97-DD85-A935-951981BBDEDE}"/>
          </ac:cxnSpMkLst>
        </pc:cxnChg>
        <pc:cxnChg chg="add mod">
          <ac:chgData name="Taylor Ilov" userId="S::taylor.ilov@cmsenergy.com::b3e8fa34-e639-4d12-a6dc-5e3032b39fb7" providerId="AD" clId="Web-{30D98842-8EFA-03D9-42AA-BE2269DBBAE5}" dt="2026-06-05T20:20:05.453" v="39" actId="1076"/>
          <ac:cxnSpMkLst>
            <pc:docMk/>
            <pc:sldMk cId="1843979599" sldId="279"/>
            <ac:cxnSpMk id="13" creationId="{7CED5EF2-0E82-59E6-D7D9-60074E600914}"/>
          </ac:cxnSpMkLst>
        </pc:cxnChg>
      </pc:sldChg>
      <pc:sldChg chg="addSp delSp modSp new">
        <pc:chgData name="Taylor Ilov" userId="S::taylor.ilov@cmsenergy.com::b3e8fa34-e639-4d12-a6dc-5e3032b39fb7" providerId="AD" clId="Web-{30D98842-8EFA-03D9-42AA-BE2269DBBAE5}" dt="2026-06-05T20:29:16.400" v="209"/>
        <pc:sldMkLst>
          <pc:docMk/>
          <pc:sldMk cId="367692655" sldId="281"/>
        </pc:sldMkLst>
        <pc:spChg chg="mod">
          <ac:chgData name="Taylor Ilov" userId="S::taylor.ilov@cmsenergy.com::b3e8fa34-e639-4d12-a6dc-5e3032b39fb7" providerId="AD" clId="Web-{30D98842-8EFA-03D9-42AA-BE2269DBBAE5}" dt="2026-06-05T20:26:18.716" v="153" actId="20577"/>
          <ac:spMkLst>
            <pc:docMk/>
            <pc:sldMk cId="367692655" sldId="281"/>
            <ac:spMk id="3" creationId="{D09DA324-7CF8-627C-8EA4-18F9649D534C}"/>
          </ac:spMkLst>
        </pc:spChg>
        <pc:spChg chg="add mod">
          <ac:chgData name="Taylor Ilov" userId="S::taylor.ilov@cmsenergy.com::b3e8fa34-e639-4d12-a6dc-5e3032b39fb7" providerId="AD" clId="Web-{30D98842-8EFA-03D9-42AA-BE2269DBBAE5}" dt="2026-06-05T20:27:11.094" v="171" actId="14100"/>
          <ac:spMkLst>
            <pc:docMk/>
            <pc:sldMk cId="367692655" sldId="281"/>
            <ac:spMk id="9" creationId="{6E3DC51E-A2D6-5C43-F2D3-FC0967112698}"/>
          </ac:spMkLst>
        </pc:spChg>
        <pc:spChg chg="add mod">
          <ac:chgData name="Taylor Ilov" userId="S::taylor.ilov@cmsenergy.com::b3e8fa34-e639-4d12-a6dc-5e3032b39fb7" providerId="AD" clId="Web-{30D98842-8EFA-03D9-42AA-BE2269DBBAE5}" dt="2026-06-05T20:27:15.063" v="173" actId="1076"/>
          <ac:spMkLst>
            <pc:docMk/>
            <pc:sldMk cId="367692655" sldId="281"/>
            <ac:spMk id="10" creationId="{7026EF1D-7E0A-03C4-DB85-07CB9D24303D}"/>
          </ac:spMkLst>
        </pc:spChg>
        <pc:spChg chg="add mod">
          <ac:chgData name="Taylor Ilov" userId="S::taylor.ilov@cmsenergy.com::b3e8fa34-e639-4d12-a6dc-5e3032b39fb7" providerId="AD" clId="Web-{30D98842-8EFA-03D9-42AA-BE2269DBBAE5}" dt="2026-06-05T20:27:18.423" v="175" actId="1076"/>
          <ac:spMkLst>
            <pc:docMk/>
            <pc:sldMk cId="367692655" sldId="281"/>
            <ac:spMk id="11" creationId="{2665437E-941B-1CC5-A9D4-BBD4DBBFB26A}"/>
          </ac:spMkLst>
        </pc:spChg>
        <pc:spChg chg="add mod">
          <ac:chgData name="Taylor Ilov" userId="S::taylor.ilov@cmsenergy.com::b3e8fa34-e639-4d12-a6dc-5e3032b39fb7" providerId="AD" clId="Web-{30D98842-8EFA-03D9-42AA-BE2269DBBAE5}" dt="2026-06-05T20:29:04.790" v="207"/>
          <ac:spMkLst>
            <pc:docMk/>
            <pc:sldMk cId="367692655" sldId="281"/>
            <ac:spMk id="16" creationId="{59A12168-6038-1D1E-0C25-6F92C1E75B23}"/>
          </ac:spMkLst>
        </pc:spChg>
        <pc:picChg chg="add mod">
          <ac:chgData name="Taylor Ilov" userId="S::taylor.ilov@cmsenergy.com::b3e8fa34-e639-4d12-a6dc-5e3032b39fb7" providerId="AD" clId="Web-{30D98842-8EFA-03D9-42AA-BE2269DBBAE5}" dt="2026-06-05T20:26:21.981" v="155" actId="14100"/>
          <ac:picMkLst>
            <pc:docMk/>
            <pc:sldMk cId="367692655" sldId="281"/>
            <ac:picMk id="5" creationId="{A5E715C3-0180-6256-6198-3762B7BB5BCE}"/>
          </ac:picMkLst>
        </pc:picChg>
        <pc:picChg chg="add mod ord">
          <ac:chgData name="Taylor Ilov" userId="S::taylor.ilov@cmsenergy.com::b3e8fa34-e639-4d12-a6dc-5e3032b39fb7" providerId="AD" clId="Web-{30D98842-8EFA-03D9-42AA-BE2269DBBAE5}" dt="2026-06-05T20:26:50.405" v="168" actId="1076"/>
          <ac:picMkLst>
            <pc:docMk/>
            <pc:sldMk cId="367692655" sldId="281"/>
            <ac:picMk id="6" creationId="{8ACC45EE-5462-71DB-3646-411DBD16272F}"/>
          </ac:picMkLst>
        </pc:picChg>
        <pc:picChg chg="add mod">
          <ac:chgData name="Taylor Ilov" userId="S::taylor.ilov@cmsenergy.com::b3e8fa34-e639-4d12-a6dc-5e3032b39fb7" providerId="AD" clId="Web-{30D98842-8EFA-03D9-42AA-BE2269DBBAE5}" dt="2026-06-05T20:29:16.400" v="209"/>
          <ac:picMkLst>
            <pc:docMk/>
            <pc:sldMk cId="367692655" sldId="281"/>
            <ac:picMk id="7" creationId="{1647DC47-2FCE-E9DB-31BF-4EBBCB7E463F}"/>
          </ac:picMkLst>
        </pc:picChg>
        <pc:cxnChg chg="add mod">
          <ac:chgData name="Taylor Ilov" userId="S::taylor.ilov@cmsenergy.com::b3e8fa34-e639-4d12-a6dc-5e3032b39fb7" providerId="AD" clId="Web-{30D98842-8EFA-03D9-42AA-BE2269DBBAE5}" dt="2026-06-05T20:27:33.877" v="180"/>
          <ac:cxnSpMkLst>
            <pc:docMk/>
            <pc:sldMk cId="367692655" sldId="281"/>
            <ac:cxnSpMk id="12" creationId="{193AA66E-36C0-D2CD-6FB4-20FB1D81A706}"/>
          </ac:cxnSpMkLst>
        </pc:cxnChg>
        <pc:cxnChg chg="add mod">
          <ac:chgData name="Taylor Ilov" userId="S::taylor.ilov@cmsenergy.com::b3e8fa34-e639-4d12-a6dc-5e3032b39fb7" providerId="AD" clId="Web-{30D98842-8EFA-03D9-42AA-BE2269DBBAE5}" dt="2026-06-05T20:27:41.300" v="184" actId="1076"/>
          <ac:cxnSpMkLst>
            <pc:docMk/>
            <pc:sldMk cId="367692655" sldId="281"/>
            <ac:cxnSpMk id="13" creationId="{E459DF14-6E34-2723-5A44-451AA6B31101}"/>
          </ac:cxnSpMkLst>
        </pc:cxnChg>
      </pc:sldChg>
      <pc:sldChg chg="addSp delSp modSp new ord">
        <pc:chgData name="Taylor Ilov" userId="S::taylor.ilov@cmsenergy.com::b3e8fa34-e639-4d12-a6dc-5e3032b39fb7" providerId="AD" clId="Web-{30D98842-8EFA-03D9-42AA-BE2269DBBAE5}" dt="2026-06-05T20:49:51.960" v="355"/>
        <pc:sldMkLst>
          <pc:docMk/>
          <pc:sldMk cId="1728917976" sldId="282"/>
        </pc:sldMkLst>
      </pc:sldChg>
      <pc:sldChg chg="addSp modSp add ord replId">
        <pc:chgData name="Taylor Ilov" userId="S::taylor.ilov@cmsenergy.com::b3e8fa34-e639-4d12-a6dc-5e3032b39fb7" providerId="AD" clId="Web-{30D98842-8EFA-03D9-42AA-BE2269DBBAE5}" dt="2026-06-05T20:37:43.719" v="238"/>
        <pc:sldMkLst>
          <pc:docMk/>
          <pc:sldMk cId="1156021881" sldId="283"/>
        </pc:sldMkLst>
        <pc:spChg chg="mod">
          <ac:chgData name="Taylor Ilov" userId="S::taylor.ilov@cmsenergy.com::b3e8fa34-e639-4d12-a6dc-5e3032b39fb7" providerId="AD" clId="Web-{30D98842-8EFA-03D9-42AA-BE2269DBBAE5}" dt="2026-06-05T20:37:37.453" v="236" actId="20577"/>
          <ac:spMkLst>
            <pc:docMk/>
            <pc:sldMk cId="1156021881" sldId="283"/>
            <ac:spMk id="3" creationId="{617F8F25-8A05-322D-57D9-D5A5F89E80D0}"/>
          </ac:spMkLst>
        </pc:spChg>
      </pc:sldChg>
      <pc:sldChg chg="addSp delSp modSp new">
        <pc:chgData name="Taylor Ilov" userId="S::taylor.ilov@cmsenergy.com::b3e8fa34-e639-4d12-a6dc-5e3032b39fb7" providerId="AD" clId="Web-{30D98842-8EFA-03D9-42AA-BE2269DBBAE5}" dt="2026-06-05T20:45:31.113" v="263"/>
        <pc:sldMkLst>
          <pc:docMk/>
          <pc:sldMk cId="1689763950" sldId="284"/>
        </pc:sldMkLst>
        <pc:picChg chg="add mod ord modCrop">
          <ac:chgData name="Taylor Ilov" userId="S::taylor.ilov@cmsenergy.com::b3e8fa34-e639-4d12-a6dc-5e3032b39fb7" providerId="AD" clId="Web-{30D98842-8EFA-03D9-42AA-BE2269DBBAE5}" dt="2026-06-05T20:45:31.113" v="263"/>
          <ac:picMkLst>
            <pc:docMk/>
            <pc:sldMk cId="1689763950" sldId="284"/>
            <ac:picMk id="4" creationId="{67654255-7C1D-6D3C-BA10-D77817E858A9}"/>
          </ac:picMkLst>
        </pc:picChg>
      </pc:sldChg>
      <pc:sldChg chg="addSp delSp modSp new">
        <pc:chgData name="Taylor Ilov" userId="S::taylor.ilov@cmsenergy.com::b3e8fa34-e639-4d12-a6dc-5e3032b39fb7" providerId="AD" clId="Web-{30D98842-8EFA-03D9-42AA-BE2269DBBAE5}" dt="2026-06-05T20:45:44.848" v="268"/>
        <pc:sldMkLst>
          <pc:docMk/>
          <pc:sldMk cId="517929384" sldId="286"/>
        </pc:sldMkLst>
        <pc:picChg chg="add mod ord modCrop">
          <ac:chgData name="Taylor Ilov" userId="S::taylor.ilov@cmsenergy.com::b3e8fa34-e639-4d12-a6dc-5e3032b39fb7" providerId="AD" clId="Web-{30D98842-8EFA-03D9-42AA-BE2269DBBAE5}" dt="2026-06-05T20:45:44.848" v="268"/>
          <ac:picMkLst>
            <pc:docMk/>
            <pc:sldMk cId="517929384" sldId="286"/>
            <ac:picMk id="4" creationId="{AEE1743C-4CC3-121C-FA04-35F94E54ECA5}"/>
          </ac:picMkLst>
        </pc:picChg>
      </pc:sldChg>
      <pc:sldChg chg="addSp delSp modSp new">
        <pc:chgData name="Taylor Ilov" userId="S::taylor.ilov@cmsenergy.com::b3e8fa34-e639-4d12-a6dc-5e3032b39fb7" providerId="AD" clId="Web-{30D98842-8EFA-03D9-42AA-BE2269DBBAE5}" dt="2026-06-05T20:45:59.021" v="273"/>
        <pc:sldMkLst>
          <pc:docMk/>
          <pc:sldMk cId="3079801439" sldId="287"/>
        </pc:sldMkLst>
        <pc:picChg chg="add mod ord modCrop">
          <ac:chgData name="Taylor Ilov" userId="S::taylor.ilov@cmsenergy.com::b3e8fa34-e639-4d12-a6dc-5e3032b39fb7" providerId="AD" clId="Web-{30D98842-8EFA-03D9-42AA-BE2269DBBAE5}" dt="2026-06-05T20:45:59.021" v="273"/>
          <ac:picMkLst>
            <pc:docMk/>
            <pc:sldMk cId="3079801439" sldId="287"/>
            <ac:picMk id="4" creationId="{BC321AA4-EB43-36B5-1DCC-4BD86692A628}"/>
          </ac:picMkLst>
        </pc:picChg>
      </pc:sldChg>
      <pc:sldChg chg="addSp delSp modSp new">
        <pc:chgData name="Taylor Ilov" userId="S::taylor.ilov@cmsenergy.com::b3e8fa34-e639-4d12-a6dc-5e3032b39fb7" providerId="AD" clId="Web-{30D98842-8EFA-03D9-42AA-BE2269DBBAE5}" dt="2026-06-05T20:46:31.336" v="283"/>
        <pc:sldMkLst>
          <pc:docMk/>
          <pc:sldMk cId="549967822" sldId="289"/>
        </pc:sldMkLst>
        <pc:picChg chg="add mod ord modCrop">
          <ac:chgData name="Taylor Ilov" userId="S::taylor.ilov@cmsenergy.com::b3e8fa34-e639-4d12-a6dc-5e3032b39fb7" providerId="AD" clId="Web-{30D98842-8EFA-03D9-42AA-BE2269DBBAE5}" dt="2026-06-05T20:46:31.336" v="283"/>
          <ac:picMkLst>
            <pc:docMk/>
            <pc:sldMk cId="549967822" sldId="289"/>
            <ac:picMk id="4" creationId="{E1CF790C-D38F-6808-0DA0-11B57B429154}"/>
          </ac:picMkLst>
        </pc:picChg>
      </pc:sldChg>
      <pc:sldChg chg="addSp delSp modSp new">
        <pc:chgData name="Taylor Ilov" userId="S::taylor.ilov@cmsenergy.com::b3e8fa34-e639-4d12-a6dc-5e3032b39fb7" providerId="AD" clId="Web-{30D98842-8EFA-03D9-42AA-BE2269DBBAE5}" dt="2026-06-05T20:46:42.399" v="288"/>
        <pc:sldMkLst>
          <pc:docMk/>
          <pc:sldMk cId="200681356" sldId="290"/>
        </pc:sldMkLst>
        <pc:picChg chg="add mod ord modCrop">
          <ac:chgData name="Taylor Ilov" userId="S::taylor.ilov@cmsenergy.com::b3e8fa34-e639-4d12-a6dc-5e3032b39fb7" providerId="AD" clId="Web-{30D98842-8EFA-03D9-42AA-BE2269DBBAE5}" dt="2026-06-05T20:46:42.399" v="288"/>
          <ac:picMkLst>
            <pc:docMk/>
            <pc:sldMk cId="200681356" sldId="290"/>
            <ac:picMk id="4" creationId="{EE5416A0-9FCC-FB2E-D64A-785653044BFB}"/>
          </ac:picMkLst>
        </pc:picChg>
      </pc:sldChg>
      <pc:sldChg chg="addSp delSp modSp new">
        <pc:chgData name="Taylor Ilov" userId="S::taylor.ilov@cmsenergy.com::b3e8fa34-e639-4d12-a6dc-5e3032b39fb7" providerId="AD" clId="Web-{30D98842-8EFA-03D9-42AA-BE2269DBBAE5}" dt="2026-06-05T20:47:51.576" v="315"/>
        <pc:sldMkLst>
          <pc:docMk/>
          <pc:sldMk cId="4050894070" sldId="294"/>
        </pc:sldMkLst>
        <pc:picChg chg="add mod ord modCrop">
          <ac:chgData name="Taylor Ilov" userId="S::taylor.ilov@cmsenergy.com::b3e8fa34-e639-4d12-a6dc-5e3032b39fb7" providerId="AD" clId="Web-{30D98842-8EFA-03D9-42AA-BE2269DBBAE5}" dt="2026-06-05T20:47:51.576" v="315"/>
          <ac:picMkLst>
            <pc:docMk/>
            <pc:sldMk cId="4050894070" sldId="294"/>
            <ac:picMk id="4" creationId="{F75F3598-5BBA-9B5D-62B4-93FD3212F1A5}"/>
          </ac:picMkLst>
        </pc:picChg>
      </pc:sldChg>
      <pc:sldChg chg="addSp delSp modSp new">
        <pc:chgData name="Taylor Ilov" userId="S::taylor.ilov@cmsenergy.com::b3e8fa34-e639-4d12-a6dc-5e3032b39fb7" providerId="AD" clId="Web-{30D98842-8EFA-03D9-42AA-BE2269DBBAE5}" dt="2026-06-05T20:48:07.046" v="320"/>
        <pc:sldMkLst>
          <pc:docMk/>
          <pc:sldMk cId="2479967737" sldId="296"/>
        </pc:sldMkLst>
        <pc:picChg chg="add mod ord modCrop">
          <ac:chgData name="Taylor Ilov" userId="S::taylor.ilov@cmsenergy.com::b3e8fa34-e639-4d12-a6dc-5e3032b39fb7" providerId="AD" clId="Web-{30D98842-8EFA-03D9-42AA-BE2269DBBAE5}" dt="2026-06-05T20:48:07.046" v="320"/>
          <ac:picMkLst>
            <pc:docMk/>
            <pc:sldMk cId="2479967737" sldId="296"/>
            <ac:picMk id="4" creationId="{7D96FF51-14A6-E294-0673-87E52899E390}"/>
          </ac:picMkLst>
        </pc:picChg>
      </pc:sldChg>
      <pc:sldChg chg="addSp delSp modSp new">
        <pc:chgData name="Taylor Ilov" userId="S::taylor.ilov@cmsenergy.com::b3e8fa34-e639-4d12-a6dc-5e3032b39fb7" providerId="AD" clId="Web-{30D98842-8EFA-03D9-42AA-BE2269DBBAE5}" dt="2026-06-05T20:48:55.643" v="338" actId="1076"/>
        <pc:sldMkLst>
          <pc:docMk/>
          <pc:sldMk cId="3917124047" sldId="297"/>
        </pc:sldMkLst>
        <pc:picChg chg="add mod ord modCrop">
          <ac:chgData name="Taylor Ilov" userId="S::taylor.ilov@cmsenergy.com::b3e8fa34-e639-4d12-a6dc-5e3032b39fb7" providerId="AD" clId="Web-{30D98842-8EFA-03D9-42AA-BE2269DBBAE5}" dt="2026-06-05T20:48:55.643" v="338" actId="1076"/>
          <ac:picMkLst>
            <pc:docMk/>
            <pc:sldMk cId="3917124047" sldId="297"/>
            <ac:picMk id="4" creationId="{3B3876E3-0CC3-ED58-5E89-EA4386A8224C}"/>
          </ac:picMkLst>
        </pc:picChg>
        <pc:picChg chg="add mod ord modCrop">
          <ac:chgData name="Taylor Ilov" userId="S::taylor.ilov@cmsenergy.com::b3e8fa34-e639-4d12-a6dc-5e3032b39fb7" providerId="AD" clId="Web-{30D98842-8EFA-03D9-42AA-BE2269DBBAE5}" dt="2026-06-05T20:48:45.393" v="334"/>
          <ac:picMkLst>
            <pc:docMk/>
            <pc:sldMk cId="3917124047" sldId="297"/>
            <ac:picMk id="5" creationId="{F5A173AD-65DA-F509-DC39-BCC92CFFF614}"/>
          </ac:picMkLst>
        </pc:picChg>
      </pc:sldChg>
      <pc:sldChg chg="addSp delSp modSp new">
        <pc:chgData name="Taylor Ilov" userId="S::taylor.ilov@cmsenergy.com::b3e8fa34-e639-4d12-a6dc-5e3032b39fb7" providerId="AD" clId="Web-{30D98842-8EFA-03D9-42AA-BE2269DBBAE5}" dt="2026-06-05T20:49:06.941" v="343"/>
        <pc:sldMkLst>
          <pc:docMk/>
          <pc:sldMk cId="1460514792" sldId="298"/>
        </pc:sldMkLst>
        <pc:picChg chg="add mod ord modCrop">
          <ac:chgData name="Taylor Ilov" userId="S::taylor.ilov@cmsenergy.com::b3e8fa34-e639-4d12-a6dc-5e3032b39fb7" providerId="AD" clId="Web-{30D98842-8EFA-03D9-42AA-BE2269DBBAE5}" dt="2026-06-05T20:49:06.941" v="343"/>
          <ac:picMkLst>
            <pc:docMk/>
            <pc:sldMk cId="1460514792" sldId="298"/>
            <ac:picMk id="4" creationId="{B0704DB9-AA5D-3FA8-D1E7-FBEC161A3A56}"/>
          </ac:picMkLst>
        </pc:picChg>
      </pc:sldChg>
      <pc:sldChg chg="addSp delSp modSp new">
        <pc:chgData name="Taylor Ilov" userId="S::taylor.ilov@cmsenergy.com::b3e8fa34-e639-4d12-a6dc-5e3032b39fb7" providerId="AD" clId="Web-{30D98842-8EFA-03D9-42AA-BE2269DBBAE5}" dt="2026-06-05T20:49:23.614" v="348"/>
        <pc:sldMkLst>
          <pc:docMk/>
          <pc:sldMk cId="3236159992" sldId="299"/>
        </pc:sldMkLst>
        <pc:picChg chg="add mod ord modCrop">
          <ac:chgData name="Taylor Ilov" userId="S::taylor.ilov@cmsenergy.com::b3e8fa34-e639-4d12-a6dc-5e3032b39fb7" providerId="AD" clId="Web-{30D98842-8EFA-03D9-42AA-BE2269DBBAE5}" dt="2026-06-05T20:49:23.614" v="348"/>
          <ac:picMkLst>
            <pc:docMk/>
            <pc:sldMk cId="3236159992" sldId="299"/>
            <ac:picMk id="4" creationId="{51364C33-75DD-46C7-6D23-9ACC807C0CC4}"/>
          </ac:picMkLst>
        </pc:picChg>
      </pc:sldChg>
      <pc:sldChg chg="addSp delSp modSp new">
        <pc:chgData name="Taylor Ilov" userId="S::taylor.ilov@cmsenergy.com::b3e8fa34-e639-4d12-a6dc-5e3032b39fb7" providerId="AD" clId="Web-{30D98842-8EFA-03D9-42AA-BE2269DBBAE5}" dt="2026-06-05T20:49:40.100" v="353"/>
        <pc:sldMkLst>
          <pc:docMk/>
          <pc:sldMk cId="787442043" sldId="300"/>
        </pc:sldMkLst>
        <pc:picChg chg="add mod ord modCrop">
          <ac:chgData name="Taylor Ilov" userId="S::taylor.ilov@cmsenergy.com::b3e8fa34-e639-4d12-a6dc-5e3032b39fb7" providerId="AD" clId="Web-{30D98842-8EFA-03D9-42AA-BE2269DBBAE5}" dt="2026-06-05T20:49:40.100" v="353"/>
          <ac:picMkLst>
            <pc:docMk/>
            <pc:sldMk cId="787442043" sldId="300"/>
            <ac:picMk id="4" creationId="{DA550EFD-7483-EC27-0008-62DB39867B0A}"/>
          </ac:picMkLst>
        </pc:picChg>
      </pc:sldChg>
      <pc:sldChg chg="addSp delSp modSp new">
        <pc:chgData name="Taylor Ilov" userId="S::taylor.ilov@cmsenergy.com::b3e8fa34-e639-4d12-a6dc-5e3032b39fb7" providerId="AD" clId="Web-{30D98842-8EFA-03D9-42AA-BE2269DBBAE5}" dt="2026-06-05T20:49:54.023" v="358"/>
        <pc:sldMkLst>
          <pc:docMk/>
          <pc:sldMk cId="1981474743" sldId="301"/>
        </pc:sldMkLst>
        <pc:picChg chg="add mod ord modCrop">
          <ac:chgData name="Taylor Ilov" userId="S::taylor.ilov@cmsenergy.com::b3e8fa34-e639-4d12-a6dc-5e3032b39fb7" providerId="AD" clId="Web-{30D98842-8EFA-03D9-42AA-BE2269DBBAE5}" dt="2026-06-05T20:49:54.023" v="358"/>
          <ac:picMkLst>
            <pc:docMk/>
            <pc:sldMk cId="1981474743" sldId="301"/>
            <ac:picMk id="4" creationId="{602AA466-E5D1-0342-1B8E-B97B8E418533}"/>
          </ac:picMkLst>
        </pc:picChg>
      </pc:sldChg>
      <pc:sldChg chg="addSp delSp modSp">
        <pc:chgData name="Taylor Ilov" userId="S::taylor.ilov@cmsenergy.com::b3e8fa34-e639-4d12-a6dc-5e3032b39fb7" providerId="AD" clId="Web-{30D98842-8EFA-03D9-42AA-BE2269DBBAE5}" dt="2026-06-05T20:36:56.762" v="222"/>
        <pc:sldMkLst>
          <pc:docMk/>
          <pc:sldMk cId="1421659549" sldId="2147483644"/>
        </pc:sldMkLst>
      </pc:sldChg>
    </pc:docChg>
  </pc:docChgLst>
  <pc:docChgLst>
    <pc:chgData name="Taylor Ilov" userId="S::taylor.ilov@cmsenergy.com::b3e8fa34-e639-4d12-a6dc-5e3032b39fb7" providerId="AD" clId="Web-{66F67819-BFE5-A5E2-998C-36ACDBDF031C}"/>
    <pc:docChg chg="addSld delSld modSld sldOrd modSection">
      <pc:chgData name="Taylor Ilov" userId="S::taylor.ilov@cmsenergy.com::b3e8fa34-e639-4d12-a6dc-5e3032b39fb7" providerId="AD" clId="Web-{66F67819-BFE5-A5E2-998C-36ACDBDF031C}" dt="2026-06-05T21:22:03.489" v="243"/>
      <pc:docMkLst>
        <pc:docMk/>
      </pc:docMkLst>
      <pc:sldChg chg="addSp delSp modSp">
        <pc:chgData name="Taylor Ilov" userId="S::taylor.ilov@cmsenergy.com::b3e8fa34-e639-4d12-a6dc-5e3032b39fb7" providerId="AD" clId="Web-{66F67819-BFE5-A5E2-998C-36ACDBDF031C}" dt="2026-06-05T21:05:16.480" v="45" actId="1076"/>
        <pc:sldMkLst>
          <pc:docMk/>
          <pc:sldMk cId="1728917976" sldId="282"/>
        </pc:sldMkLst>
        <pc:spChg chg="mod">
          <ac:chgData name="Taylor Ilov" userId="S::taylor.ilov@cmsenergy.com::b3e8fa34-e639-4d12-a6dc-5e3032b39fb7" providerId="AD" clId="Web-{66F67819-BFE5-A5E2-998C-36ACDBDF031C}" dt="2026-06-05T21:05:16.480" v="45" actId="1076"/>
          <ac:spMkLst>
            <pc:docMk/>
            <pc:sldMk cId="1728917976" sldId="282"/>
            <ac:spMk id="7" creationId="{C52A8C9C-863D-D832-C8B5-13D705B48D94}"/>
          </ac:spMkLst>
        </pc:spChg>
        <pc:picChg chg="add mod ord">
          <ac:chgData name="Taylor Ilov" userId="S::taylor.ilov@cmsenergy.com::b3e8fa34-e639-4d12-a6dc-5e3032b39fb7" providerId="AD" clId="Web-{66F67819-BFE5-A5E2-998C-36ACDBDF031C}" dt="2026-06-05T21:05:10.574" v="42" actId="1076"/>
          <ac:picMkLst>
            <pc:docMk/>
            <pc:sldMk cId="1728917976" sldId="282"/>
            <ac:picMk id="8" creationId="{1DEFF9C3-B9AA-4D27-E05A-6C35A13CED25}"/>
          </ac:picMkLst>
        </pc:picChg>
      </pc:sldChg>
      <pc:sldChg chg="addSp modSp">
        <pc:chgData name="Taylor Ilov" userId="S::taylor.ilov@cmsenergy.com::b3e8fa34-e639-4d12-a6dc-5e3032b39fb7" providerId="AD" clId="Web-{66F67819-BFE5-A5E2-998C-36ACDBDF031C}" dt="2026-06-05T21:16:43.883" v="180" actId="14100"/>
        <pc:sldMkLst>
          <pc:docMk/>
          <pc:sldMk cId="517929384" sldId="286"/>
        </pc:sldMkLst>
        <pc:spChg chg="add mod">
          <ac:chgData name="Taylor Ilov" userId="S::taylor.ilov@cmsenergy.com::b3e8fa34-e639-4d12-a6dc-5e3032b39fb7" providerId="AD" clId="Web-{66F67819-BFE5-A5E2-998C-36ACDBDF031C}" dt="2026-06-05T21:00:55.876" v="10" actId="1076"/>
          <ac:spMkLst>
            <pc:docMk/>
            <pc:sldMk cId="517929384" sldId="286"/>
            <ac:spMk id="6" creationId="{A3108C94-D2B2-CEFF-2F6E-B46A3C05DCAE}"/>
          </ac:spMkLst>
        </pc:spChg>
        <pc:spChg chg="mod">
          <ac:chgData name="Taylor Ilov" userId="S::taylor.ilov@cmsenergy.com::b3e8fa34-e639-4d12-a6dc-5e3032b39fb7" providerId="AD" clId="Web-{66F67819-BFE5-A5E2-998C-36ACDBDF031C}" dt="2026-06-05T21:16:43.883" v="180" actId="14100"/>
          <ac:spMkLst>
            <pc:docMk/>
            <pc:sldMk cId="517929384" sldId="286"/>
            <ac:spMk id="7" creationId="{13B6CA49-7610-E4AC-6786-34478EA674A2}"/>
          </ac:spMkLst>
        </pc:spChg>
        <pc:spChg chg="add mod">
          <ac:chgData name="Taylor Ilov" userId="S::taylor.ilov@cmsenergy.com::b3e8fa34-e639-4d12-a6dc-5e3032b39fb7" providerId="AD" clId="Web-{66F67819-BFE5-A5E2-998C-36ACDBDF031C}" dt="2026-06-05T21:02:18.332" v="31" actId="14100"/>
          <ac:spMkLst>
            <pc:docMk/>
            <pc:sldMk cId="517929384" sldId="286"/>
            <ac:spMk id="11" creationId="{543B90C6-099A-3AF8-2D03-4CEE61B0A9AA}"/>
          </ac:spMkLst>
        </pc:spChg>
        <pc:picChg chg="mod">
          <ac:chgData name="Taylor Ilov" userId="S::taylor.ilov@cmsenergy.com::b3e8fa34-e639-4d12-a6dc-5e3032b39fb7" providerId="AD" clId="Web-{66F67819-BFE5-A5E2-998C-36ACDBDF031C}" dt="2026-06-05T21:00:17.499" v="0" actId="1076"/>
          <ac:picMkLst>
            <pc:docMk/>
            <pc:sldMk cId="517929384" sldId="286"/>
            <ac:picMk id="4" creationId="{AEE1743C-4CC3-121C-FA04-35F94E54ECA5}"/>
          </ac:picMkLst>
        </pc:picChg>
        <pc:picChg chg="add mod">
          <ac:chgData name="Taylor Ilov" userId="S::taylor.ilov@cmsenergy.com::b3e8fa34-e639-4d12-a6dc-5e3032b39fb7" providerId="AD" clId="Web-{66F67819-BFE5-A5E2-998C-36ACDBDF031C}" dt="2026-06-05T21:01:54.160" v="25" actId="1076"/>
          <ac:picMkLst>
            <pc:docMk/>
            <pc:sldMk cId="517929384" sldId="286"/>
            <ac:picMk id="9" creationId="{5AF8BF41-1A5D-BA73-B512-A7599DD457B5}"/>
          </ac:picMkLst>
        </pc:picChg>
        <pc:picChg chg="add mod">
          <ac:chgData name="Taylor Ilov" userId="S::taylor.ilov@cmsenergy.com::b3e8fa34-e639-4d12-a6dc-5e3032b39fb7" providerId="AD" clId="Web-{66F67819-BFE5-A5E2-998C-36ACDBDF031C}" dt="2026-06-05T21:01:59.894" v="27" actId="1076"/>
          <ac:picMkLst>
            <pc:docMk/>
            <pc:sldMk cId="517929384" sldId="286"/>
            <ac:picMk id="10" creationId="{AC4EC6AB-6619-10CE-A4F2-9734782DFBEC}"/>
          </ac:picMkLst>
        </pc:picChg>
        <pc:cxnChg chg="add mod">
          <ac:chgData name="Taylor Ilov" userId="S::taylor.ilov@cmsenergy.com::b3e8fa34-e639-4d12-a6dc-5e3032b39fb7" providerId="AD" clId="Web-{66F67819-BFE5-A5E2-998C-36ACDBDF031C}" dt="2026-06-05T21:00:28.719" v="4"/>
          <ac:cxnSpMkLst>
            <pc:docMk/>
            <pc:sldMk cId="517929384" sldId="286"/>
            <ac:cxnSpMk id="2" creationId="{E132FB8F-1D57-6D02-D807-011AF123F154}"/>
          </ac:cxnSpMkLst>
        </pc:cxnChg>
        <pc:cxnChg chg="add mod">
          <ac:chgData name="Taylor Ilov" userId="S::taylor.ilov@cmsenergy.com::b3e8fa34-e639-4d12-a6dc-5e3032b39fb7" providerId="AD" clId="Web-{66F67819-BFE5-A5E2-998C-36ACDBDF031C}" dt="2026-06-05T21:01:57.144" v="26" actId="14100"/>
          <ac:cxnSpMkLst>
            <pc:docMk/>
            <pc:sldMk cId="517929384" sldId="286"/>
            <ac:cxnSpMk id="8" creationId="{9E968B5F-68E3-95E0-40FD-2B6C5A482044}"/>
          </ac:cxnSpMkLst>
        </pc:cxnChg>
        <pc:cxnChg chg="add mod">
          <ac:chgData name="Taylor Ilov" userId="S::taylor.ilov@cmsenergy.com::b3e8fa34-e639-4d12-a6dc-5e3032b39fb7" providerId="AD" clId="Web-{66F67819-BFE5-A5E2-998C-36ACDBDF031C}" dt="2026-06-05T21:02:30.786" v="35"/>
          <ac:cxnSpMkLst>
            <pc:docMk/>
            <pc:sldMk cId="517929384" sldId="286"/>
            <ac:cxnSpMk id="12" creationId="{C66C6480-0DD0-E3DF-F5DD-72D426590475}"/>
          </ac:cxnSpMkLst>
        </pc:cxnChg>
      </pc:sldChg>
      <pc:sldChg chg="addSp delSp modSp add replId">
        <pc:chgData name="Taylor Ilov" userId="S::taylor.ilov@cmsenergy.com::b3e8fa34-e639-4d12-a6dc-5e3032b39fb7" providerId="AD" clId="Web-{66F67819-BFE5-A5E2-998C-36ACDBDF031C}" dt="2026-06-05T21:22:03.489" v="243"/>
        <pc:sldMkLst>
          <pc:docMk/>
          <pc:sldMk cId="4166204187" sldId="288"/>
        </pc:sldMkLst>
        <pc:spChg chg="mod">
          <ac:chgData name="Taylor Ilov" userId="S::taylor.ilov@cmsenergy.com::b3e8fa34-e639-4d12-a6dc-5e3032b39fb7" providerId="AD" clId="Web-{66F67819-BFE5-A5E2-998C-36ACDBDF031C}" dt="2026-06-05T21:17:12.118" v="187" actId="1076"/>
          <ac:spMkLst>
            <pc:docMk/>
            <pc:sldMk cId="4166204187" sldId="288"/>
            <ac:spMk id="6" creationId="{150D124D-8368-4119-7CF7-55EB75B725DE}"/>
          </ac:spMkLst>
        </pc:spChg>
        <pc:spChg chg="mod">
          <ac:chgData name="Taylor Ilov" userId="S::taylor.ilov@cmsenergy.com::b3e8fa34-e639-4d12-a6dc-5e3032b39fb7" providerId="AD" clId="Web-{66F67819-BFE5-A5E2-998C-36ACDBDF031C}" dt="2026-06-05T21:17:20.337" v="190" actId="1076"/>
          <ac:spMkLst>
            <pc:docMk/>
            <pc:sldMk cId="4166204187" sldId="288"/>
            <ac:spMk id="11" creationId="{DC33FAD5-0D94-0565-9A38-60CD69A2E495}"/>
          </ac:spMkLst>
        </pc:spChg>
        <pc:spChg chg="add mod">
          <ac:chgData name="Taylor Ilov" userId="S::taylor.ilov@cmsenergy.com::b3e8fa34-e639-4d12-a6dc-5e3032b39fb7" providerId="AD" clId="Web-{66F67819-BFE5-A5E2-998C-36ACDBDF031C}" dt="2026-06-05T21:22:01.411" v="242" actId="14100"/>
          <ac:spMkLst>
            <pc:docMk/>
            <pc:sldMk cId="4166204187" sldId="288"/>
            <ac:spMk id="19" creationId="{BB27DAC4-A611-6830-502F-0038A6129B85}"/>
          </ac:spMkLst>
        </pc:spChg>
        <pc:picChg chg="mod">
          <ac:chgData name="Taylor Ilov" userId="S::taylor.ilov@cmsenergy.com::b3e8fa34-e639-4d12-a6dc-5e3032b39fb7" providerId="AD" clId="Web-{66F67819-BFE5-A5E2-998C-36ACDBDF031C}" dt="2026-06-05T21:17:39.572" v="196" actId="1076"/>
          <ac:picMkLst>
            <pc:docMk/>
            <pc:sldMk cId="4166204187" sldId="288"/>
            <ac:picMk id="5" creationId="{88D002CC-D3A7-7E60-542F-868B23E466FF}"/>
          </ac:picMkLst>
        </pc:picChg>
        <pc:picChg chg="add mod modCrop">
          <ac:chgData name="Taylor Ilov" userId="S::taylor.ilov@cmsenergy.com::b3e8fa34-e639-4d12-a6dc-5e3032b39fb7" providerId="AD" clId="Web-{66F67819-BFE5-A5E2-998C-36ACDBDF031C}" dt="2026-06-05T21:20:24.235" v="223" actId="1076"/>
          <ac:picMkLst>
            <pc:docMk/>
            <pc:sldMk cId="4166204187" sldId="288"/>
            <ac:picMk id="15" creationId="{7EC7F994-6468-671F-8256-E19D114B99F6}"/>
          </ac:picMkLst>
        </pc:picChg>
        <pc:picChg chg="add mod">
          <ac:chgData name="Taylor Ilov" userId="S::taylor.ilov@cmsenergy.com::b3e8fa34-e639-4d12-a6dc-5e3032b39fb7" providerId="AD" clId="Web-{66F67819-BFE5-A5E2-998C-36ACDBDF031C}" dt="2026-06-05T21:21:09.268" v="230"/>
          <ac:picMkLst>
            <pc:docMk/>
            <pc:sldMk cId="4166204187" sldId="288"/>
            <ac:picMk id="16" creationId="{EDFCC194-58BF-EB04-5E21-B758990AB729}"/>
          </ac:picMkLst>
        </pc:picChg>
        <pc:picChg chg="add mod">
          <ac:chgData name="Taylor Ilov" userId="S::taylor.ilov@cmsenergy.com::b3e8fa34-e639-4d12-a6dc-5e3032b39fb7" providerId="AD" clId="Web-{66F67819-BFE5-A5E2-998C-36ACDBDF031C}" dt="2026-06-05T21:21:36.675" v="235"/>
          <ac:picMkLst>
            <pc:docMk/>
            <pc:sldMk cId="4166204187" sldId="288"/>
            <ac:picMk id="17" creationId="{B6A7A2BE-7231-A7BD-899B-64EE3F5C54DC}"/>
          </ac:picMkLst>
        </pc:picChg>
        <pc:cxnChg chg="mod">
          <ac:chgData name="Taylor Ilov" userId="S::taylor.ilov@cmsenergy.com::b3e8fa34-e639-4d12-a6dc-5e3032b39fb7" providerId="AD" clId="Web-{66F67819-BFE5-A5E2-998C-36ACDBDF031C}" dt="2026-06-05T21:20:30.344" v="225" actId="1076"/>
          <ac:cxnSpMkLst>
            <pc:docMk/>
            <pc:sldMk cId="4166204187" sldId="288"/>
            <ac:cxnSpMk id="2" creationId="{6383259F-BF19-2123-BA12-9EA78B57DA23}"/>
          </ac:cxnSpMkLst>
        </pc:cxnChg>
        <pc:cxnChg chg="mod">
          <ac:chgData name="Taylor Ilov" userId="S::taylor.ilov@cmsenergy.com::b3e8fa34-e639-4d12-a6dc-5e3032b39fb7" providerId="AD" clId="Web-{66F67819-BFE5-A5E2-998C-36ACDBDF031C}" dt="2026-06-05T21:20:20.844" v="220" actId="14100"/>
          <ac:cxnSpMkLst>
            <pc:docMk/>
            <pc:sldMk cId="4166204187" sldId="288"/>
            <ac:cxnSpMk id="12" creationId="{7809B091-891E-70EE-D7B0-B39E064543B1}"/>
          </ac:cxnSpMkLst>
        </pc:cxnChg>
        <pc:cxnChg chg="add mod">
          <ac:chgData name="Taylor Ilov" userId="S::taylor.ilov@cmsenergy.com::b3e8fa34-e639-4d12-a6dc-5e3032b39fb7" providerId="AD" clId="Web-{66F67819-BFE5-A5E2-998C-36ACDBDF031C}" dt="2026-06-05T21:22:03.489" v="243"/>
          <ac:cxnSpMkLst>
            <pc:docMk/>
            <pc:sldMk cId="4166204187" sldId="288"/>
            <ac:cxnSpMk id="18" creationId="{7F0487E0-B3EC-2C7B-F701-4C6952561A2B}"/>
          </ac:cxnSpMkLst>
        </pc:cxnChg>
      </pc:sldChg>
      <pc:sldChg chg="addSp modSp ord">
        <pc:chgData name="Taylor Ilov" userId="S::taylor.ilov@cmsenergy.com::b3e8fa34-e639-4d12-a6dc-5e3032b39fb7" providerId="AD" clId="Web-{66F67819-BFE5-A5E2-998C-36ACDBDF031C}" dt="2026-06-05T21:16:15.163" v="178"/>
        <pc:sldMkLst>
          <pc:docMk/>
          <pc:sldMk cId="4050894070" sldId="294"/>
        </pc:sldMkLst>
        <pc:spChg chg="add mod">
          <ac:chgData name="Taylor Ilov" userId="S::taylor.ilov@cmsenergy.com::b3e8fa34-e639-4d12-a6dc-5e3032b39fb7" providerId="AD" clId="Web-{66F67819-BFE5-A5E2-998C-36ACDBDF031C}" dt="2026-06-05T21:13:06.389" v="163" actId="1076"/>
          <ac:spMkLst>
            <pc:docMk/>
            <pc:sldMk cId="4050894070" sldId="294"/>
            <ac:spMk id="7" creationId="{631A2FAB-0540-A74C-6A54-48A6B1159E94}"/>
          </ac:spMkLst>
        </pc:spChg>
        <pc:spChg chg="add mod">
          <ac:chgData name="Taylor Ilov" userId="S::taylor.ilov@cmsenergy.com::b3e8fa34-e639-4d12-a6dc-5e3032b39fb7" providerId="AD" clId="Web-{66F67819-BFE5-A5E2-998C-36ACDBDF031C}" dt="2026-06-05T21:11:42.011" v="142" actId="1076"/>
          <ac:spMkLst>
            <pc:docMk/>
            <pc:sldMk cId="4050894070" sldId="294"/>
            <ac:spMk id="9" creationId="{43660B30-CE16-D7F5-1E24-4671014E5C90}"/>
          </ac:spMkLst>
        </pc:spChg>
        <pc:spChg chg="add mod">
          <ac:chgData name="Taylor Ilov" userId="S::taylor.ilov@cmsenergy.com::b3e8fa34-e639-4d12-a6dc-5e3032b39fb7" providerId="AD" clId="Web-{66F67819-BFE5-A5E2-998C-36ACDBDF031C}" dt="2026-06-05T21:13:04.936" v="162" actId="1076"/>
          <ac:spMkLst>
            <pc:docMk/>
            <pc:sldMk cId="4050894070" sldId="294"/>
            <ac:spMk id="14" creationId="{AD6FA51B-4E3B-4508-538C-BF5EEBEDA844}"/>
          </ac:spMkLst>
        </pc:spChg>
        <pc:picChg chg="mod">
          <ac:chgData name="Taylor Ilov" userId="S::taylor.ilov@cmsenergy.com::b3e8fa34-e639-4d12-a6dc-5e3032b39fb7" providerId="AD" clId="Web-{66F67819-BFE5-A5E2-998C-36ACDBDF031C}" dt="2026-06-05T21:12:32.341" v="155" actId="1076"/>
          <ac:picMkLst>
            <pc:docMk/>
            <pc:sldMk cId="4050894070" sldId="294"/>
            <ac:picMk id="4" creationId="{F75F3598-5BBA-9B5D-62B4-93FD3212F1A5}"/>
          </ac:picMkLst>
        </pc:picChg>
        <pc:picChg chg="add mod ord">
          <ac:chgData name="Taylor Ilov" userId="S::taylor.ilov@cmsenergy.com::b3e8fa34-e639-4d12-a6dc-5e3032b39fb7" providerId="AD" clId="Web-{66F67819-BFE5-A5E2-998C-36ACDBDF031C}" dt="2026-06-05T21:11:41.995" v="138" actId="1076"/>
          <ac:picMkLst>
            <pc:docMk/>
            <pc:sldMk cId="4050894070" sldId="294"/>
            <ac:picMk id="5" creationId="{18D29939-A5C4-E457-9388-661CF33C3DF6}"/>
          </ac:picMkLst>
        </pc:picChg>
        <pc:picChg chg="add mod modCrop">
          <ac:chgData name="Taylor Ilov" userId="S::taylor.ilov@cmsenergy.com::b3e8fa34-e639-4d12-a6dc-5e3032b39fb7" providerId="AD" clId="Web-{66F67819-BFE5-A5E2-998C-36ACDBDF031C}" dt="2026-06-05T21:11:42.011" v="141" actId="1076"/>
          <ac:picMkLst>
            <pc:docMk/>
            <pc:sldMk cId="4050894070" sldId="294"/>
            <ac:picMk id="8" creationId="{202BB602-3F23-71F1-6887-7237A566B29F}"/>
          </ac:picMkLst>
        </pc:picChg>
        <pc:picChg chg="add mod modCrop">
          <ac:chgData name="Taylor Ilov" userId="S::taylor.ilov@cmsenergy.com::b3e8fa34-e639-4d12-a6dc-5e3032b39fb7" providerId="AD" clId="Web-{66F67819-BFE5-A5E2-998C-36ACDBDF031C}" dt="2026-06-05T21:11:42.027" v="143" actId="1076"/>
          <ac:picMkLst>
            <pc:docMk/>
            <pc:sldMk cId="4050894070" sldId="294"/>
            <ac:picMk id="10" creationId="{F0485AF9-7AE7-3EB8-95A5-6EEF4C3E2158}"/>
          </ac:picMkLst>
        </pc:picChg>
        <pc:picChg chg="add mod modCrop">
          <ac:chgData name="Taylor Ilov" userId="S::taylor.ilov@cmsenergy.com::b3e8fa34-e639-4d12-a6dc-5e3032b39fb7" providerId="AD" clId="Web-{66F67819-BFE5-A5E2-998C-36ACDBDF031C}" dt="2026-06-05T21:13:54.298" v="174"/>
          <ac:picMkLst>
            <pc:docMk/>
            <pc:sldMk cId="4050894070" sldId="294"/>
            <ac:picMk id="15" creationId="{660A77EB-AD5D-3AAC-E79A-E508250F9D02}"/>
          </ac:picMkLst>
        </pc:picChg>
        <pc:cxnChg chg="add mod">
          <ac:chgData name="Taylor Ilov" userId="S::taylor.ilov@cmsenergy.com::b3e8fa34-e639-4d12-a6dc-5e3032b39fb7" providerId="AD" clId="Web-{66F67819-BFE5-A5E2-998C-36ACDBDF031C}" dt="2026-06-05T21:11:54.465" v="148"/>
          <ac:cxnSpMkLst>
            <pc:docMk/>
            <pc:sldMk cId="4050894070" sldId="294"/>
            <ac:cxnSpMk id="11" creationId="{E528DB8E-4298-F622-1D76-EA8F5E6AC135}"/>
          </ac:cxnSpMkLst>
        </pc:cxnChg>
        <pc:cxnChg chg="add mod">
          <ac:chgData name="Taylor Ilov" userId="S::taylor.ilov@cmsenergy.com::b3e8fa34-e639-4d12-a6dc-5e3032b39fb7" providerId="AD" clId="Web-{66F67819-BFE5-A5E2-998C-36ACDBDF031C}" dt="2026-06-05T21:12:42.998" v="156"/>
          <ac:cxnSpMkLst>
            <pc:docMk/>
            <pc:sldMk cId="4050894070" sldId="294"/>
            <ac:cxnSpMk id="12" creationId="{A92AEFAB-BC3D-5361-BE81-1674B8DBFD29}"/>
          </ac:cxnSpMkLst>
        </pc:cxnChg>
        <pc:cxnChg chg="add mod">
          <ac:chgData name="Taylor Ilov" userId="S::taylor.ilov@cmsenergy.com::b3e8fa34-e639-4d12-a6dc-5e3032b39fb7" providerId="AD" clId="Web-{66F67819-BFE5-A5E2-998C-36ACDBDF031C}" dt="2026-06-05T21:13:15.609" v="164"/>
          <ac:cxnSpMkLst>
            <pc:docMk/>
            <pc:sldMk cId="4050894070" sldId="294"/>
            <ac:cxnSpMk id="13" creationId="{818F3EB5-9195-6793-4B54-51A9081B070D}"/>
          </ac:cxnSpMkLst>
        </pc:cxnChg>
      </pc:sldChg>
      <pc:sldChg chg="addSp delSp modSp new ord">
        <pc:chgData name="Taylor Ilov" userId="S::taylor.ilov@cmsenergy.com::b3e8fa34-e639-4d12-a6dc-5e3032b39fb7" providerId="AD" clId="Web-{66F67819-BFE5-A5E2-998C-36ACDBDF031C}" dt="2026-06-05T21:16:38.242" v="179"/>
        <pc:sldMkLst>
          <pc:docMk/>
          <pc:sldMk cId="3269103187" sldId="303"/>
        </pc:sldMkLst>
        <pc:spChg chg="add mod">
          <ac:chgData name="Taylor Ilov" userId="S::taylor.ilov@cmsenergy.com::b3e8fa34-e639-4d12-a6dc-5e3032b39fb7" providerId="AD" clId="Web-{66F67819-BFE5-A5E2-998C-36ACDBDF031C}" dt="2026-06-05T21:06:43.296" v="60" actId="1076"/>
          <ac:spMkLst>
            <pc:docMk/>
            <pc:sldMk cId="3269103187" sldId="303"/>
            <ac:spMk id="9" creationId="{CB56C7F6-8B7D-DBBE-3F5E-DD487E2FBED8}"/>
          </ac:spMkLst>
        </pc:spChg>
        <pc:spChg chg="add mod">
          <ac:chgData name="Taylor Ilov" userId="S::taylor.ilov@cmsenergy.com::b3e8fa34-e639-4d12-a6dc-5e3032b39fb7" providerId="AD" clId="Web-{66F67819-BFE5-A5E2-998C-36ACDBDF031C}" dt="2026-06-05T21:07:16.391" v="70" actId="14100"/>
          <ac:spMkLst>
            <pc:docMk/>
            <pc:sldMk cId="3269103187" sldId="303"/>
            <ac:spMk id="10" creationId="{0B2BCF76-FA28-7113-D4DD-23ED9EA6752B}"/>
          </ac:spMkLst>
        </pc:spChg>
        <pc:picChg chg="add mod ord">
          <ac:chgData name="Taylor Ilov" userId="S::taylor.ilov@cmsenergy.com::b3e8fa34-e639-4d12-a6dc-5e3032b39fb7" providerId="AD" clId="Web-{66F67819-BFE5-A5E2-998C-36ACDBDF031C}" dt="2026-06-05T21:08:54.817" v="93" actId="1076"/>
          <ac:picMkLst>
            <pc:docMk/>
            <pc:sldMk cId="3269103187" sldId="303"/>
            <ac:picMk id="4" creationId="{4651D8E4-3C97-60B2-78BD-621201EC000D}"/>
          </ac:picMkLst>
        </pc:picChg>
        <pc:picChg chg="add mod ord">
          <ac:chgData name="Taylor Ilov" userId="S::taylor.ilov@cmsenergy.com::b3e8fa34-e639-4d12-a6dc-5e3032b39fb7" providerId="AD" clId="Web-{66F67819-BFE5-A5E2-998C-36ACDBDF031C}" dt="2026-06-05T21:08:02.534" v="86" actId="1076"/>
          <ac:picMkLst>
            <pc:docMk/>
            <pc:sldMk cId="3269103187" sldId="303"/>
            <ac:picMk id="5" creationId="{417A69CB-440F-E6A2-8AEB-A1ACC5B51E7C}"/>
          </ac:picMkLst>
        </pc:picChg>
        <pc:picChg chg="add mod">
          <ac:chgData name="Taylor Ilov" userId="S::taylor.ilov@cmsenergy.com::b3e8fa34-e639-4d12-a6dc-5e3032b39fb7" providerId="AD" clId="Web-{66F67819-BFE5-A5E2-998C-36ACDBDF031C}" dt="2026-06-05T21:06:31.514" v="57" actId="1076"/>
          <ac:picMkLst>
            <pc:docMk/>
            <pc:sldMk cId="3269103187" sldId="303"/>
            <ac:picMk id="7" creationId="{15CB5896-AC04-5916-D7D8-633E2FBB6750}"/>
          </ac:picMkLst>
        </pc:picChg>
        <pc:cxnChg chg="add mod">
          <ac:chgData name="Taylor Ilov" userId="S::taylor.ilov@cmsenergy.com::b3e8fa34-e639-4d12-a6dc-5e3032b39fb7" providerId="AD" clId="Web-{66F67819-BFE5-A5E2-998C-36ACDBDF031C}" dt="2026-06-05T21:07:33.220" v="76"/>
          <ac:cxnSpMkLst>
            <pc:docMk/>
            <pc:sldMk cId="3269103187" sldId="303"/>
            <ac:cxnSpMk id="11" creationId="{733EA838-D53C-E6CD-C183-3F231EC754A5}"/>
          </ac:cxnSpMkLst>
        </pc:cxnChg>
        <pc:cxnChg chg="add mod">
          <ac:chgData name="Taylor Ilov" userId="S::taylor.ilov@cmsenergy.com::b3e8fa34-e639-4d12-a6dc-5e3032b39fb7" providerId="AD" clId="Web-{66F67819-BFE5-A5E2-998C-36ACDBDF031C}" dt="2026-06-05T21:08:09.612" v="90"/>
          <ac:cxnSpMkLst>
            <pc:docMk/>
            <pc:sldMk cId="3269103187" sldId="303"/>
            <ac:cxnSpMk id="12" creationId="{3976D1EA-BC72-0F54-E85C-B8B425938E49}"/>
          </ac:cxnSpMkLst>
        </pc:cxnChg>
      </pc:sldChg>
    </pc:docChg>
  </pc:docChgLst>
  <pc:docChgLst>
    <pc:chgData name="Taylor Ilov" userId="S::taylor.ilov@cmsenergy.com::b3e8fa34-e639-4d12-a6dc-5e3032b39fb7" providerId="AD" clId="Web-{3D47FE1E-9009-4D69-5C12-1932A4540A54}"/>
    <pc:docChg chg="modSld">
      <pc:chgData name="Taylor Ilov" userId="S::taylor.ilov@cmsenergy.com::b3e8fa34-e639-4d12-a6dc-5e3032b39fb7" providerId="AD" clId="Web-{3D47FE1E-9009-4D69-5C12-1932A4540A54}" dt="2026-06-15T03:35:49.610" v="11" actId="20577"/>
      <pc:docMkLst>
        <pc:docMk/>
      </pc:docMkLst>
      <pc:sldChg chg="modSp">
        <pc:chgData name="Taylor Ilov" userId="S::taylor.ilov@cmsenergy.com::b3e8fa34-e639-4d12-a6dc-5e3032b39fb7" providerId="AD" clId="Web-{3D47FE1E-9009-4D69-5C12-1932A4540A54}" dt="2026-06-15T03:35:45.891" v="8" actId="20577"/>
        <pc:sldMkLst>
          <pc:docMk/>
          <pc:sldMk cId="2052507368" sldId="256"/>
        </pc:sldMkLst>
        <pc:spChg chg="mod">
          <ac:chgData name="Taylor Ilov" userId="S::taylor.ilov@cmsenergy.com::b3e8fa34-e639-4d12-a6dc-5e3032b39fb7" providerId="AD" clId="Web-{3D47FE1E-9009-4D69-5C12-1932A4540A54}" dt="2026-06-15T03:35:45.891" v="8" actId="20577"/>
          <ac:spMkLst>
            <pc:docMk/>
            <pc:sldMk cId="2052507368" sldId="256"/>
            <ac:spMk id="2" creationId="{D9B8750B-80A9-3759-00E2-7796EC77173C}"/>
          </ac:spMkLst>
        </pc:spChg>
      </pc:sldChg>
      <pc:sldChg chg="modSp">
        <pc:chgData name="Taylor Ilov" userId="S::taylor.ilov@cmsenergy.com::b3e8fa34-e639-4d12-a6dc-5e3032b39fb7" providerId="AD" clId="Web-{3D47FE1E-9009-4D69-5C12-1932A4540A54}" dt="2026-06-15T03:35:49.610" v="11" actId="20577"/>
        <pc:sldMkLst>
          <pc:docMk/>
          <pc:sldMk cId="274954407" sldId="257"/>
        </pc:sldMkLst>
        <pc:spChg chg="mod">
          <ac:chgData name="Taylor Ilov" userId="S::taylor.ilov@cmsenergy.com::b3e8fa34-e639-4d12-a6dc-5e3032b39fb7" providerId="AD" clId="Web-{3D47FE1E-9009-4D69-5C12-1932A4540A54}" dt="2026-06-15T03:35:49.610" v="11" actId="20577"/>
          <ac:spMkLst>
            <pc:docMk/>
            <pc:sldMk cId="274954407" sldId="257"/>
            <ac:spMk id="2" creationId="{E34B602E-2C3B-4F08-5E75-F752CAE78886}"/>
          </ac:spMkLst>
        </pc:spChg>
      </pc:sldChg>
      <pc:sldChg chg="modSp">
        <pc:chgData name="Taylor Ilov" userId="S::taylor.ilov@cmsenergy.com::b3e8fa34-e639-4d12-a6dc-5e3032b39fb7" providerId="AD" clId="Web-{3D47FE1E-9009-4D69-5C12-1932A4540A54}" dt="2026-06-15T03:35:40.985" v="4" actId="20577"/>
        <pc:sldMkLst>
          <pc:docMk/>
          <pc:sldMk cId="3093726476" sldId="261"/>
        </pc:sldMkLst>
        <pc:spChg chg="mod">
          <ac:chgData name="Taylor Ilov" userId="S::taylor.ilov@cmsenergy.com::b3e8fa34-e639-4d12-a6dc-5e3032b39fb7" providerId="AD" clId="Web-{3D47FE1E-9009-4D69-5C12-1932A4540A54}" dt="2026-06-15T03:35:40.985" v="4" actId="20577"/>
          <ac:spMkLst>
            <pc:docMk/>
            <pc:sldMk cId="3093726476" sldId="261"/>
            <ac:spMk id="7" creationId="{B597FD0F-3E1D-D644-5432-29FF22D04E82}"/>
          </ac:spMkLst>
        </pc:spChg>
      </pc:sldChg>
      <pc:sldChg chg="modSp">
        <pc:chgData name="Taylor Ilov" userId="S::taylor.ilov@cmsenergy.com::b3e8fa34-e639-4d12-a6dc-5e3032b39fb7" providerId="AD" clId="Web-{3D47FE1E-9009-4D69-5C12-1932A4540A54}" dt="2026-06-15T03:35:42.954" v="5" actId="20577"/>
        <pc:sldMkLst>
          <pc:docMk/>
          <pc:sldMk cId="1180415898" sldId="270"/>
        </pc:sldMkLst>
        <pc:spChg chg="mod">
          <ac:chgData name="Taylor Ilov" userId="S::taylor.ilov@cmsenergy.com::b3e8fa34-e639-4d12-a6dc-5e3032b39fb7" providerId="AD" clId="Web-{3D47FE1E-9009-4D69-5C12-1932A4540A54}" dt="2026-06-15T03:35:42.954" v="5" actId="20577"/>
          <ac:spMkLst>
            <pc:docMk/>
            <pc:sldMk cId="1180415898" sldId="270"/>
            <ac:spMk id="7" creationId="{0C66E776-CABB-A883-38E3-FB62E6868850}"/>
          </ac:spMkLst>
        </pc:spChg>
      </pc:sldChg>
      <pc:sldChg chg="delSp">
        <pc:chgData name="Taylor Ilov" userId="S::taylor.ilov@cmsenergy.com::b3e8fa34-e639-4d12-a6dc-5e3032b39fb7" providerId="AD" clId="Web-{3D47FE1E-9009-4D69-5C12-1932A4540A54}" dt="2026-06-15T03:35:14.110" v="0"/>
        <pc:sldMkLst>
          <pc:docMk/>
          <pc:sldMk cId="429306594" sldId="2147483632"/>
        </pc:sldMkLst>
      </pc:sldChg>
      <pc:sldChg chg="modSp">
        <pc:chgData name="Taylor Ilov" userId="S::taylor.ilov@cmsenergy.com::b3e8fa34-e639-4d12-a6dc-5e3032b39fb7" providerId="AD" clId="Web-{3D47FE1E-9009-4D69-5C12-1932A4540A54}" dt="2026-06-15T03:35:37.954" v="3" actId="20577"/>
        <pc:sldMkLst>
          <pc:docMk/>
          <pc:sldMk cId="309092209" sldId="2147483642"/>
        </pc:sldMkLst>
        <pc:spChg chg="mod">
          <ac:chgData name="Taylor Ilov" userId="S::taylor.ilov@cmsenergy.com::b3e8fa34-e639-4d12-a6dc-5e3032b39fb7" providerId="AD" clId="Web-{3D47FE1E-9009-4D69-5C12-1932A4540A54}" dt="2026-06-15T03:35:37.954" v="3" actId="20577"/>
          <ac:spMkLst>
            <pc:docMk/>
            <pc:sldMk cId="309092209" sldId="2147483642"/>
            <ac:spMk id="7" creationId="{4C70A362-5F9D-E986-8A1E-DFA31FDD6FB7}"/>
          </ac:spMkLst>
        </pc:spChg>
      </pc:sldChg>
    </pc:docChg>
  </pc:docChgLst>
  <pc:docChgLst>
    <pc:chgData name="Jose Diaz" userId="S::jose.diaz@cmsenergy.com::517cb5ef-6fb8-49bc-8303-535c95eee28f" providerId="AD" clId="Web-{A7BF68C5-8FF1-2E68-6DBE-E515AC88F632}"/>
    <pc:docChg chg="modSld">
      <pc:chgData name="Jose Diaz" userId="S::jose.diaz@cmsenergy.com::517cb5ef-6fb8-49bc-8303-535c95eee28f" providerId="AD" clId="Web-{A7BF68C5-8FF1-2E68-6DBE-E515AC88F632}" dt="2026-06-16T01:40:48.010" v="1"/>
      <pc:docMkLst>
        <pc:docMk/>
      </pc:docMkLst>
      <pc:sldChg chg="addSp delSp modSp">
        <pc:chgData name="Jose Diaz" userId="S::jose.diaz@cmsenergy.com::517cb5ef-6fb8-49bc-8303-535c95eee28f" providerId="AD" clId="Web-{A7BF68C5-8FF1-2E68-6DBE-E515AC88F632}" dt="2026-06-16T01:40:48.010" v="1"/>
        <pc:sldMkLst>
          <pc:docMk/>
          <pc:sldMk cId="1156021881" sldId="283"/>
        </pc:sldMkLst>
        <pc:graphicFrameChg chg="add mod">
          <ac:chgData name="Jose Diaz" userId="S::jose.diaz@cmsenergy.com::517cb5ef-6fb8-49bc-8303-535c95eee28f" providerId="AD" clId="Web-{A7BF68C5-8FF1-2E68-6DBE-E515AC88F632}" dt="2026-06-16T01:31:35.605" v="0"/>
          <ac:graphicFrameMkLst>
            <pc:docMk/>
            <pc:sldMk cId="1156021881" sldId="283"/>
            <ac:graphicFrameMk id="4" creationId="{DC0EF1FE-85F9-B61D-E7D5-3E4E1984CAD7}"/>
          </ac:graphicFrameMkLst>
        </pc:graphicFrameChg>
        <pc:graphicFrameChg chg="del">
          <ac:chgData name="Jose Diaz" userId="S::jose.diaz@cmsenergy.com::517cb5ef-6fb8-49bc-8303-535c95eee28f" providerId="AD" clId="Web-{A7BF68C5-8FF1-2E68-6DBE-E515AC88F632}" dt="2026-06-16T01:40:48.010" v="1"/>
          <ac:graphicFrameMkLst>
            <pc:docMk/>
            <pc:sldMk cId="1156021881" sldId="283"/>
            <ac:graphicFrameMk id="8" creationId="{8C5B9C17-96B2-9123-30FE-C58718F2884F}"/>
          </ac:graphicFrameMkLst>
        </pc:graphicFrameChg>
      </pc:sldChg>
    </pc:docChg>
  </pc:docChgLst>
  <pc:docChgLst>
    <pc:chgData name="Taylor Ilov" userId="S::taylor.ilov@cmsenergy.com::b3e8fa34-e639-4d12-a6dc-5e3032b39fb7" providerId="AD" clId="Web-{3B1A44D2-9D24-F9F4-32A3-B053BD985515}"/>
    <pc:docChg chg="delSld modSld modSection">
      <pc:chgData name="Taylor Ilov" userId="S::taylor.ilov@cmsenergy.com::b3e8fa34-e639-4d12-a6dc-5e3032b39fb7" providerId="AD" clId="Web-{3B1A44D2-9D24-F9F4-32A3-B053BD985515}" dt="2026-06-01T17:59:48.827" v="44" actId="20577"/>
      <pc:docMkLst>
        <pc:docMk/>
      </pc:docMkLst>
      <pc:sldChg chg="modSp">
        <pc:chgData name="Taylor Ilov" userId="S::taylor.ilov@cmsenergy.com::b3e8fa34-e639-4d12-a6dc-5e3032b39fb7" providerId="AD" clId="Web-{3B1A44D2-9D24-F9F4-32A3-B053BD985515}" dt="2026-06-01T17:59:42.858" v="41" actId="20577"/>
        <pc:sldMkLst>
          <pc:docMk/>
          <pc:sldMk cId="2828065825" sldId="258"/>
        </pc:sldMkLst>
        <pc:spChg chg="mod">
          <ac:chgData name="Taylor Ilov" userId="S::taylor.ilov@cmsenergy.com::b3e8fa34-e639-4d12-a6dc-5e3032b39fb7" providerId="AD" clId="Web-{3B1A44D2-9D24-F9F4-32A3-B053BD985515}" dt="2026-06-01T17:59:42.858" v="41" actId="20577"/>
          <ac:spMkLst>
            <pc:docMk/>
            <pc:sldMk cId="2828065825" sldId="258"/>
            <ac:spMk id="7" creationId="{F363667B-981C-A7C5-B405-AF1006A4BA19}"/>
          </ac:spMkLst>
        </pc:spChg>
      </pc:sldChg>
      <pc:sldChg chg="modSp">
        <pc:chgData name="Taylor Ilov" userId="S::taylor.ilov@cmsenergy.com::b3e8fa34-e639-4d12-a6dc-5e3032b39fb7" providerId="AD" clId="Web-{3B1A44D2-9D24-F9F4-32A3-B053BD985515}" dt="2026-06-01T17:59:38.311" v="37"/>
        <pc:sldMkLst>
          <pc:docMk/>
          <pc:sldMk cId="3692638522" sldId="280"/>
        </pc:sldMkLst>
        <pc:graphicFrameChg chg="mod modGraphic">
          <ac:chgData name="Taylor Ilov" userId="S::taylor.ilov@cmsenergy.com::b3e8fa34-e639-4d12-a6dc-5e3032b39fb7" providerId="AD" clId="Web-{3B1A44D2-9D24-F9F4-32A3-B053BD985515}" dt="2026-06-01T17:59:38.311" v="37"/>
          <ac:graphicFrameMkLst>
            <pc:docMk/>
            <pc:sldMk cId="3692638522" sldId="280"/>
            <ac:graphicFrameMk id="11" creationId="{17F055A7-BB2E-3BF1-B0E5-02D3240DD088}"/>
          </ac:graphicFrameMkLst>
        </pc:graphicFrameChg>
      </pc:sldChg>
      <pc:sldChg chg="modSp">
        <pc:chgData name="Taylor Ilov" userId="S::taylor.ilov@cmsenergy.com::b3e8fa34-e639-4d12-a6dc-5e3032b39fb7" providerId="AD" clId="Web-{3B1A44D2-9D24-F9F4-32A3-B053BD985515}" dt="2026-06-01T17:59:17.858" v="10" actId="1076"/>
        <pc:sldMkLst>
          <pc:docMk/>
          <pc:sldMk cId="429306594" sldId="2147483632"/>
        </pc:sldMkLst>
        <pc:spChg chg="mod">
          <ac:chgData name="Taylor Ilov" userId="S::taylor.ilov@cmsenergy.com::b3e8fa34-e639-4d12-a6dc-5e3032b39fb7" providerId="AD" clId="Web-{3B1A44D2-9D24-F9F4-32A3-B053BD985515}" dt="2026-06-01T17:59:17.826" v="8" actId="1076"/>
          <ac:spMkLst>
            <pc:docMk/>
            <pc:sldMk cId="429306594" sldId="2147483632"/>
            <ac:spMk id="2" creationId="{440C7EC6-DBBB-DA51-BFFF-8CA5BC63AD30}"/>
          </ac:spMkLst>
        </pc:spChg>
        <pc:spChg chg="mod">
          <ac:chgData name="Taylor Ilov" userId="S::taylor.ilov@cmsenergy.com::b3e8fa34-e639-4d12-a6dc-5e3032b39fb7" providerId="AD" clId="Web-{3B1A44D2-9D24-F9F4-32A3-B053BD985515}" dt="2026-06-01T17:59:17.842" v="9" actId="1076"/>
          <ac:spMkLst>
            <pc:docMk/>
            <pc:sldMk cId="429306594" sldId="2147483632"/>
            <ac:spMk id="5" creationId="{190299F6-71FD-C862-BBAE-0A1B505E3A82}"/>
          </ac:spMkLst>
        </pc:spChg>
        <pc:spChg chg="mod">
          <ac:chgData name="Taylor Ilov" userId="S::taylor.ilov@cmsenergy.com::b3e8fa34-e639-4d12-a6dc-5e3032b39fb7" providerId="AD" clId="Web-{3B1A44D2-9D24-F9F4-32A3-B053BD985515}" dt="2026-06-01T17:59:17.764" v="4" actId="1076"/>
          <ac:spMkLst>
            <pc:docMk/>
            <pc:sldMk cId="429306594" sldId="2147483632"/>
            <ac:spMk id="7" creationId="{31E00338-5619-11A3-BAFF-7FB71EE17928}"/>
          </ac:spMkLst>
        </pc:spChg>
        <pc:spChg chg="mod">
          <ac:chgData name="Taylor Ilov" userId="S::taylor.ilov@cmsenergy.com::b3e8fa34-e639-4d12-a6dc-5e3032b39fb7" providerId="AD" clId="Web-{3B1A44D2-9D24-F9F4-32A3-B053BD985515}" dt="2026-06-01T17:59:17.780" v="5" actId="1076"/>
          <ac:spMkLst>
            <pc:docMk/>
            <pc:sldMk cId="429306594" sldId="2147483632"/>
            <ac:spMk id="8" creationId="{D7CD0002-0816-D81E-8E98-17B201F8556D}"/>
          </ac:spMkLst>
        </pc:spChg>
        <pc:spChg chg="mod">
          <ac:chgData name="Taylor Ilov" userId="S::taylor.ilov@cmsenergy.com::b3e8fa34-e639-4d12-a6dc-5e3032b39fb7" providerId="AD" clId="Web-{3B1A44D2-9D24-F9F4-32A3-B053BD985515}" dt="2026-06-01T17:59:17.795" v="6" actId="1076"/>
          <ac:spMkLst>
            <pc:docMk/>
            <pc:sldMk cId="429306594" sldId="2147483632"/>
            <ac:spMk id="12" creationId="{4E5E7236-32C8-A033-8F10-76C1A5930AEA}"/>
          </ac:spMkLst>
        </pc:spChg>
        <pc:spChg chg="mod">
          <ac:chgData name="Taylor Ilov" userId="S::taylor.ilov@cmsenergy.com::b3e8fa34-e639-4d12-a6dc-5e3032b39fb7" providerId="AD" clId="Web-{3B1A44D2-9D24-F9F4-32A3-B053BD985515}" dt="2026-06-01T17:58:43.622" v="3" actId="20577"/>
          <ac:spMkLst>
            <pc:docMk/>
            <pc:sldMk cId="429306594" sldId="2147483632"/>
            <ac:spMk id="14" creationId="{1A3158E1-7695-0C81-4A14-28927869505A}"/>
          </ac:spMkLst>
        </pc:spChg>
        <pc:spChg chg="mod">
          <ac:chgData name="Taylor Ilov" userId="S::taylor.ilov@cmsenergy.com::b3e8fa34-e639-4d12-a6dc-5e3032b39fb7" providerId="AD" clId="Web-{3B1A44D2-9D24-F9F4-32A3-B053BD985515}" dt="2026-06-01T17:59:17.811" v="7" actId="1076"/>
          <ac:spMkLst>
            <pc:docMk/>
            <pc:sldMk cId="429306594" sldId="2147483632"/>
            <ac:spMk id="20" creationId="{E37498B5-50A6-1993-F4E6-D125CEC4558D}"/>
          </ac:spMkLst>
        </pc:spChg>
      </pc:sldChg>
    </pc:docChg>
  </pc:docChgLst>
  <pc:docChgLst>
    <pc:chgData name="Taylor Ilov" userId="S::taylor.ilov@cmsenergy.com::b3e8fa34-e639-4d12-a6dc-5e3032b39fb7" providerId="AD" clId="Web-{A77C5B50-343F-A606-C2C4-5B3B165C8AC4}"/>
    <pc:docChg chg="delSld modSld modSection">
      <pc:chgData name="Taylor Ilov" userId="S::taylor.ilov@cmsenergy.com::b3e8fa34-e639-4d12-a6dc-5e3032b39fb7" providerId="AD" clId="Web-{A77C5B50-343F-A606-C2C4-5B3B165C8AC4}" dt="2026-06-15T03:31:31.816" v="26"/>
      <pc:docMkLst>
        <pc:docMk/>
      </pc:docMkLst>
      <pc:sldChg chg="modSp">
        <pc:chgData name="Taylor Ilov" userId="S::taylor.ilov@cmsenergy.com::b3e8fa34-e639-4d12-a6dc-5e3032b39fb7" providerId="AD" clId="Web-{A77C5B50-343F-A606-C2C4-5B3B165C8AC4}" dt="2026-06-15T03:30:44.910" v="23"/>
        <pc:sldMkLst>
          <pc:docMk/>
          <pc:sldMk cId="3692638522" sldId="280"/>
        </pc:sldMkLst>
        <pc:graphicFrameChg chg="modGraphic">
          <ac:chgData name="Taylor Ilov" userId="S::taylor.ilov@cmsenergy.com::b3e8fa34-e639-4d12-a6dc-5e3032b39fb7" providerId="AD" clId="Web-{A77C5B50-343F-A606-C2C4-5B3B165C8AC4}" dt="2026-06-15T03:30:44.910" v="23"/>
          <ac:graphicFrameMkLst>
            <pc:docMk/>
            <pc:sldMk cId="3692638522" sldId="280"/>
            <ac:graphicFrameMk id="11" creationId="{17F055A7-BB2E-3BF1-B0E5-02D3240DD088}"/>
          </ac:graphicFrameMkLst>
        </pc:graphicFrameChg>
      </pc:sldChg>
      <pc:sldChg chg="delSp modSp">
        <pc:chgData name="Taylor Ilov" userId="S::taylor.ilov@cmsenergy.com::b3e8fa34-e639-4d12-a6dc-5e3032b39fb7" providerId="AD" clId="Web-{A77C5B50-343F-A606-C2C4-5B3B165C8AC4}" dt="2026-06-15T03:30:21.113" v="22"/>
        <pc:sldMkLst>
          <pc:docMk/>
          <pc:sldMk cId="429306594" sldId="2147483632"/>
        </pc:sldMkLst>
        <pc:spChg chg="mod">
          <ac:chgData name="Taylor Ilov" userId="S::taylor.ilov@cmsenergy.com::b3e8fa34-e639-4d12-a6dc-5e3032b39fb7" providerId="AD" clId="Web-{A77C5B50-343F-A606-C2C4-5B3B165C8AC4}" dt="2026-06-15T03:30:15.692" v="20" actId="20577"/>
          <ac:spMkLst>
            <pc:docMk/>
            <pc:sldMk cId="429306594" sldId="2147483632"/>
            <ac:spMk id="14" creationId="{1A3158E1-7695-0C81-4A14-28927869505A}"/>
          </ac:spMkLst>
        </pc:spChg>
      </pc:sldChg>
    </pc:docChg>
  </pc:docChgLst>
  <pc:docChgLst>
    <pc:chgData name="Taylor Ilov" userId="S::taylor.ilov@cmsenergy.com::b3e8fa34-e639-4d12-a6dc-5e3032b39fb7" providerId="AD" clId="Web-{E1F79A72-DA0D-D5F5-8913-92835685BCFC}"/>
    <pc:docChg chg="addSld modSld sldOrd modSection">
      <pc:chgData name="Taylor Ilov" userId="S::taylor.ilov@cmsenergy.com::b3e8fa34-e639-4d12-a6dc-5e3032b39fb7" providerId="AD" clId="Web-{E1F79A72-DA0D-D5F5-8913-92835685BCFC}" dt="2026-06-01T15:23:04.250" v="558" actId="20577"/>
      <pc:docMkLst>
        <pc:docMk/>
      </pc:docMkLst>
      <pc:sldChg chg="modSp">
        <pc:chgData name="Taylor Ilov" userId="S::taylor.ilov@cmsenergy.com::b3e8fa34-e639-4d12-a6dc-5e3032b39fb7" providerId="AD" clId="Web-{E1F79A72-DA0D-D5F5-8913-92835685BCFC}" dt="2026-06-01T15:22:57.578" v="555" actId="20577"/>
        <pc:sldMkLst>
          <pc:docMk/>
          <pc:sldMk cId="2052507368" sldId="256"/>
        </pc:sldMkLst>
        <pc:spChg chg="mod">
          <ac:chgData name="Taylor Ilov" userId="S::taylor.ilov@cmsenergy.com::b3e8fa34-e639-4d12-a6dc-5e3032b39fb7" providerId="AD" clId="Web-{E1F79A72-DA0D-D5F5-8913-92835685BCFC}" dt="2026-06-01T15:22:57.578" v="555" actId="20577"/>
          <ac:spMkLst>
            <pc:docMk/>
            <pc:sldMk cId="2052507368" sldId="256"/>
            <ac:spMk id="2" creationId="{D9B8750B-80A9-3759-00E2-7796EC77173C}"/>
          </ac:spMkLst>
        </pc:spChg>
      </pc:sldChg>
      <pc:sldChg chg="modSp">
        <pc:chgData name="Taylor Ilov" userId="S::taylor.ilov@cmsenergy.com::b3e8fa34-e639-4d12-a6dc-5e3032b39fb7" providerId="AD" clId="Web-{E1F79A72-DA0D-D5F5-8913-92835685BCFC}" dt="2026-06-01T15:23:04.250" v="558" actId="20577"/>
        <pc:sldMkLst>
          <pc:docMk/>
          <pc:sldMk cId="274954407" sldId="257"/>
        </pc:sldMkLst>
        <pc:spChg chg="mod">
          <ac:chgData name="Taylor Ilov" userId="S::taylor.ilov@cmsenergy.com::b3e8fa34-e639-4d12-a6dc-5e3032b39fb7" providerId="AD" clId="Web-{E1F79A72-DA0D-D5F5-8913-92835685BCFC}" dt="2026-06-01T15:23:04.250" v="558" actId="20577"/>
          <ac:spMkLst>
            <pc:docMk/>
            <pc:sldMk cId="274954407" sldId="257"/>
            <ac:spMk id="2" creationId="{E34B602E-2C3B-4F08-5E75-F752CAE78886}"/>
          </ac:spMkLst>
        </pc:spChg>
      </pc:sldChg>
      <pc:sldChg chg="modSp">
        <pc:chgData name="Taylor Ilov" userId="S::taylor.ilov@cmsenergy.com::b3e8fa34-e639-4d12-a6dc-5e3032b39fb7" providerId="AD" clId="Web-{E1F79A72-DA0D-D5F5-8913-92835685BCFC}" dt="2026-06-01T15:20:10.337" v="517" actId="20577"/>
        <pc:sldMkLst>
          <pc:docMk/>
          <pc:sldMk cId="2828065825" sldId="258"/>
        </pc:sldMkLst>
        <pc:spChg chg="mod">
          <ac:chgData name="Taylor Ilov" userId="S::taylor.ilov@cmsenergy.com::b3e8fa34-e639-4d12-a6dc-5e3032b39fb7" providerId="AD" clId="Web-{E1F79A72-DA0D-D5F5-8913-92835685BCFC}" dt="2026-06-01T15:20:10.337" v="517" actId="20577"/>
          <ac:spMkLst>
            <pc:docMk/>
            <pc:sldMk cId="2828065825" sldId="258"/>
            <ac:spMk id="7" creationId="{F363667B-981C-A7C5-B405-AF1006A4BA19}"/>
          </ac:spMkLst>
        </pc:spChg>
      </pc:sldChg>
      <pc:sldChg chg="modSp">
        <pc:chgData name="Taylor Ilov" userId="S::taylor.ilov@cmsenergy.com::b3e8fa34-e639-4d12-a6dc-5e3032b39fb7" providerId="AD" clId="Web-{E1F79A72-DA0D-D5F5-8913-92835685BCFC}" dt="2026-06-01T15:22:52.890" v="553" actId="20577"/>
        <pc:sldMkLst>
          <pc:docMk/>
          <pc:sldMk cId="3093726476" sldId="261"/>
        </pc:sldMkLst>
        <pc:spChg chg="mod">
          <ac:chgData name="Taylor Ilov" userId="S::taylor.ilov@cmsenergy.com::b3e8fa34-e639-4d12-a6dc-5e3032b39fb7" providerId="AD" clId="Web-{E1F79A72-DA0D-D5F5-8913-92835685BCFC}" dt="2026-06-01T15:22:52.890" v="553" actId="20577"/>
          <ac:spMkLst>
            <pc:docMk/>
            <pc:sldMk cId="3093726476" sldId="261"/>
            <ac:spMk id="7" creationId="{B597FD0F-3E1D-D644-5432-29FF22D04E82}"/>
          </ac:spMkLst>
        </pc:spChg>
      </pc:sldChg>
      <pc:sldChg chg="modSp">
        <pc:chgData name="Taylor Ilov" userId="S::taylor.ilov@cmsenergy.com::b3e8fa34-e639-4d12-a6dc-5e3032b39fb7" providerId="AD" clId="Web-{E1F79A72-DA0D-D5F5-8913-92835685BCFC}" dt="2026-06-01T15:02:34.467" v="10" actId="20577"/>
        <pc:sldMkLst>
          <pc:docMk/>
          <pc:sldMk cId="3852294437" sldId="268"/>
        </pc:sldMkLst>
        <pc:spChg chg="mod">
          <ac:chgData name="Taylor Ilov" userId="S::taylor.ilov@cmsenergy.com::b3e8fa34-e639-4d12-a6dc-5e3032b39fb7" providerId="AD" clId="Web-{E1F79A72-DA0D-D5F5-8913-92835685BCFC}" dt="2026-06-01T15:02:34.467" v="10" actId="20577"/>
          <ac:spMkLst>
            <pc:docMk/>
            <pc:sldMk cId="3852294437" sldId="268"/>
            <ac:spMk id="4" creationId="{81A08FD6-7E06-AEC4-FC0F-CD07B69918CC}"/>
          </ac:spMkLst>
        </pc:spChg>
      </pc:sldChg>
      <pc:sldChg chg="modSp">
        <pc:chgData name="Taylor Ilov" userId="S::taylor.ilov@cmsenergy.com::b3e8fa34-e639-4d12-a6dc-5e3032b39fb7" providerId="AD" clId="Web-{E1F79A72-DA0D-D5F5-8913-92835685BCFC}" dt="2026-06-01T15:22:55.359" v="554" actId="20577"/>
        <pc:sldMkLst>
          <pc:docMk/>
          <pc:sldMk cId="1180415898" sldId="270"/>
        </pc:sldMkLst>
        <pc:spChg chg="mod">
          <ac:chgData name="Taylor Ilov" userId="S::taylor.ilov@cmsenergy.com::b3e8fa34-e639-4d12-a6dc-5e3032b39fb7" providerId="AD" clId="Web-{E1F79A72-DA0D-D5F5-8913-92835685BCFC}" dt="2026-06-01T15:22:55.359" v="554" actId="20577"/>
          <ac:spMkLst>
            <pc:docMk/>
            <pc:sldMk cId="1180415898" sldId="270"/>
            <ac:spMk id="7" creationId="{0C66E776-CABB-A883-38E3-FB62E6868850}"/>
          </ac:spMkLst>
        </pc:spChg>
      </pc:sldChg>
      <pc:sldChg chg="addSp delSp modSp">
        <pc:chgData name="Taylor Ilov" userId="S::taylor.ilov@cmsenergy.com::b3e8fa34-e639-4d12-a6dc-5e3032b39fb7" providerId="AD" clId="Web-{E1F79A72-DA0D-D5F5-8913-92835685BCFC}" dt="2026-06-01T15:08:33.685" v="110"/>
        <pc:sldMkLst>
          <pc:docMk/>
          <pc:sldMk cId="2218206800" sldId="271"/>
        </pc:sldMkLst>
        <pc:graphicFrameChg chg="mod modGraphic">
          <ac:chgData name="Taylor Ilov" userId="S::taylor.ilov@cmsenergy.com::b3e8fa34-e639-4d12-a6dc-5e3032b39fb7" providerId="AD" clId="Web-{E1F79A72-DA0D-D5F5-8913-92835685BCFC}" dt="2026-06-01T15:08:33.685" v="110"/>
          <ac:graphicFrameMkLst>
            <pc:docMk/>
            <pc:sldMk cId="2218206800" sldId="271"/>
            <ac:graphicFrameMk id="8" creationId="{EBD8FAA2-4B6C-BC4B-328F-08ECDE8FD127}"/>
          </ac:graphicFrameMkLst>
        </pc:graphicFrameChg>
      </pc:sldChg>
      <pc:sldChg chg="addSp delSp modSp">
        <pc:chgData name="Taylor Ilov" userId="S::taylor.ilov@cmsenergy.com::b3e8fa34-e639-4d12-a6dc-5e3032b39fb7" providerId="AD" clId="Web-{E1F79A72-DA0D-D5F5-8913-92835685BCFC}" dt="2026-06-01T15:14:53.122" v="397" actId="20577"/>
        <pc:sldMkLst>
          <pc:docMk/>
          <pc:sldMk cId="3692638522" sldId="280"/>
        </pc:sldMkLst>
        <pc:spChg chg="mod">
          <ac:chgData name="Taylor Ilov" userId="S::taylor.ilov@cmsenergy.com::b3e8fa34-e639-4d12-a6dc-5e3032b39fb7" providerId="AD" clId="Web-{E1F79A72-DA0D-D5F5-8913-92835685BCFC}" dt="2026-06-01T15:14:36.840" v="386" actId="20577"/>
          <ac:spMkLst>
            <pc:docMk/>
            <pc:sldMk cId="3692638522" sldId="280"/>
            <ac:spMk id="3" creationId="{58573676-BFE1-83AA-90C9-0699928A0949}"/>
          </ac:spMkLst>
        </pc:spChg>
        <pc:spChg chg="mod">
          <ac:chgData name="Taylor Ilov" userId="S::taylor.ilov@cmsenergy.com::b3e8fa34-e639-4d12-a6dc-5e3032b39fb7" providerId="AD" clId="Web-{E1F79A72-DA0D-D5F5-8913-92835685BCFC}" dt="2026-06-01T15:14:53.122" v="397" actId="20577"/>
          <ac:spMkLst>
            <pc:docMk/>
            <pc:sldMk cId="3692638522" sldId="280"/>
            <ac:spMk id="8" creationId="{F068F04F-6DFB-171B-FC7A-BD61AE783CD5}"/>
          </ac:spMkLst>
        </pc:spChg>
        <pc:graphicFrameChg chg="mod modGraphic">
          <ac:chgData name="Taylor Ilov" userId="S::taylor.ilov@cmsenergy.com::b3e8fa34-e639-4d12-a6dc-5e3032b39fb7" providerId="AD" clId="Web-{E1F79A72-DA0D-D5F5-8913-92835685BCFC}" dt="2026-06-01T15:14:13.995" v="372"/>
          <ac:graphicFrameMkLst>
            <pc:docMk/>
            <pc:sldMk cId="3692638522" sldId="280"/>
            <ac:graphicFrameMk id="11" creationId="{17F055A7-BB2E-3BF1-B0E5-02D3240DD088}"/>
          </ac:graphicFrameMkLst>
        </pc:graphicFrameChg>
      </pc:sldChg>
      <pc:sldChg chg="addSp modSp">
        <pc:chgData name="Taylor Ilov" userId="S::taylor.ilov@cmsenergy.com::b3e8fa34-e639-4d12-a6dc-5e3032b39fb7" providerId="AD" clId="Web-{E1F79A72-DA0D-D5F5-8913-92835685BCFC}" dt="2026-06-01T15:21:52.888" v="546" actId="1076"/>
        <pc:sldMkLst>
          <pc:docMk/>
          <pc:sldMk cId="429306594" sldId="2147483632"/>
        </pc:sldMkLst>
        <pc:spChg chg="mod">
          <ac:chgData name="Taylor Ilov" userId="S::taylor.ilov@cmsenergy.com::b3e8fa34-e639-4d12-a6dc-5e3032b39fb7" providerId="AD" clId="Web-{E1F79A72-DA0D-D5F5-8913-92835685BCFC}" dt="2026-06-01T15:21:41.169" v="543" actId="1076"/>
          <ac:spMkLst>
            <pc:docMk/>
            <pc:sldMk cId="429306594" sldId="2147483632"/>
            <ac:spMk id="2" creationId="{440C7EC6-DBBB-DA51-BFFF-8CA5BC63AD30}"/>
          </ac:spMkLst>
        </pc:spChg>
        <pc:spChg chg="mod">
          <ac:chgData name="Taylor Ilov" userId="S::taylor.ilov@cmsenergy.com::b3e8fa34-e639-4d12-a6dc-5e3032b39fb7" providerId="AD" clId="Web-{E1F79A72-DA0D-D5F5-8913-92835685BCFC}" dt="2026-06-01T15:21:41.184" v="544" actId="1076"/>
          <ac:spMkLst>
            <pc:docMk/>
            <pc:sldMk cId="429306594" sldId="2147483632"/>
            <ac:spMk id="5" creationId="{190299F6-71FD-C862-BBAE-0A1B505E3A82}"/>
          </ac:spMkLst>
        </pc:spChg>
        <pc:spChg chg="mod">
          <ac:chgData name="Taylor Ilov" userId="S::taylor.ilov@cmsenergy.com::b3e8fa34-e639-4d12-a6dc-5e3032b39fb7" providerId="AD" clId="Web-{E1F79A72-DA0D-D5F5-8913-92835685BCFC}" dt="2026-06-01T15:16:38.907" v="449" actId="20577"/>
          <ac:spMkLst>
            <pc:docMk/>
            <pc:sldMk cId="429306594" sldId="2147483632"/>
            <ac:spMk id="6" creationId="{4CC7DFAC-34D3-91D3-2C54-3811D96D4D08}"/>
          </ac:spMkLst>
        </pc:spChg>
        <pc:spChg chg="mod">
          <ac:chgData name="Taylor Ilov" userId="S::taylor.ilov@cmsenergy.com::b3e8fa34-e639-4d12-a6dc-5e3032b39fb7" providerId="AD" clId="Web-{E1F79A72-DA0D-D5F5-8913-92835685BCFC}" dt="2026-06-01T15:21:52.888" v="546" actId="1076"/>
          <ac:spMkLst>
            <pc:docMk/>
            <pc:sldMk cId="429306594" sldId="2147483632"/>
            <ac:spMk id="7" creationId="{31E00338-5619-11A3-BAFF-7FB71EE17928}"/>
          </ac:spMkLst>
        </pc:spChg>
        <pc:spChg chg="mod">
          <ac:chgData name="Taylor Ilov" userId="S::taylor.ilov@cmsenergy.com::b3e8fa34-e639-4d12-a6dc-5e3032b39fb7" providerId="AD" clId="Web-{E1F79A72-DA0D-D5F5-8913-92835685BCFC}" dt="2026-06-01T15:21:41.137" v="540" actId="1076"/>
          <ac:spMkLst>
            <pc:docMk/>
            <pc:sldMk cId="429306594" sldId="2147483632"/>
            <ac:spMk id="8" creationId="{D7CD0002-0816-D81E-8E98-17B201F8556D}"/>
          </ac:spMkLst>
        </pc:spChg>
        <pc:spChg chg="mod">
          <ac:chgData name="Taylor Ilov" userId="S::taylor.ilov@cmsenergy.com::b3e8fa34-e639-4d12-a6dc-5e3032b39fb7" providerId="AD" clId="Web-{E1F79A72-DA0D-D5F5-8913-92835685BCFC}" dt="2026-06-01T15:21:07.839" v="529" actId="1076"/>
          <ac:spMkLst>
            <pc:docMk/>
            <pc:sldMk cId="429306594" sldId="2147483632"/>
            <ac:spMk id="9" creationId="{04ABBC89-EEC8-89D8-4B2B-F5F774610ECB}"/>
          </ac:spMkLst>
        </pc:spChg>
        <pc:spChg chg="mod">
          <ac:chgData name="Taylor Ilov" userId="S::taylor.ilov@cmsenergy.com::b3e8fa34-e639-4d12-a6dc-5e3032b39fb7" providerId="AD" clId="Web-{E1F79A72-DA0D-D5F5-8913-92835685BCFC}" dt="2026-06-01T15:21:41.137" v="541" actId="1076"/>
          <ac:spMkLst>
            <pc:docMk/>
            <pc:sldMk cId="429306594" sldId="2147483632"/>
            <ac:spMk id="12" creationId="{4E5E7236-32C8-A033-8F10-76C1A5930AEA}"/>
          </ac:spMkLst>
        </pc:spChg>
        <pc:spChg chg="mod">
          <ac:chgData name="Taylor Ilov" userId="S::taylor.ilov@cmsenergy.com::b3e8fa34-e639-4d12-a6dc-5e3032b39fb7" providerId="AD" clId="Web-{E1F79A72-DA0D-D5F5-8913-92835685BCFC}" dt="2026-06-01T15:20:47.604" v="526" actId="20577"/>
          <ac:spMkLst>
            <pc:docMk/>
            <pc:sldMk cId="429306594" sldId="2147483632"/>
            <ac:spMk id="14" creationId="{1A3158E1-7695-0C81-4A14-28927869505A}"/>
          </ac:spMkLst>
        </pc:spChg>
        <pc:spChg chg="mod">
          <ac:chgData name="Taylor Ilov" userId="S::taylor.ilov@cmsenergy.com::b3e8fa34-e639-4d12-a6dc-5e3032b39fb7" providerId="AD" clId="Web-{E1F79A72-DA0D-D5F5-8913-92835685BCFC}" dt="2026-06-01T15:21:41.153" v="542" actId="1076"/>
          <ac:spMkLst>
            <pc:docMk/>
            <pc:sldMk cId="429306594" sldId="2147483632"/>
            <ac:spMk id="20" creationId="{E37498B5-50A6-1993-F4E6-D125CEC4558D}"/>
          </ac:spMkLst>
        </pc:spChg>
      </pc:sldChg>
      <pc:sldChg chg="modSp">
        <pc:chgData name="Taylor Ilov" userId="S::taylor.ilov@cmsenergy.com::b3e8fa34-e639-4d12-a6dc-5e3032b39fb7" providerId="AD" clId="Web-{E1F79A72-DA0D-D5F5-8913-92835685BCFC}" dt="2026-06-01T15:15:18.357" v="405" actId="20577"/>
        <pc:sldMkLst>
          <pc:docMk/>
          <pc:sldMk cId="1808544518" sldId="2147483637"/>
        </pc:sldMkLst>
        <pc:spChg chg="mod">
          <ac:chgData name="Taylor Ilov" userId="S::taylor.ilov@cmsenergy.com::b3e8fa34-e639-4d12-a6dc-5e3032b39fb7" providerId="AD" clId="Web-{E1F79A72-DA0D-D5F5-8913-92835685BCFC}" dt="2026-06-01T15:15:09.778" v="402" actId="20577"/>
          <ac:spMkLst>
            <pc:docMk/>
            <pc:sldMk cId="1808544518" sldId="2147483637"/>
            <ac:spMk id="5" creationId="{2A0B2ECB-81D5-58D2-6118-D4651F04DC2A}"/>
          </ac:spMkLst>
        </pc:spChg>
        <pc:spChg chg="mod">
          <ac:chgData name="Taylor Ilov" userId="S::taylor.ilov@cmsenergy.com::b3e8fa34-e639-4d12-a6dc-5e3032b39fb7" providerId="AD" clId="Web-{E1F79A72-DA0D-D5F5-8913-92835685BCFC}" dt="2026-06-01T15:15:18.357" v="405" actId="20577"/>
          <ac:spMkLst>
            <pc:docMk/>
            <pc:sldMk cId="1808544518" sldId="2147483637"/>
            <ac:spMk id="6" creationId="{830222EA-B48B-A73B-8B97-C9D2C354B0CD}"/>
          </ac:spMkLst>
        </pc:spChg>
      </pc:sldChg>
      <pc:sldChg chg="modSp">
        <pc:chgData name="Taylor Ilov" userId="S::taylor.ilov@cmsenergy.com::b3e8fa34-e639-4d12-a6dc-5e3032b39fb7" providerId="AD" clId="Web-{E1F79A72-DA0D-D5F5-8913-92835685BCFC}" dt="2026-06-01T15:09:43.657" v="127" actId="20577"/>
        <pc:sldMkLst>
          <pc:docMk/>
          <pc:sldMk cId="2545389575" sldId="2147483641"/>
        </pc:sldMkLst>
      </pc:sldChg>
      <pc:sldChg chg="modSp add replId">
        <pc:chgData name="Taylor Ilov" userId="S::taylor.ilov@cmsenergy.com::b3e8fa34-e639-4d12-a6dc-5e3032b39fb7" providerId="AD" clId="Web-{E1F79A72-DA0D-D5F5-8913-92835685BCFC}" dt="2026-06-01T15:22:48.890" v="552" actId="20577"/>
        <pc:sldMkLst>
          <pc:docMk/>
          <pc:sldMk cId="309092209" sldId="2147483642"/>
        </pc:sldMkLst>
        <pc:spChg chg="mod">
          <ac:chgData name="Taylor Ilov" userId="S::taylor.ilov@cmsenergy.com::b3e8fa34-e639-4d12-a6dc-5e3032b39fb7" providerId="AD" clId="Web-{E1F79A72-DA0D-D5F5-8913-92835685BCFC}" dt="2026-06-01T15:22:48.890" v="552" actId="20577"/>
          <ac:spMkLst>
            <pc:docMk/>
            <pc:sldMk cId="309092209" sldId="2147483642"/>
            <ac:spMk id="7" creationId="{4C70A362-5F9D-E986-8A1E-DFA31FDD6FB7}"/>
          </ac:spMkLst>
        </pc:spChg>
      </pc:sldChg>
    </pc:docChg>
  </pc:docChgLst>
  <pc:docChgLst>
    <pc:chgData name="Jose Diaz" userId="S::jose.diaz@cmsenergy.com::517cb5ef-6fb8-49bc-8303-535c95eee28f" providerId="AD" clId="Web-{1F071076-9F5A-4AD6-DE60-0C6508616E5C}"/>
    <pc:docChg chg="modSld">
      <pc:chgData name="Jose Diaz" userId="S::jose.diaz@cmsenergy.com::517cb5ef-6fb8-49bc-8303-535c95eee28f" providerId="AD" clId="Web-{1F071076-9F5A-4AD6-DE60-0C6508616E5C}" dt="2026-06-16T02:07:49.203" v="153" actId="20577"/>
      <pc:docMkLst>
        <pc:docMk/>
      </pc:docMkLst>
      <pc:sldChg chg="addSp modSp">
        <pc:chgData name="Jose Diaz" userId="S::jose.diaz@cmsenergy.com::517cb5ef-6fb8-49bc-8303-535c95eee28f" providerId="AD" clId="Web-{1F071076-9F5A-4AD6-DE60-0C6508616E5C}" dt="2026-06-16T02:07:49.203" v="153" actId="20577"/>
        <pc:sldMkLst>
          <pc:docMk/>
          <pc:sldMk cId="1156021881" sldId="283"/>
        </pc:sldMkLst>
        <pc:spChg chg="add mod">
          <ac:chgData name="Jose Diaz" userId="S::jose.diaz@cmsenergy.com::517cb5ef-6fb8-49bc-8303-535c95eee28f" providerId="AD" clId="Web-{1F071076-9F5A-4AD6-DE60-0C6508616E5C}" dt="2026-06-16T02:07:49.203" v="153" actId="20577"/>
          <ac:spMkLst>
            <pc:docMk/>
            <pc:sldMk cId="1156021881" sldId="283"/>
            <ac:spMk id="4" creationId="{54C1F89D-9C22-DA58-C741-AE28EBB0C972}"/>
          </ac:spMkLst>
        </pc:spChg>
        <pc:spChg chg="add mod">
          <ac:chgData name="Jose Diaz" userId="S::jose.diaz@cmsenergy.com::517cb5ef-6fb8-49bc-8303-535c95eee28f" providerId="AD" clId="Web-{1F071076-9F5A-4AD6-DE60-0C6508616E5C}" dt="2026-06-16T01:57:34.479" v="36" actId="20577"/>
          <ac:spMkLst>
            <pc:docMk/>
            <pc:sldMk cId="1156021881" sldId="283"/>
            <ac:spMk id="5" creationId="{F943B832-BE91-211A-6591-1F08E94895D7}"/>
          </ac:spMkLst>
        </pc:spChg>
        <pc:picChg chg="mod">
          <ac:chgData name="Jose Diaz" userId="S::jose.diaz@cmsenergy.com::517cb5ef-6fb8-49bc-8303-535c95eee28f" providerId="AD" clId="Web-{1F071076-9F5A-4AD6-DE60-0C6508616E5C}" dt="2026-06-16T01:52:11.299" v="2" actId="1076"/>
          <ac:picMkLst>
            <pc:docMk/>
            <pc:sldMk cId="1156021881" sldId="283"/>
            <ac:picMk id="12" creationId="{7D1785CD-2552-36CF-D070-E5D8877B8D4B}"/>
          </ac:picMkLst>
        </pc:picChg>
      </pc:sldChg>
    </pc:docChg>
  </pc:docChgLst>
  <pc:docChgLst>
    <pc:chgData name="Taylor Ilov" userId="S::taylor.ilov@cmsenergy.com::b3e8fa34-e639-4d12-a6dc-5e3032b39fb7" providerId="AD" clId="Web-{B63EE3E0-AFB6-3BE8-3837-4E963754868C}"/>
    <pc:docChg chg="addSld delSld modSld modSection">
      <pc:chgData name="Taylor Ilov" userId="S::taylor.ilov@cmsenergy.com::b3e8fa34-e639-4d12-a6dc-5e3032b39fb7" providerId="AD" clId="Web-{B63EE3E0-AFB6-3BE8-3837-4E963754868C}" dt="2026-06-05T20:17:05.113" v="87"/>
      <pc:docMkLst>
        <pc:docMk/>
      </pc:docMkLst>
      <pc:sldChg chg="addSp delSp modSp">
        <pc:chgData name="Taylor Ilov" userId="S::taylor.ilov@cmsenergy.com::b3e8fa34-e639-4d12-a6dc-5e3032b39fb7" providerId="AD" clId="Web-{B63EE3E0-AFB6-3BE8-3837-4E963754868C}" dt="2026-06-05T20:13:50.402" v="56"/>
        <pc:sldMkLst>
          <pc:docMk/>
          <pc:sldMk cId="1833183138" sldId="259"/>
        </pc:sldMkLst>
        <pc:spChg chg="mod">
          <ac:chgData name="Taylor Ilov" userId="S::taylor.ilov@cmsenergy.com::b3e8fa34-e639-4d12-a6dc-5e3032b39fb7" providerId="AD" clId="Web-{B63EE3E0-AFB6-3BE8-3837-4E963754868C}" dt="2026-06-05T20:03:24.830" v="9" actId="20577"/>
          <ac:spMkLst>
            <pc:docMk/>
            <pc:sldMk cId="1833183138" sldId="259"/>
            <ac:spMk id="3" creationId="{D5F6BDA4-4607-D3B1-8B7E-B49B3FAD91DB}"/>
          </ac:spMkLst>
        </pc:spChg>
        <pc:spChg chg="add">
          <ac:chgData name="Taylor Ilov" userId="S::taylor.ilov@cmsenergy.com::b3e8fa34-e639-4d12-a6dc-5e3032b39fb7" providerId="AD" clId="Web-{B63EE3E0-AFB6-3BE8-3837-4E963754868C}" dt="2026-06-05T20:04:45.912" v="33"/>
          <ac:spMkLst>
            <pc:docMk/>
            <pc:sldMk cId="1833183138" sldId="259"/>
            <ac:spMk id="4" creationId="{FFD4A721-5966-340A-88A9-3F3DD0433589}"/>
          </ac:spMkLst>
        </pc:spChg>
        <pc:spChg chg="add mod">
          <ac:chgData name="Taylor Ilov" userId="S::taylor.ilov@cmsenergy.com::b3e8fa34-e639-4d12-a6dc-5e3032b39fb7" providerId="AD" clId="Web-{B63EE3E0-AFB6-3BE8-3837-4E963754868C}" dt="2026-06-05T20:12:19.149" v="49" actId="20577"/>
          <ac:spMkLst>
            <pc:docMk/>
            <pc:sldMk cId="1833183138" sldId="259"/>
            <ac:spMk id="6" creationId="{12B54D7A-AE21-5F27-0413-90C115BCCC6F}"/>
          </ac:spMkLst>
        </pc:spChg>
        <pc:picChg chg="add mod ord">
          <ac:chgData name="Taylor Ilov" userId="S::taylor.ilov@cmsenergy.com::b3e8fa34-e639-4d12-a6dc-5e3032b39fb7" providerId="AD" clId="Web-{B63EE3E0-AFB6-3BE8-3837-4E963754868C}" dt="2026-06-05T20:13:50.402" v="56"/>
          <ac:picMkLst>
            <pc:docMk/>
            <pc:sldMk cId="1833183138" sldId="259"/>
            <ac:picMk id="7" creationId="{90DEA3B7-19A7-2C85-A520-220ECAB76DF7}"/>
          </ac:picMkLst>
        </pc:picChg>
        <pc:picChg chg="mod">
          <ac:chgData name="Taylor Ilov" userId="S::taylor.ilov@cmsenergy.com::b3e8fa34-e639-4d12-a6dc-5e3032b39fb7" providerId="AD" clId="Web-{B63EE3E0-AFB6-3BE8-3837-4E963754868C}" dt="2026-06-05T20:11:54.569" v="45" actId="1076"/>
          <ac:picMkLst>
            <pc:docMk/>
            <pc:sldMk cId="1833183138" sldId="259"/>
            <ac:picMk id="14" creationId="{D05DD4E3-4637-3889-66C4-F8757DEB180C}"/>
          </ac:picMkLst>
        </pc:picChg>
      </pc:sldChg>
      <pc:sldChg chg="addSp delSp modSp">
        <pc:chgData name="Taylor Ilov" userId="S::taylor.ilov@cmsenergy.com::b3e8fa34-e639-4d12-a6dc-5e3032b39fb7" providerId="AD" clId="Web-{B63EE3E0-AFB6-3BE8-3837-4E963754868C}" dt="2026-06-05T20:04:58.319" v="41"/>
        <pc:sldMkLst>
          <pc:docMk/>
          <pc:sldMk cId="2803817993" sldId="260"/>
        </pc:sldMkLst>
        <pc:spChg chg="mod">
          <ac:chgData name="Taylor Ilov" userId="S::taylor.ilov@cmsenergy.com::b3e8fa34-e639-4d12-a6dc-5e3032b39fb7" providerId="AD" clId="Web-{B63EE3E0-AFB6-3BE8-3837-4E963754868C}" dt="2026-06-05T20:03:31.893" v="11" actId="20577"/>
          <ac:spMkLst>
            <pc:docMk/>
            <pc:sldMk cId="2803817993" sldId="260"/>
            <ac:spMk id="3" creationId="{524B996C-138A-812B-0802-7D4B0749ED86}"/>
          </ac:spMkLst>
        </pc:spChg>
      </pc:sldChg>
      <pc:sldChg chg="addSp delSp modSp add del">
        <pc:chgData name="Taylor Ilov" userId="S::taylor.ilov@cmsenergy.com::b3e8fa34-e639-4d12-a6dc-5e3032b39fb7" providerId="AD" clId="Web-{B63EE3E0-AFB6-3BE8-3837-4E963754868C}" dt="2026-06-05T20:04:54.662" v="40"/>
        <pc:sldMkLst>
          <pc:docMk/>
          <pc:sldMk cId="699363364" sldId="263"/>
        </pc:sldMkLst>
        <pc:spChg chg="mod">
          <ac:chgData name="Taylor Ilov" userId="S::taylor.ilov@cmsenergy.com::b3e8fa34-e639-4d12-a6dc-5e3032b39fb7" providerId="AD" clId="Web-{B63EE3E0-AFB6-3BE8-3837-4E963754868C}" dt="2026-06-05T20:03:34.253" v="13" actId="20577"/>
          <ac:spMkLst>
            <pc:docMk/>
            <pc:sldMk cId="699363364" sldId="263"/>
            <ac:spMk id="3" creationId="{C6E35483-5D9C-CD34-D555-0793DDBC34E4}"/>
          </ac:spMkLst>
        </pc:spChg>
      </pc:sldChg>
      <pc:sldChg chg="addSp delSp modSp">
        <pc:chgData name="Taylor Ilov" userId="S::taylor.ilov@cmsenergy.com::b3e8fa34-e639-4d12-a6dc-5e3032b39fb7" providerId="AD" clId="Web-{B63EE3E0-AFB6-3BE8-3837-4E963754868C}" dt="2026-06-05T20:04:50.849" v="37"/>
        <pc:sldMkLst>
          <pc:docMk/>
          <pc:sldMk cId="3768074636" sldId="264"/>
        </pc:sldMkLst>
        <pc:spChg chg="mod">
          <ac:chgData name="Taylor Ilov" userId="S::taylor.ilov@cmsenergy.com::b3e8fa34-e639-4d12-a6dc-5e3032b39fb7" providerId="AD" clId="Web-{B63EE3E0-AFB6-3BE8-3837-4E963754868C}" dt="2026-06-05T20:03:37.862" v="16" actId="20577"/>
          <ac:spMkLst>
            <pc:docMk/>
            <pc:sldMk cId="3768074636" sldId="264"/>
            <ac:spMk id="3" creationId="{EA0AD757-E8BD-524A-BC3C-FBFE6213A8FB}"/>
          </ac:spMkLst>
        </pc:spChg>
      </pc:sldChg>
      <pc:sldChg chg="modSp">
        <pc:chgData name="Taylor Ilov" userId="S::taylor.ilov@cmsenergy.com::b3e8fa34-e639-4d12-a6dc-5e3032b39fb7" providerId="AD" clId="Web-{B63EE3E0-AFB6-3BE8-3837-4E963754868C}" dt="2026-06-05T20:03:43.597" v="20" actId="20577"/>
        <pc:sldMkLst>
          <pc:docMk/>
          <pc:sldMk cId="1587443723" sldId="265"/>
        </pc:sldMkLst>
        <pc:spChg chg="mod">
          <ac:chgData name="Taylor Ilov" userId="S::taylor.ilov@cmsenergy.com::b3e8fa34-e639-4d12-a6dc-5e3032b39fb7" providerId="AD" clId="Web-{B63EE3E0-AFB6-3BE8-3837-4E963754868C}" dt="2026-06-05T20:03:43.597" v="20" actId="20577"/>
          <ac:spMkLst>
            <pc:docMk/>
            <pc:sldMk cId="1587443723" sldId="265"/>
            <ac:spMk id="3" creationId="{8CDE26A7-109C-FBBC-0CD4-6E425F8457FA}"/>
          </ac:spMkLst>
        </pc:spChg>
      </pc:sldChg>
      <pc:sldChg chg="modSp">
        <pc:chgData name="Taylor Ilov" userId="S::taylor.ilov@cmsenergy.com::b3e8fa34-e639-4d12-a6dc-5e3032b39fb7" providerId="AD" clId="Web-{B63EE3E0-AFB6-3BE8-3837-4E963754868C}" dt="2026-06-05T20:03:45.738" v="22" actId="20577"/>
        <pc:sldMkLst>
          <pc:docMk/>
          <pc:sldMk cId="3608340983" sldId="266"/>
        </pc:sldMkLst>
        <pc:spChg chg="mod">
          <ac:chgData name="Taylor Ilov" userId="S::taylor.ilov@cmsenergy.com::b3e8fa34-e639-4d12-a6dc-5e3032b39fb7" providerId="AD" clId="Web-{B63EE3E0-AFB6-3BE8-3837-4E963754868C}" dt="2026-06-05T20:03:45.738" v="22" actId="20577"/>
          <ac:spMkLst>
            <pc:docMk/>
            <pc:sldMk cId="3608340983" sldId="266"/>
            <ac:spMk id="3" creationId="{F3A4DC32-B4FF-6955-7F56-45089B729E14}"/>
          </ac:spMkLst>
        </pc:spChg>
      </pc:sldChg>
      <pc:sldChg chg="modSp">
        <pc:chgData name="Taylor Ilov" userId="S::taylor.ilov@cmsenergy.com::b3e8fa34-e639-4d12-a6dc-5e3032b39fb7" providerId="AD" clId="Web-{B63EE3E0-AFB6-3BE8-3837-4E963754868C}" dt="2026-06-05T20:03:48.144" v="24" actId="20577"/>
        <pc:sldMkLst>
          <pc:docMk/>
          <pc:sldMk cId="820699655" sldId="267"/>
        </pc:sldMkLst>
        <pc:spChg chg="mod">
          <ac:chgData name="Taylor Ilov" userId="S::taylor.ilov@cmsenergy.com::b3e8fa34-e639-4d12-a6dc-5e3032b39fb7" providerId="AD" clId="Web-{B63EE3E0-AFB6-3BE8-3837-4E963754868C}" dt="2026-06-05T20:03:48.144" v="24" actId="20577"/>
          <ac:spMkLst>
            <pc:docMk/>
            <pc:sldMk cId="820699655" sldId="267"/>
            <ac:spMk id="3" creationId="{6E08663A-3549-88BC-FF68-B545EED52234}"/>
          </ac:spMkLst>
        </pc:spChg>
      </pc:sldChg>
      <pc:sldChg chg="modSp">
        <pc:chgData name="Taylor Ilov" userId="S::taylor.ilov@cmsenergy.com::b3e8fa34-e639-4d12-a6dc-5e3032b39fb7" providerId="AD" clId="Web-{B63EE3E0-AFB6-3BE8-3837-4E963754868C}" dt="2026-06-05T20:03:40.815" v="18" actId="20577"/>
        <pc:sldMkLst>
          <pc:docMk/>
          <pc:sldMk cId="1543808296" sldId="269"/>
        </pc:sldMkLst>
        <pc:spChg chg="mod">
          <ac:chgData name="Taylor Ilov" userId="S::taylor.ilov@cmsenergy.com::b3e8fa34-e639-4d12-a6dc-5e3032b39fb7" providerId="AD" clId="Web-{B63EE3E0-AFB6-3BE8-3837-4E963754868C}" dt="2026-06-05T20:03:40.815" v="18" actId="20577"/>
          <ac:spMkLst>
            <pc:docMk/>
            <pc:sldMk cId="1543808296" sldId="269"/>
            <ac:spMk id="3" creationId="{38522C05-A9C2-8DC8-2788-908460C9CBF3}"/>
          </ac:spMkLst>
        </pc:spChg>
      </pc:sldChg>
      <pc:sldChg chg="modSp">
        <pc:chgData name="Taylor Ilov" userId="S::taylor.ilov@cmsenergy.com::b3e8fa34-e639-4d12-a6dc-5e3032b39fb7" providerId="AD" clId="Web-{B63EE3E0-AFB6-3BE8-3837-4E963754868C}" dt="2026-06-05T20:03:54.425" v="28" actId="20577"/>
        <pc:sldMkLst>
          <pc:docMk/>
          <pc:sldMk cId="2332482323" sldId="272"/>
        </pc:sldMkLst>
        <pc:spChg chg="mod">
          <ac:chgData name="Taylor Ilov" userId="S::taylor.ilov@cmsenergy.com::b3e8fa34-e639-4d12-a6dc-5e3032b39fb7" providerId="AD" clId="Web-{B63EE3E0-AFB6-3BE8-3837-4E963754868C}" dt="2026-06-05T20:03:54.425" v="28" actId="20577"/>
          <ac:spMkLst>
            <pc:docMk/>
            <pc:sldMk cId="2332482323" sldId="272"/>
            <ac:spMk id="3" creationId="{16B7D8F2-9BBB-995D-77AD-37E6DC2AFBA3}"/>
          </ac:spMkLst>
        </pc:spChg>
      </pc:sldChg>
      <pc:sldChg chg="modSp">
        <pc:chgData name="Taylor Ilov" userId="S::taylor.ilov@cmsenergy.com::b3e8fa34-e639-4d12-a6dc-5e3032b39fb7" providerId="AD" clId="Web-{B63EE3E0-AFB6-3BE8-3837-4E963754868C}" dt="2026-06-05T20:03:57.191" v="30" actId="20577"/>
        <pc:sldMkLst>
          <pc:docMk/>
          <pc:sldMk cId="2704727410" sldId="274"/>
        </pc:sldMkLst>
        <pc:spChg chg="mod">
          <ac:chgData name="Taylor Ilov" userId="S::taylor.ilov@cmsenergy.com::b3e8fa34-e639-4d12-a6dc-5e3032b39fb7" providerId="AD" clId="Web-{B63EE3E0-AFB6-3BE8-3837-4E963754868C}" dt="2026-06-05T20:03:57.191" v="30" actId="20577"/>
          <ac:spMkLst>
            <pc:docMk/>
            <pc:sldMk cId="2704727410" sldId="274"/>
            <ac:spMk id="3" creationId="{C6216EC9-1765-FB07-1BE3-5D4C851CEF43}"/>
          </ac:spMkLst>
        </pc:spChg>
      </pc:sldChg>
      <pc:sldChg chg="addSp delSp modSp new">
        <pc:chgData name="Taylor Ilov" userId="S::taylor.ilov@cmsenergy.com::b3e8fa34-e639-4d12-a6dc-5e3032b39fb7" providerId="AD" clId="Web-{B63EE3E0-AFB6-3BE8-3837-4E963754868C}" dt="2026-06-05T20:15:52.782" v="76" actId="20577"/>
        <pc:sldMkLst>
          <pc:docMk/>
          <pc:sldMk cId="9321823" sldId="275"/>
        </pc:sldMkLst>
        <pc:spChg chg="mod">
          <ac:chgData name="Taylor Ilov" userId="S::taylor.ilov@cmsenergy.com::b3e8fa34-e639-4d12-a6dc-5e3032b39fb7" providerId="AD" clId="Web-{B63EE3E0-AFB6-3BE8-3837-4E963754868C}" dt="2026-06-05T20:15:52.782" v="76" actId="20577"/>
          <ac:spMkLst>
            <pc:docMk/>
            <pc:sldMk cId="9321823" sldId="275"/>
            <ac:spMk id="3" creationId="{584E4C9A-0E9D-18EB-C6FE-D03DAF4B9CEE}"/>
          </ac:spMkLst>
        </pc:spChg>
        <pc:spChg chg="add mod">
          <ac:chgData name="Taylor Ilov" userId="S::taylor.ilov@cmsenergy.com::b3e8fa34-e639-4d12-a6dc-5e3032b39fb7" providerId="AD" clId="Web-{B63EE3E0-AFB6-3BE8-3837-4E963754868C}" dt="2026-06-05T20:15:11.499" v="66" actId="14100"/>
          <ac:spMkLst>
            <pc:docMk/>
            <pc:sldMk cId="9321823" sldId="275"/>
            <ac:spMk id="7" creationId="{EF0D7A64-5BC2-C67D-0699-DC790076D6E7}"/>
          </ac:spMkLst>
        </pc:spChg>
        <pc:picChg chg="add mod ord">
          <ac:chgData name="Taylor Ilov" userId="S::taylor.ilov@cmsenergy.com::b3e8fa34-e639-4d12-a6dc-5e3032b39fb7" providerId="AD" clId="Web-{B63EE3E0-AFB6-3BE8-3837-4E963754868C}" dt="2026-06-05T20:15:00.639" v="63" actId="1076"/>
          <ac:picMkLst>
            <pc:docMk/>
            <pc:sldMk cId="9321823" sldId="275"/>
            <ac:picMk id="4" creationId="{860AEB62-7BF4-9049-2EAD-E72BAB65A748}"/>
          </ac:picMkLst>
        </pc:picChg>
        <pc:picChg chg="add mod">
          <ac:chgData name="Taylor Ilov" userId="S::taylor.ilov@cmsenergy.com::b3e8fa34-e639-4d12-a6dc-5e3032b39fb7" providerId="AD" clId="Web-{B63EE3E0-AFB6-3BE8-3837-4E963754868C}" dt="2026-06-05T20:15:25.172" v="69"/>
          <ac:picMkLst>
            <pc:docMk/>
            <pc:sldMk cId="9321823" sldId="275"/>
            <ac:picMk id="5" creationId="{35090810-DB13-21D6-936B-6663AE8BEF28}"/>
          </ac:picMkLst>
        </pc:picChg>
        <pc:cxnChg chg="add mod">
          <ac:chgData name="Taylor Ilov" userId="S::taylor.ilov@cmsenergy.com::b3e8fa34-e639-4d12-a6dc-5e3032b39fb7" providerId="AD" clId="Web-{B63EE3E0-AFB6-3BE8-3837-4E963754868C}" dt="2026-06-05T20:15:41.703" v="74" actId="1076"/>
          <ac:cxnSpMkLst>
            <pc:docMk/>
            <pc:sldMk cId="9321823" sldId="275"/>
            <ac:cxnSpMk id="8" creationId="{76944CFE-9DAA-A418-4FC5-9CA2E72EC9EF}"/>
          </ac:cxnSpMkLst>
        </pc:cxnChg>
      </pc:sldChg>
      <pc:sldChg chg="modSp">
        <pc:chgData name="Taylor Ilov" userId="S::taylor.ilov@cmsenergy.com::b3e8fa34-e639-4d12-a6dc-5e3032b39fb7" providerId="AD" clId="Web-{B63EE3E0-AFB6-3BE8-3837-4E963754868C}" dt="2026-06-05T20:03:51.878" v="26" actId="20577"/>
        <pc:sldMkLst>
          <pc:docMk/>
          <pc:sldMk cId="2369568488" sldId="276"/>
        </pc:sldMkLst>
        <pc:spChg chg="mod">
          <ac:chgData name="Taylor Ilov" userId="S::taylor.ilov@cmsenergy.com::b3e8fa34-e639-4d12-a6dc-5e3032b39fb7" providerId="AD" clId="Web-{B63EE3E0-AFB6-3BE8-3837-4E963754868C}" dt="2026-06-05T20:03:51.878" v="26" actId="20577"/>
          <ac:spMkLst>
            <pc:docMk/>
            <pc:sldMk cId="2369568488" sldId="276"/>
            <ac:spMk id="3" creationId="{A2798CB5-1DC6-6EC8-B602-A24661CFB4B6}"/>
          </ac:spMkLst>
        </pc:spChg>
      </pc:sldChg>
      <pc:sldChg chg="addSp delSp modSp add replId">
        <pc:chgData name="Taylor Ilov" userId="S::taylor.ilov@cmsenergy.com::b3e8fa34-e639-4d12-a6dc-5e3032b39fb7" providerId="AD" clId="Web-{B63EE3E0-AFB6-3BE8-3837-4E963754868C}" dt="2026-06-05T20:17:05.113" v="87"/>
        <pc:sldMkLst>
          <pc:docMk/>
          <pc:sldMk cId="1843979599" sldId="279"/>
        </pc:sldMkLst>
        <pc:picChg chg="add">
          <ac:chgData name="Taylor Ilov" userId="S::taylor.ilov@cmsenergy.com::b3e8fa34-e639-4d12-a6dc-5e3032b39fb7" providerId="AD" clId="Web-{B63EE3E0-AFB6-3BE8-3837-4E963754868C}" dt="2026-06-05T20:17:05.113" v="87"/>
          <ac:picMkLst>
            <pc:docMk/>
            <pc:sldMk cId="1843979599" sldId="279"/>
            <ac:picMk id="10" creationId="{B07E7717-A4A6-B821-8F16-63BA92DD7338}"/>
          </ac:picMkLst>
        </pc:picChg>
      </pc:sldChg>
      <pc:sldChg chg="addSp">
        <pc:chgData name="Taylor Ilov" userId="S::taylor.ilov@cmsenergy.com::b3e8fa34-e639-4d12-a6dc-5e3032b39fb7" providerId="AD" clId="Web-{B63EE3E0-AFB6-3BE8-3837-4E963754868C}" dt="2026-06-05T20:04:38.411" v="31"/>
        <pc:sldMkLst>
          <pc:docMk/>
          <pc:sldMk cId="3822518641" sldId="2147483646"/>
        </pc:sldMkLst>
        <pc:spChg chg="add">
          <ac:chgData name="Taylor Ilov" userId="S::taylor.ilov@cmsenergy.com::b3e8fa34-e639-4d12-a6dc-5e3032b39fb7" providerId="AD" clId="Web-{B63EE3E0-AFB6-3BE8-3837-4E963754868C}" dt="2026-06-05T20:04:38.411" v="31"/>
          <ac:spMkLst>
            <pc:docMk/>
            <pc:sldMk cId="3822518641" sldId="2147483646"/>
            <ac:spMk id="4" creationId="{39A21B00-E177-4784-6F73-9901F6A04175}"/>
          </ac:spMkLst>
        </pc:spChg>
      </pc:sldChg>
      <pc:sldChg chg="addSp">
        <pc:chgData name="Taylor Ilov" userId="S::taylor.ilov@cmsenergy.com::b3e8fa34-e639-4d12-a6dc-5e3032b39fb7" providerId="AD" clId="Web-{B63EE3E0-AFB6-3BE8-3837-4E963754868C}" dt="2026-06-05T20:04:39.380" v="32"/>
        <pc:sldMkLst>
          <pc:docMk/>
          <pc:sldMk cId="3682684182" sldId="2147483647"/>
        </pc:sldMkLst>
        <pc:spChg chg="add">
          <ac:chgData name="Taylor Ilov" userId="S::taylor.ilov@cmsenergy.com::b3e8fa34-e639-4d12-a6dc-5e3032b39fb7" providerId="AD" clId="Web-{B63EE3E0-AFB6-3BE8-3837-4E963754868C}" dt="2026-06-05T20:04:39.380" v="32"/>
          <ac:spMkLst>
            <pc:docMk/>
            <pc:sldMk cId="3682684182" sldId="2147483647"/>
            <ac:spMk id="4" creationId="{768A239E-7831-7C28-BA54-C67D0F74CE38}"/>
          </ac:spMkLst>
        </pc:spChg>
      </pc:sldChg>
    </pc:docChg>
  </pc:docChgLst>
  <pc:docChgLst>
    <pc:chgData name="Jose Diaz" userId="S::jose.diaz@cmsenergy.com::517cb5ef-6fb8-49bc-8303-535c95eee28f" providerId="AD" clId="Web-{0BFEBDF3-A953-9ECD-3F19-B39A69B823B9}"/>
    <pc:docChg chg="addSld delSld modSld sldOrd modSection">
      <pc:chgData name="Jose Diaz" userId="S::jose.diaz@cmsenergy.com::517cb5ef-6fb8-49bc-8303-535c95eee28f" providerId="AD" clId="Web-{0BFEBDF3-A953-9ECD-3F19-B39A69B823B9}" dt="2026-05-23T21:13:25.658" v="386" actId="20577"/>
      <pc:docMkLst>
        <pc:docMk/>
      </pc:docMkLst>
      <pc:sldChg chg="modSp">
        <pc:chgData name="Jose Diaz" userId="S::jose.diaz@cmsenergy.com::517cb5ef-6fb8-49bc-8303-535c95eee28f" providerId="AD" clId="Web-{0BFEBDF3-A953-9ECD-3F19-B39A69B823B9}" dt="2026-05-23T21:13:25.658" v="386" actId="20577"/>
        <pc:sldMkLst>
          <pc:docMk/>
          <pc:sldMk cId="1929058891" sldId="2147483639"/>
        </pc:sldMkLst>
        <pc:spChg chg="mod">
          <ac:chgData name="Jose Diaz" userId="S::jose.diaz@cmsenergy.com::517cb5ef-6fb8-49bc-8303-535c95eee28f" providerId="AD" clId="Web-{0BFEBDF3-A953-9ECD-3F19-B39A69B823B9}" dt="2026-05-23T21:13:25.658" v="386" actId="20577"/>
          <ac:spMkLst>
            <pc:docMk/>
            <pc:sldMk cId="1929058891" sldId="2147483639"/>
            <ac:spMk id="4" creationId="{C736A9F5-6FA5-6E90-4540-7E81EB75C05C}"/>
          </ac:spMkLst>
        </pc:spChg>
      </pc:sldChg>
    </pc:docChg>
  </pc:docChgLst>
  <pc:docChgLst>
    <pc:chgData name="Taylor Ilov" userId="S::taylor.ilov@cmsenergy.com::b3e8fa34-e639-4d12-a6dc-5e3032b39fb7" providerId="AD" clId="Web-{7CB957E6-9F0B-7129-5FBA-3D54525764BC}"/>
    <pc:docChg chg="addSld delSld modSld sldOrd modSection">
      <pc:chgData name="Taylor Ilov" userId="S::taylor.ilov@cmsenergy.com::b3e8fa34-e639-4d12-a6dc-5e3032b39fb7" providerId="AD" clId="Web-{7CB957E6-9F0B-7129-5FBA-3D54525764BC}" dt="2026-06-05T20:58:26.524" v="56"/>
      <pc:docMkLst>
        <pc:docMk/>
      </pc:docMkLst>
      <pc:sldChg chg="addSp delSp modSp">
        <pc:chgData name="Taylor Ilov" userId="S::taylor.ilov@cmsenergy.com::b3e8fa34-e639-4d12-a6dc-5e3032b39fb7" providerId="AD" clId="Web-{7CB957E6-9F0B-7129-5FBA-3D54525764BC}" dt="2026-06-05T20:55:44.268" v="43" actId="14100"/>
        <pc:sldMkLst>
          <pc:docMk/>
          <pc:sldMk cId="1728917976" sldId="282"/>
        </pc:sldMkLst>
        <pc:spChg chg="add mod">
          <ac:chgData name="Taylor Ilov" userId="S::taylor.ilov@cmsenergy.com::b3e8fa34-e639-4d12-a6dc-5e3032b39fb7" providerId="AD" clId="Web-{7CB957E6-9F0B-7129-5FBA-3D54525764BC}" dt="2026-06-05T20:55:44.268" v="43" actId="14100"/>
          <ac:spMkLst>
            <pc:docMk/>
            <pc:sldMk cId="1728917976" sldId="282"/>
            <ac:spMk id="7" creationId="{C52A8C9C-863D-D832-C8B5-13D705B48D94}"/>
          </ac:spMkLst>
        </pc:spChg>
      </pc:sldChg>
      <pc:sldChg chg="addSp modSp add del">
        <pc:chgData name="Taylor Ilov" userId="S::taylor.ilov@cmsenergy.com::b3e8fa34-e639-4d12-a6dc-5e3032b39fb7" providerId="AD" clId="Web-{7CB957E6-9F0B-7129-5FBA-3D54525764BC}" dt="2026-06-05T20:58:26.524" v="56"/>
        <pc:sldMkLst>
          <pc:docMk/>
          <pc:sldMk cId="517929384" sldId="286"/>
        </pc:sldMkLst>
        <pc:spChg chg="add mod">
          <ac:chgData name="Taylor Ilov" userId="S::taylor.ilov@cmsenergy.com::b3e8fa34-e639-4d12-a6dc-5e3032b39fb7" providerId="AD" clId="Web-{7CB957E6-9F0B-7129-5FBA-3D54525764BC}" dt="2026-06-05T20:58:19.086" v="54" actId="1076"/>
          <ac:spMkLst>
            <pc:docMk/>
            <pc:sldMk cId="517929384" sldId="286"/>
            <ac:spMk id="7" creationId="{13B6CA49-7610-E4AC-6786-34478EA674A2}"/>
          </ac:spMkLst>
        </pc:spChg>
        <pc:picChg chg="mod">
          <ac:chgData name="Taylor Ilov" userId="S::taylor.ilov@cmsenergy.com::b3e8fa34-e639-4d12-a6dc-5e3032b39fb7" providerId="AD" clId="Web-{7CB957E6-9F0B-7129-5FBA-3D54525764BC}" dt="2026-06-05T20:58:26.524" v="56"/>
          <ac:picMkLst>
            <pc:docMk/>
            <pc:sldMk cId="517929384" sldId="286"/>
            <ac:picMk id="4" creationId="{AEE1743C-4CC3-121C-FA04-35F94E54ECA5}"/>
          </ac:picMkLst>
        </pc:picChg>
        <pc:picChg chg="add mod ord">
          <ac:chgData name="Taylor Ilov" userId="S::taylor.ilov@cmsenergy.com::b3e8fa34-e639-4d12-a6dc-5e3032b39fb7" providerId="AD" clId="Web-{7CB957E6-9F0B-7129-5FBA-3D54525764BC}" dt="2026-06-05T20:58:09.164" v="50" actId="1076"/>
          <ac:picMkLst>
            <pc:docMk/>
            <pc:sldMk cId="517929384" sldId="286"/>
            <ac:picMk id="5" creationId="{63A02E69-CA59-F6FD-C6DB-96FB980A350C}"/>
          </ac:picMkLst>
        </pc:picChg>
      </pc:sldChg>
      <pc:sldChg chg="addSp modSp">
        <pc:chgData name="Taylor Ilov" userId="S::taylor.ilov@cmsenergy.com::b3e8fa34-e639-4d12-a6dc-5e3032b39fb7" providerId="AD" clId="Web-{7CB957E6-9F0B-7129-5FBA-3D54525764BC}" dt="2026-06-05T20:55:01.032" v="29"/>
        <pc:sldMkLst>
          <pc:docMk/>
          <pc:sldMk cId="1460514792" sldId="298"/>
        </pc:sldMkLst>
        <pc:spChg chg="add mod">
          <ac:chgData name="Taylor Ilov" userId="S::taylor.ilov@cmsenergy.com::b3e8fa34-e639-4d12-a6dc-5e3032b39fb7" providerId="AD" clId="Web-{7CB957E6-9F0B-7129-5FBA-3D54525764BC}" dt="2026-06-05T20:54:28.234" v="26" actId="14100"/>
          <ac:spMkLst>
            <pc:docMk/>
            <pc:sldMk cId="1460514792" sldId="298"/>
            <ac:spMk id="5" creationId="{8733A95C-95F8-E1A8-F759-60CFC91A8FF8}"/>
          </ac:spMkLst>
        </pc:spChg>
        <pc:picChg chg="mod">
          <ac:chgData name="Taylor Ilov" userId="S::taylor.ilov@cmsenergy.com::b3e8fa34-e639-4d12-a6dc-5e3032b39fb7" providerId="AD" clId="Web-{7CB957E6-9F0B-7129-5FBA-3D54525764BC}" dt="2026-06-05T20:55:01.032" v="29"/>
          <ac:picMkLst>
            <pc:docMk/>
            <pc:sldMk cId="1460514792" sldId="298"/>
            <ac:picMk id="4" creationId="{B0704DB9-AA5D-3FA8-D1E7-FBEC161A3A56}"/>
          </ac:picMkLst>
        </pc:picChg>
        <pc:picChg chg="add mod ord">
          <ac:chgData name="Taylor Ilov" userId="S::taylor.ilov@cmsenergy.com::b3e8fa34-e639-4d12-a6dc-5e3032b39fb7" providerId="AD" clId="Web-{7CB957E6-9F0B-7129-5FBA-3D54525764BC}" dt="2026-06-05T20:54:23.796" v="24" actId="1076"/>
          <ac:picMkLst>
            <pc:docMk/>
            <pc:sldMk cId="1460514792" sldId="298"/>
            <ac:picMk id="7" creationId="{33463B41-42C5-2091-38A2-C69F16500965}"/>
          </ac:picMkLst>
        </pc:picChg>
      </pc:sldChg>
      <pc:sldChg chg="addSp modSp ord">
        <pc:chgData name="Taylor Ilov" userId="S::taylor.ilov@cmsenergy.com::b3e8fa34-e639-4d12-a6dc-5e3032b39fb7" providerId="AD" clId="Web-{7CB957E6-9F0B-7129-5FBA-3D54525764BC}" dt="2026-06-05T20:55:20.267" v="33" actId="1076"/>
        <pc:sldMkLst>
          <pc:docMk/>
          <pc:sldMk cId="3236159992" sldId="299"/>
        </pc:sldMkLst>
        <pc:spChg chg="add mod">
          <ac:chgData name="Taylor Ilov" userId="S::taylor.ilov@cmsenergy.com::b3e8fa34-e639-4d12-a6dc-5e3032b39fb7" providerId="AD" clId="Web-{7CB957E6-9F0B-7129-5FBA-3D54525764BC}" dt="2026-06-05T20:55:20.267" v="33" actId="1076"/>
          <ac:spMkLst>
            <pc:docMk/>
            <pc:sldMk cId="3236159992" sldId="299"/>
            <ac:spMk id="5" creationId="{AE964A1F-D605-87F0-A80B-0D7BE8E52AFF}"/>
          </ac:spMkLst>
        </pc:spChg>
      </pc:sldChg>
      <pc:sldChg chg="addSp modSp ord">
        <pc:chgData name="Taylor Ilov" userId="S::taylor.ilov@cmsenergy.com::b3e8fa34-e639-4d12-a6dc-5e3032b39fb7" providerId="AD" clId="Web-{7CB957E6-9F0B-7129-5FBA-3D54525764BC}" dt="2026-06-05T20:55:24.782" v="35" actId="1076"/>
        <pc:sldMkLst>
          <pc:docMk/>
          <pc:sldMk cId="787442043" sldId="300"/>
        </pc:sldMkLst>
        <pc:spChg chg="add mod">
          <ac:chgData name="Taylor Ilov" userId="S::taylor.ilov@cmsenergy.com::b3e8fa34-e639-4d12-a6dc-5e3032b39fb7" providerId="AD" clId="Web-{7CB957E6-9F0B-7129-5FBA-3D54525764BC}" dt="2026-06-05T20:55:24.782" v="35" actId="1076"/>
          <ac:spMkLst>
            <pc:docMk/>
            <pc:sldMk cId="787442043" sldId="300"/>
            <ac:spMk id="5" creationId="{781FEB6F-E676-4305-E7E1-24DA2E840E0D}"/>
          </ac:spMkLst>
        </pc:spChg>
      </pc:sldChg>
      <pc:sldChg chg="addSp modSp ord">
        <pc:chgData name="Taylor Ilov" userId="S::taylor.ilov@cmsenergy.com::b3e8fa34-e639-4d12-a6dc-5e3032b39fb7" providerId="AD" clId="Web-{7CB957E6-9F0B-7129-5FBA-3D54525764BC}" dt="2026-06-05T20:55:33.502" v="40" actId="14100"/>
        <pc:sldMkLst>
          <pc:docMk/>
          <pc:sldMk cId="1981474743" sldId="301"/>
        </pc:sldMkLst>
        <pc:spChg chg="add mod">
          <ac:chgData name="Taylor Ilov" userId="S::taylor.ilov@cmsenergy.com::b3e8fa34-e639-4d12-a6dc-5e3032b39fb7" providerId="AD" clId="Web-{7CB957E6-9F0B-7129-5FBA-3D54525764BC}" dt="2026-06-05T20:55:33.502" v="40" actId="14100"/>
          <ac:spMkLst>
            <pc:docMk/>
            <pc:sldMk cId="1981474743" sldId="301"/>
            <ac:spMk id="5" creationId="{9C7446FA-55C7-616B-8BB0-BCF2E079383F}"/>
          </ac:spMkLst>
        </pc:spChg>
      </pc:sldChg>
      <pc:sldChg chg="addSp delSp modSp new ord">
        <pc:chgData name="Taylor Ilov" userId="S::taylor.ilov@cmsenergy.com::b3e8fa34-e639-4d12-a6dc-5e3032b39fb7" providerId="AD" clId="Web-{7CB957E6-9F0B-7129-5FBA-3D54525764BC}" dt="2026-06-05T20:52:42.292" v="14" actId="20577"/>
        <pc:sldMkLst>
          <pc:docMk/>
          <pc:sldMk cId="3193860492" sldId="302"/>
        </pc:sldMkLst>
        <pc:spChg chg="mod">
          <ac:chgData name="Taylor Ilov" userId="S::taylor.ilov@cmsenergy.com::b3e8fa34-e639-4d12-a6dc-5e3032b39fb7" providerId="AD" clId="Web-{7CB957E6-9F0B-7129-5FBA-3D54525764BC}" dt="2026-06-05T20:52:42.292" v="14" actId="20577"/>
          <ac:spMkLst>
            <pc:docMk/>
            <pc:sldMk cId="3193860492" sldId="302"/>
            <ac:spMk id="3" creationId="{E3A72B2C-7D6E-81C6-48CD-16ECEA63853A}"/>
          </ac:spMkLst>
        </pc:spChg>
        <pc:picChg chg="add mod ord modCrop">
          <ac:chgData name="Taylor Ilov" userId="S::taylor.ilov@cmsenergy.com::b3e8fa34-e639-4d12-a6dc-5e3032b39fb7" providerId="AD" clId="Web-{7CB957E6-9F0B-7129-5FBA-3D54525764BC}" dt="2026-06-05T20:50:21.959" v="4"/>
          <ac:picMkLst>
            <pc:docMk/>
            <pc:sldMk cId="3193860492" sldId="302"/>
            <ac:picMk id="4" creationId="{D8390E46-09E8-08FA-43D0-86238417EFB8}"/>
          </ac:picMkLst>
        </pc:picChg>
      </pc:sldChg>
    </pc:docChg>
  </pc:docChgLst>
  <pc:docChgLst>
    <pc:chgData name="Taylor Ilov" userId="S::taylor.ilov@cmsenergy.com::b3e8fa34-e639-4d12-a6dc-5e3032b39fb7" providerId="AD" clId="Web-{5FEBFDC8-9DF8-922F-F33E-DDA5E107F119}"/>
    <pc:docChg chg="modSld">
      <pc:chgData name="Taylor Ilov" userId="S::taylor.ilov@cmsenergy.com::b3e8fa34-e639-4d12-a6dc-5e3032b39fb7" providerId="AD" clId="Web-{5FEBFDC8-9DF8-922F-F33E-DDA5E107F119}" dt="2026-06-01T15:49:50.613" v="13"/>
      <pc:docMkLst>
        <pc:docMk/>
      </pc:docMkLst>
      <pc:sldChg chg="modSp">
        <pc:chgData name="Taylor Ilov" userId="S::taylor.ilov@cmsenergy.com::b3e8fa34-e639-4d12-a6dc-5e3032b39fb7" providerId="AD" clId="Web-{5FEBFDC8-9DF8-922F-F33E-DDA5E107F119}" dt="2026-06-01T15:49:50.613" v="13"/>
        <pc:sldMkLst>
          <pc:docMk/>
          <pc:sldMk cId="2218206800" sldId="271"/>
        </pc:sldMkLst>
        <pc:spChg chg="mod">
          <ac:chgData name="Taylor Ilov" userId="S::taylor.ilov@cmsenergy.com::b3e8fa34-e639-4d12-a6dc-5e3032b39fb7" providerId="AD" clId="Web-{5FEBFDC8-9DF8-922F-F33E-DDA5E107F119}" dt="2026-06-01T15:49:46.644" v="12" actId="20577"/>
          <ac:spMkLst>
            <pc:docMk/>
            <pc:sldMk cId="2218206800" sldId="271"/>
            <ac:spMk id="2" creationId="{FADA383F-4927-0444-587E-4284181D7C5E}"/>
          </ac:spMkLst>
        </pc:spChg>
        <pc:graphicFrameChg chg="modGraphic">
          <ac:chgData name="Taylor Ilov" userId="S::taylor.ilov@cmsenergy.com::b3e8fa34-e639-4d12-a6dc-5e3032b39fb7" providerId="AD" clId="Web-{5FEBFDC8-9DF8-922F-F33E-DDA5E107F119}" dt="2026-06-01T15:49:50.613" v="13"/>
          <ac:graphicFrameMkLst>
            <pc:docMk/>
            <pc:sldMk cId="2218206800" sldId="271"/>
            <ac:graphicFrameMk id="8" creationId="{EBD8FAA2-4B6C-BC4B-328F-08ECDE8FD127}"/>
          </ac:graphicFrameMkLst>
        </pc:graphicFrameChg>
      </pc:sldChg>
    </pc:docChg>
  </pc:docChgLst>
  <pc:docChgLst>
    <pc:chgData name="Taylor Ilov" userId="S::taylor.ilov@cmsenergy.com::b3e8fa34-e639-4d12-a6dc-5e3032b39fb7" providerId="AD" clId="Web-{1A185FA8-9ABD-63BF-A4FF-E2907B16D77C}"/>
    <pc:docChg chg="modSld">
      <pc:chgData name="Taylor Ilov" userId="S::taylor.ilov@cmsenergy.com::b3e8fa34-e639-4d12-a6dc-5e3032b39fb7" providerId="AD" clId="Web-{1A185FA8-9ABD-63BF-A4FF-E2907B16D77C}" dt="2026-06-17T01:46:41.373" v="234" actId="20577"/>
      <pc:docMkLst>
        <pc:docMk/>
      </pc:docMkLst>
      <pc:sldChg chg="modSp">
        <pc:chgData name="Taylor Ilov" userId="S::taylor.ilov@cmsenergy.com::b3e8fa34-e639-4d12-a6dc-5e3032b39fb7" providerId="AD" clId="Web-{1A185FA8-9ABD-63BF-A4FF-E2907B16D77C}" dt="2026-06-17T01:44:35.092" v="42" actId="20577"/>
        <pc:sldMkLst>
          <pc:docMk/>
          <pc:sldMk cId="1728917976" sldId="282"/>
        </pc:sldMkLst>
        <pc:spChg chg="mod">
          <ac:chgData name="Taylor Ilov" userId="S::taylor.ilov@cmsenergy.com::b3e8fa34-e639-4d12-a6dc-5e3032b39fb7" providerId="AD" clId="Web-{1A185FA8-9ABD-63BF-A4FF-E2907B16D77C}" dt="2026-06-17T01:44:35.092" v="42" actId="20577"/>
          <ac:spMkLst>
            <pc:docMk/>
            <pc:sldMk cId="1728917976" sldId="282"/>
            <ac:spMk id="3" creationId="{C54CEA60-FC15-D08A-E508-0509C5D2465A}"/>
          </ac:spMkLst>
        </pc:spChg>
      </pc:sldChg>
      <pc:sldChg chg="modSp">
        <pc:chgData name="Taylor Ilov" userId="S::taylor.ilov@cmsenergy.com::b3e8fa34-e639-4d12-a6dc-5e3032b39fb7" providerId="AD" clId="Web-{1A185FA8-9ABD-63BF-A4FF-E2907B16D77C}" dt="2026-06-17T01:43:41.765" v="6"/>
        <pc:sldMkLst>
          <pc:docMk/>
          <pc:sldMk cId="1156021881" sldId="283"/>
        </pc:sldMkLst>
        <pc:spChg chg="mod">
          <ac:chgData name="Taylor Ilov" userId="S::taylor.ilov@cmsenergy.com::b3e8fa34-e639-4d12-a6dc-5e3032b39fb7" providerId="AD" clId="Web-{1A185FA8-9ABD-63BF-A4FF-E2907B16D77C}" dt="2026-06-17T01:43:38.311" v="4"/>
          <ac:spMkLst>
            <pc:docMk/>
            <pc:sldMk cId="1156021881" sldId="283"/>
            <ac:spMk id="4" creationId="{54C1F89D-9C22-DA58-C741-AE28EBB0C972}"/>
          </ac:spMkLst>
        </pc:spChg>
        <pc:spChg chg="mod">
          <ac:chgData name="Taylor Ilov" userId="S::taylor.ilov@cmsenergy.com::b3e8fa34-e639-4d12-a6dc-5e3032b39fb7" providerId="AD" clId="Web-{1A185FA8-9ABD-63BF-A4FF-E2907B16D77C}" dt="2026-06-17T01:43:41.765" v="6"/>
          <ac:spMkLst>
            <pc:docMk/>
            <pc:sldMk cId="1156021881" sldId="283"/>
            <ac:spMk id="13" creationId="{6A800A21-80DE-365A-3D1F-5FF05F0DA79F}"/>
          </ac:spMkLst>
        </pc:spChg>
        <pc:spChg chg="mod">
          <ac:chgData name="Taylor Ilov" userId="S::taylor.ilov@cmsenergy.com::b3e8fa34-e639-4d12-a6dc-5e3032b39fb7" providerId="AD" clId="Web-{1A185FA8-9ABD-63BF-A4FF-E2907B16D77C}" dt="2026-06-17T01:43:38.343" v="5"/>
          <ac:spMkLst>
            <pc:docMk/>
            <pc:sldMk cId="1156021881" sldId="283"/>
            <ac:spMk id="16" creationId="{66378ED4-21AE-E705-4B6D-36FB2E6D8E4B}"/>
          </ac:spMkLst>
        </pc:spChg>
      </pc:sldChg>
      <pc:sldChg chg="modSp">
        <pc:chgData name="Taylor Ilov" userId="S::taylor.ilov@cmsenergy.com::b3e8fa34-e639-4d12-a6dc-5e3032b39fb7" providerId="AD" clId="Web-{1A185FA8-9ABD-63BF-A4FF-E2907B16D77C}" dt="2026-06-17T01:46:03.717" v="172" actId="20577"/>
        <pc:sldMkLst>
          <pc:docMk/>
          <pc:sldMk cId="517929384" sldId="286"/>
        </pc:sldMkLst>
        <pc:spChg chg="mod">
          <ac:chgData name="Taylor Ilov" userId="S::taylor.ilov@cmsenergy.com::b3e8fa34-e639-4d12-a6dc-5e3032b39fb7" providerId="AD" clId="Web-{1A185FA8-9ABD-63BF-A4FF-E2907B16D77C}" dt="2026-06-17T01:46:03.717" v="172" actId="20577"/>
          <ac:spMkLst>
            <pc:docMk/>
            <pc:sldMk cId="517929384" sldId="286"/>
            <ac:spMk id="3" creationId="{20669C04-7560-1D7C-44D6-B323B6CB7818}"/>
          </ac:spMkLst>
        </pc:spChg>
      </pc:sldChg>
      <pc:sldChg chg="modSp">
        <pc:chgData name="Taylor Ilov" userId="S::taylor.ilov@cmsenergy.com::b3e8fa34-e639-4d12-a6dc-5e3032b39fb7" providerId="AD" clId="Web-{1A185FA8-9ABD-63BF-A4FF-E2907B16D77C}" dt="2026-06-17T01:46:41.373" v="234" actId="20577"/>
        <pc:sldMkLst>
          <pc:docMk/>
          <pc:sldMk cId="3079801439" sldId="287"/>
        </pc:sldMkLst>
        <pc:spChg chg="mod">
          <ac:chgData name="Taylor Ilov" userId="S::taylor.ilov@cmsenergy.com::b3e8fa34-e639-4d12-a6dc-5e3032b39fb7" providerId="AD" clId="Web-{1A185FA8-9ABD-63BF-A4FF-E2907B16D77C}" dt="2026-06-17T01:46:41.373" v="234" actId="20577"/>
          <ac:spMkLst>
            <pc:docMk/>
            <pc:sldMk cId="3079801439" sldId="287"/>
            <ac:spMk id="3" creationId="{1B718AF2-2E2E-5AFD-376E-B95B1152243E}"/>
          </ac:spMkLst>
        </pc:spChg>
      </pc:sldChg>
      <pc:sldChg chg="modSp">
        <pc:chgData name="Taylor Ilov" userId="S::taylor.ilov@cmsenergy.com::b3e8fa34-e639-4d12-a6dc-5e3032b39fb7" providerId="AD" clId="Web-{1A185FA8-9ABD-63BF-A4FF-E2907B16D77C}" dt="2026-06-17T01:46:23.482" v="199" actId="20577"/>
        <pc:sldMkLst>
          <pc:docMk/>
          <pc:sldMk cId="4166204187" sldId="288"/>
        </pc:sldMkLst>
        <pc:spChg chg="mod">
          <ac:chgData name="Taylor Ilov" userId="S::taylor.ilov@cmsenergy.com::b3e8fa34-e639-4d12-a6dc-5e3032b39fb7" providerId="AD" clId="Web-{1A185FA8-9ABD-63BF-A4FF-E2907B16D77C}" dt="2026-06-17T01:46:23.482" v="199" actId="20577"/>
          <ac:spMkLst>
            <pc:docMk/>
            <pc:sldMk cId="4166204187" sldId="288"/>
            <ac:spMk id="3" creationId="{521052D5-B409-6B7E-BA01-A3092779AD55}"/>
          </ac:spMkLst>
        </pc:spChg>
      </pc:sldChg>
      <pc:sldChg chg="modSp">
        <pc:chgData name="Taylor Ilov" userId="S::taylor.ilov@cmsenergy.com::b3e8fa34-e639-4d12-a6dc-5e3032b39fb7" providerId="AD" clId="Web-{1A185FA8-9ABD-63BF-A4FF-E2907B16D77C}" dt="2026-06-17T01:45:51.310" v="152" actId="20577"/>
        <pc:sldMkLst>
          <pc:docMk/>
          <pc:sldMk cId="4050894070" sldId="294"/>
        </pc:sldMkLst>
        <pc:spChg chg="mod">
          <ac:chgData name="Taylor Ilov" userId="S::taylor.ilov@cmsenergy.com::b3e8fa34-e639-4d12-a6dc-5e3032b39fb7" providerId="AD" clId="Web-{1A185FA8-9ABD-63BF-A4FF-E2907B16D77C}" dt="2026-06-17T01:45:51.310" v="152" actId="20577"/>
          <ac:spMkLst>
            <pc:docMk/>
            <pc:sldMk cId="4050894070" sldId="294"/>
            <ac:spMk id="3" creationId="{31ABDFBD-4846-D1C4-32D6-3FCBF77AF528}"/>
          </ac:spMkLst>
        </pc:spChg>
      </pc:sldChg>
      <pc:sldChg chg="modSp">
        <pc:chgData name="Taylor Ilov" userId="S::taylor.ilov@cmsenergy.com::b3e8fa34-e639-4d12-a6dc-5e3032b39fb7" providerId="AD" clId="Web-{1A185FA8-9ABD-63BF-A4FF-E2907B16D77C}" dt="2026-06-17T01:46:33.623" v="220" actId="20577"/>
        <pc:sldMkLst>
          <pc:docMk/>
          <pc:sldMk cId="2479967737" sldId="296"/>
        </pc:sldMkLst>
        <pc:spChg chg="mod">
          <ac:chgData name="Taylor Ilov" userId="S::taylor.ilov@cmsenergy.com::b3e8fa34-e639-4d12-a6dc-5e3032b39fb7" providerId="AD" clId="Web-{1A185FA8-9ABD-63BF-A4FF-E2907B16D77C}" dt="2026-06-17T01:46:33.623" v="220" actId="20577"/>
          <ac:spMkLst>
            <pc:docMk/>
            <pc:sldMk cId="2479967737" sldId="296"/>
            <ac:spMk id="3" creationId="{D96440F6-AB83-1507-98C4-D71BEFA348B3}"/>
          </ac:spMkLst>
        </pc:spChg>
      </pc:sldChg>
      <pc:sldChg chg="modSp">
        <pc:chgData name="Taylor Ilov" userId="S::taylor.ilov@cmsenergy.com::b3e8fa34-e639-4d12-a6dc-5e3032b39fb7" providerId="AD" clId="Web-{1A185FA8-9ABD-63BF-A4FF-E2907B16D77C}" dt="2026-06-17T01:46:27.123" v="208" actId="20577"/>
        <pc:sldMkLst>
          <pc:docMk/>
          <pc:sldMk cId="3917124047" sldId="297"/>
        </pc:sldMkLst>
        <pc:spChg chg="mod">
          <ac:chgData name="Taylor Ilov" userId="S::taylor.ilov@cmsenergy.com::b3e8fa34-e639-4d12-a6dc-5e3032b39fb7" providerId="AD" clId="Web-{1A185FA8-9ABD-63BF-A4FF-E2907B16D77C}" dt="2026-06-17T01:46:27.123" v="208" actId="20577"/>
          <ac:spMkLst>
            <pc:docMk/>
            <pc:sldMk cId="3917124047" sldId="297"/>
            <ac:spMk id="3" creationId="{FCC2B31B-C0C4-A461-6F8D-BD6F6DA94C3E}"/>
          </ac:spMkLst>
        </pc:spChg>
      </pc:sldChg>
      <pc:sldChg chg="modSp">
        <pc:chgData name="Taylor Ilov" userId="S::taylor.ilov@cmsenergy.com::b3e8fa34-e639-4d12-a6dc-5e3032b39fb7" providerId="AD" clId="Web-{1A185FA8-9ABD-63BF-A4FF-E2907B16D77C}" dt="2026-06-17T01:45:11.717" v="89" actId="20577"/>
        <pc:sldMkLst>
          <pc:docMk/>
          <pc:sldMk cId="1460514792" sldId="298"/>
        </pc:sldMkLst>
        <pc:spChg chg="mod">
          <ac:chgData name="Taylor Ilov" userId="S::taylor.ilov@cmsenergy.com::b3e8fa34-e639-4d12-a6dc-5e3032b39fb7" providerId="AD" clId="Web-{1A185FA8-9ABD-63BF-A4FF-E2907B16D77C}" dt="2026-06-17T01:45:11.717" v="89" actId="20577"/>
          <ac:spMkLst>
            <pc:docMk/>
            <pc:sldMk cId="1460514792" sldId="298"/>
            <ac:spMk id="3" creationId="{921DB3A1-5D65-6E70-D72F-324A971AD350}"/>
          </ac:spMkLst>
        </pc:spChg>
      </pc:sldChg>
      <pc:sldChg chg="modSp">
        <pc:chgData name="Taylor Ilov" userId="S::taylor.ilov@cmsenergy.com::b3e8fa34-e639-4d12-a6dc-5e3032b39fb7" providerId="AD" clId="Web-{1A185FA8-9ABD-63BF-A4FF-E2907B16D77C}" dt="2026-06-17T01:45:00.936" v="74" actId="20577"/>
        <pc:sldMkLst>
          <pc:docMk/>
          <pc:sldMk cId="3236159992" sldId="299"/>
        </pc:sldMkLst>
        <pc:spChg chg="mod">
          <ac:chgData name="Taylor Ilov" userId="S::taylor.ilov@cmsenergy.com::b3e8fa34-e639-4d12-a6dc-5e3032b39fb7" providerId="AD" clId="Web-{1A185FA8-9ABD-63BF-A4FF-E2907B16D77C}" dt="2026-06-17T01:45:00.936" v="74" actId="20577"/>
          <ac:spMkLst>
            <pc:docMk/>
            <pc:sldMk cId="3236159992" sldId="299"/>
            <ac:spMk id="3" creationId="{FF4FE5A6-4272-A033-1831-7097E050AADA}"/>
          </ac:spMkLst>
        </pc:spChg>
      </pc:sldChg>
      <pc:sldChg chg="modSp">
        <pc:chgData name="Taylor Ilov" userId="S::taylor.ilov@cmsenergy.com::b3e8fa34-e639-4d12-a6dc-5e3032b39fb7" providerId="AD" clId="Web-{1A185FA8-9ABD-63BF-A4FF-E2907B16D77C}" dt="2026-06-17T01:44:50.795" v="69" actId="20577"/>
        <pc:sldMkLst>
          <pc:docMk/>
          <pc:sldMk cId="787442043" sldId="300"/>
        </pc:sldMkLst>
        <pc:spChg chg="mod">
          <ac:chgData name="Taylor Ilov" userId="S::taylor.ilov@cmsenergy.com::b3e8fa34-e639-4d12-a6dc-5e3032b39fb7" providerId="AD" clId="Web-{1A185FA8-9ABD-63BF-A4FF-E2907B16D77C}" dt="2026-06-17T01:44:50.795" v="69" actId="20577"/>
          <ac:spMkLst>
            <pc:docMk/>
            <pc:sldMk cId="787442043" sldId="300"/>
            <ac:spMk id="3" creationId="{7F9301CC-3216-6111-1B60-C07CC81803C3}"/>
          </ac:spMkLst>
        </pc:spChg>
      </pc:sldChg>
      <pc:sldChg chg="modSp">
        <pc:chgData name="Taylor Ilov" userId="S::taylor.ilov@cmsenergy.com::b3e8fa34-e639-4d12-a6dc-5e3032b39fb7" providerId="AD" clId="Web-{1A185FA8-9ABD-63BF-A4FF-E2907B16D77C}" dt="2026-06-17T01:44:29.686" v="35" actId="20577"/>
        <pc:sldMkLst>
          <pc:docMk/>
          <pc:sldMk cId="1981474743" sldId="301"/>
        </pc:sldMkLst>
        <pc:spChg chg="mod">
          <ac:chgData name="Taylor Ilov" userId="S::taylor.ilov@cmsenergy.com::b3e8fa34-e639-4d12-a6dc-5e3032b39fb7" providerId="AD" clId="Web-{1A185FA8-9ABD-63BF-A4FF-E2907B16D77C}" dt="2026-06-17T01:44:29.686" v="35" actId="20577"/>
          <ac:spMkLst>
            <pc:docMk/>
            <pc:sldMk cId="1981474743" sldId="301"/>
            <ac:spMk id="3" creationId="{657EAC3A-2DCA-BC10-7897-8B72E51788DA}"/>
          </ac:spMkLst>
        </pc:spChg>
      </pc:sldChg>
      <pc:sldChg chg="modSp">
        <pc:chgData name="Taylor Ilov" userId="S::taylor.ilov@cmsenergy.com::b3e8fa34-e639-4d12-a6dc-5e3032b39fb7" providerId="AD" clId="Web-{1A185FA8-9ABD-63BF-A4FF-E2907B16D77C}" dt="2026-06-17T01:44:21.139" v="27" actId="20577"/>
        <pc:sldMkLst>
          <pc:docMk/>
          <pc:sldMk cId="3193860492" sldId="302"/>
        </pc:sldMkLst>
        <pc:spChg chg="mod">
          <ac:chgData name="Taylor Ilov" userId="S::taylor.ilov@cmsenergy.com::b3e8fa34-e639-4d12-a6dc-5e3032b39fb7" providerId="AD" clId="Web-{1A185FA8-9ABD-63BF-A4FF-E2907B16D77C}" dt="2026-06-17T01:44:21.139" v="27" actId="20577"/>
          <ac:spMkLst>
            <pc:docMk/>
            <pc:sldMk cId="3193860492" sldId="302"/>
            <ac:spMk id="3" creationId="{E3A72B2C-7D6E-81C6-48CD-16ECEA63853A}"/>
          </ac:spMkLst>
        </pc:spChg>
      </pc:sldChg>
      <pc:sldChg chg="modSp">
        <pc:chgData name="Taylor Ilov" userId="S::taylor.ilov@cmsenergy.com::b3e8fa34-e639-4d12-a6dc-5e3032b39fb7" providerId="AD" clId="Web-{1A185FA8-9ABD-63BF-A4FF-E2907B16D77C}" dt="2026-06-17T01:45:19.342" v="101" actId="20577"/>
        <pc:sldMkLst>
          <pc:docMk/>
          <pc:sldMk cId="3269103187" sldId="303"/>
        </pc:sldMkLst>
        <pc:spChg chg="mod">
          <ac:chgData name="Taylor Ilov" userId="S::taylor.ilov@cmsenergy.com::b3e8fa34-e639-4d12-a6dc-5e3032b39fb7" providerId="AD" clId="Web-{1A185FA8-9ABD-63BF-A4FF-E2907B16D77C}" dt="2026-06-17T01:45:19.342" v="101" actId="20577"/>
          <ac:spMkLst>
            <pc:docMk/>
            <pc:sldMk cId="3269103187" sldId="303"/>
            <ac:spMk id="3" creationId="{D809FFC9-0E74-BCB0-DF5B-4ABC1476596F}"/>
          </ac:spMkLst>
        </pc:spChg>
      </pc:sldChg>
      <pc:sldChg chg="modSp">
        <pc:chgData name="Taylor Ilov" userId="S::taylor.ilov@cmsenergy.com::b3e8fa34-e639-4d12-a6dc-5e3032b39fb7" providerId="AD" clId="Web-{1A185FA8-9ABD-63BF-A4FF-E2907B16D77C}" dt="2026-06-17T01:43:20.093" v="3"/>
        <pc:sldMkLst>
          <pc:docMk/>
          <pc:sldMk cId="1421659549" sldId="2147483644"/>
        </pc:sldMkLst>
        <pc:spChg chg="mod">
          <ac:chgData name="Taylor Ilov" userId="S::taylor.ilov@cmsenergy.com::b3e8fa34-e639-4d12-a6dc-5e3032b39fb7" providerId="AD" clId="Web-{1A185FA8-9ABD-63BF-A4FF-E2907B16D77C}" dt="2026-06-17T01:43:20.093" v="3"/>
          <ac:spMkLst>
            <pc:docMk/>
            <pc:sldMk cId="1421659549" sldId="2147483644"/>
            <ac:spMk id="5" creationId="{3AF27D0B-B027-2EB6-FFD0-1DC50E023F7C}"/>
          </ac:spMkLst>
        </pc:spChg>
      </pc:sldChg>
    </pc:docChg>
  </pc:docChgLst>
  <pc:docChgLst>
    <pc:chgData name="Jose Diaz" userId="S::jose.diaz@cmsenergy.com::517cb5ef-6fb8-49bc-8303-535c95eee28f" providerId="AD" clId="Web-{AEDAA0FF-21AD-C6AD-5175-EB7225DEC29F}"/>
    <pc:docChg chg="addSld delSld modSld sldOrd modSection">
      <pc:chgData name="Jose Diaz" userId="S::jose.diaz@cmsenergy.com::517cb5ef-6fb8-49bc-8303-535c95eee28f" providerId="AD" clId="Web-{AEDAA0FF-21AD-C6AD-5175-EB7225DEC29F}" dt="2026-05-22T17:26:00.954" v="1226" actId="20577"/>
      <pc:docMkLst>
        <pc:docMk/>
      </pc:docMkLst>
      <pc:sldChg chg="modSp">
        <pc:chgData name="Jose Diaz" userId="S::jose.diaz@cmsenergy.com::517cb5ef-6fb8-49bc-8303-535c95eee28f" providerId="AD" clId="Web-{AEDAA0FF-21AD-C6AD-5175-EB7225DEC29F}" dt="2026-05-22T12:45:31.474" v="972" actId="20577"/>
        <pc:sldMkLst>
          <pc:docMk/>
          <pc:sldMk cId="2545389575" sldId="2147483641"/>
        </pc:sldMkLst>
      </pc:sldChg>
    </pc:docChg>
  </pc:docChgLst>
</pc:chgInfo>
</file>

<file path=ppt/comments/modernComment_7FFFFFF0_1996B2E2.xml><?xml version="1.0" encoding="utf-8"?>
<p188:cmLst xmlns:a="http://schemas.openxmlformats.org/drawingml/2006/main" xmlns:r="http://schemas.openxmlformats.org/officeDocument/2006/relationships" xmlns:p188="http://schemas.microsoft.com/office/powerpoint/2018/8/main">
  <p188:cm id="{B5A2F45D-EB6C-423D-B5E7-9CEE03B8EE39}" authorId="{501AB7E2-9689-D00B-6C95-3A5D410786DE}" status="resolved" created="2026-05-06T15:36:35.441" startDate="2026-05-06T15:36:35.441" dueDate="2026-05-06T15:36:35.441" assignedTo="{F71F5868-14A0-AE0D-85D4-64A03FE904D8}" complete="100000" title="@Taylor Ilov need to add Security Roles and resequence">
    <pc:sldMkLst xmlns:pc="http://schemas.microsoft.com/office/powerpoint/2013/main/command">
      <pc:docMk/>
      <pc:sldMk cId="429306594" sldId="2147483632"/>
    </pc:sldMkLst>
    <p188:txBody>
      <a:bodyPr/>
      <a:lstStyle/>
      <a:p>
        <a:r>
          <a:rPr lang="en-US"/>
          <a:t>[@Taylor Ilov]  need to add Security Roles and resequence</a:t>
        </a:r>
      </a:p>
    </p188:txBody>
    <p188:extLst>
      <p:ext xmlns:p="http://schemas.openxmlformats.org/presentationml/2006/main" uri="{5BB2D875-25FF-4072-B9AC-8F64D62656EB}">
        <p228:taskDetails xmlns:p228="http://schemas.microsoft.com/office/powerpoint/2022/08/main">
          <p228:history>
            <p228:event time="2026-05-06T15:36:35.441" id="{2738707F-F3B7-4525-98FE-2AB7872AD763}">
              <p228:atrbtn authorId="{501AB7E2-9689-D00B-6C95-3A5D410786DE}"/>
              <p228:anchr>
                <p228:comment id="{B5A2F45D-EB6C-423D-B5E7-9CEE03B8EE39}"/>
              </p228:anchr>
              <p228:add/>
            </p228:event>
            <p228:event time="2026-05-06T15:36:35.441" id="{3CBD1114-378D-4403-8C6F-EACE974627D5}">
              <p228:atrbtn authorId="{501AB7E2-9689-D00B-6C95-3A5D410786DE}"/>
              <p228:anchr>
                <p228:comment id="{B5A2F45D-EB6C-423D-B5E7-9CEE03B8EE39}"/>
              </p228:anchr>
              <p228:asgn authorId="{F71F5868-14A0-AE0D-85D4-64A03FE904D8}"/>
            </p228:event>
            <p228:event time="2026-05-06T15:36:35.441" id="{28FA7514-6070-4F53-817E-ABD76485CC0C}">
              <p228:atrbtn authorId="{501AB7E2-9689-D00B-6C95-3A5D410786DE}"/>
              <p228:anchr>
                <p228:comment id="{B5A2F45D-EB6C-423D-B5E7-9CEE03B8EE39}"/>
              </p228:anchr>
              <p228:title val="@Taylor Ilov need to add Security Roles and resequence"/>
            </p228:event>
            <p228:event time="2026-05-06T15:36:35.441" id="{8E0E0564-EFC1-4255-A4AC-010F1517F95E}">
              <p228:atrbtn authorId="{501AB7E2-9689-D00B-6C95-3A5D410786DE}"/>
              <p228:anchr>
                <p228:comment id="{B5A2F45D-EB6C-423D-B5E7-9CEE03B8EE39}"/>
              </p228:anchr>
              <p228:date stDt="2026-05-06T15:36:35.441" endDt="2026-05-06T15:36:35.441"/>
            </p228:event>
            <p228:event time="2026-05-06T16:54:31.534" id="{6350ABF6-92A8-44E1-B4A9-4CD7686E1AF9}">
              <p228:atrbtn authorId="{213F0180-4E89-B86B-F6E1-E03B7518BAE5}"/>
              <p228:anchr>
                <p228:comment id="{00000000-0000-0000-0000-000000000000}"/>
              </p228:anchr>
              <p228:pcntCmplt val="100000"/>
            </p228:event>
          </p228:history>
        </p228:taskDetails>
      </p:ext>
    </p188:extLst>
  </p188:cm>
</p188:cmLst>
</file>

<file path=ppt/diagrams/_rels/data2.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image" Target="../media/image108.svg"/><Relationship Id="rId1" Type="http://schemas.openxmlformats.org/officeDocument/2006/relationships/image" Target="../media/image107.svg"/><Relationship Id="rId4" Type="http://schemas.openxmlformats.org/officeDocument/2006/relationships/image" Target="../media/image1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image" Target="../media/image108.svg"/><Relationship Id="rId1" Type="http://schemas.openxmlformats.org/officeDocument/2006/relationships/image" Target="../media/image107.svg"/><Relationship Id="rId4" Type="http://schemas.openxmlformats.org/officeDocument/2006/relationships/image" Target="../media/image110.svg"/></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C4E107-F6FF-4F2D-B377-2D5327B30535}" type="doc">
      <dgm:prSet loTypeId="urn:microsoft.com/office/officeart/2005/8/layout/radial5" loCatId="cycle" qsTypeId="urn:microsoft.com/office/officeart/2005/8/quickstyle/simple1" qsCatId="simple" csTypeId="urn:microsoft.com/office/officeart/2005/8/colors/accent1_4" csCatId="accent1" phldr="1"/>
      <dgm:spPr/>
      <dgm:t>
        <a:bodyPr/>
        <a:lstStyle/>
        <a:p>
          <a:endParaRPr lang="en-US"/>
        </a:p>
      </dgm:t>
    </dgm:pt>
    <dgm:pt modelId="{EF2EEBD2-B67C-4621-9015-03DB247BFC9F}">
      <dgm:prSet phldrT="[Text]" phldr="0"/>
      <dgm:spPr/>
      <dgm:t>
        <a:bodyPr/>
        <a:lstStyle/>
        <a:p>
          <a:r>
            <a:rPr lang="en-US" dirty="0"/>
            <a:t>Case</a:t>
          </a:r>
        </a:p>
      </dgm:t>
    </dgm:pt>
    <dgm:pt modelId="{5F3F6A92-BDD3-4026-A439-BBA768B3ADBB}" type="parTrans" cxnId="{2FCAA953-7D58-45A4-9F45-5392D7EF99A3}">
      <dgm:prSet/>
      <dgm:spPr/>
      <dgm:t>
        <a:bodyPr/>
        <a:lstStyle/>
        <a:p>
          <a:endParaRPr lang="en-US"/>
        </a:p>
      </dgm:t>
    </dgm:pt>
    <dgm:pt modelId="{F14B4EA0-5B20-40E6-A1F8-22F1904E9317}" type="sibTrans" cxnId="{2FCAA953-7D58-45A4-9F45-5392D7EF99A3}">
      <dgm:prSet/>
      <dgm:spPr/>
      <dgm:t>
        <a:bodyPr/>
        <a:lstStyle/>
        <a:p>
          <a:endParaRPr lang="en-US"/>
        </a:p>
      </dgm:t>
    </dgm:pt>
    <dgm:pt modelId="{3461A693-A5A5-48CB-B764-A6B2FED6B083}">
      <dgm:prSet phldrT="[Text]" phldr="0"/>
      <dgm:spPr/>
      <dgm:t>
        <a:bodyPr/>
        <a:lstStyle/>
        <a:p>
          <a:r>
            <a:rPr lang="en-US" dirty="0"/>
            <a:t>Generate Email</a:t>
          </a:r>
        </a:p>
      </dgm:t>
    </dgm:pt>
    <dgm:pt modelId="{6D227E15-EB06-4E30-AD04-ABF67196BD5F}" type="parTrans" cxnId="{B68CF1AD-90BB-441F-A0AA-5B5AFCB47C78}">
      <dgm:prSet/>
      <dgm:spPr/>
      <dgm:t>
        <a:bodyPr/>
        <a:lstStyle/>
        <a:p>
          <a:endParaRPr lang="en-US"/>
        </a:p>
      </dgm:t>
    </dgm:pt>
    <dgm:pt modelId="{9AB30448-E243-4F67-8202-E3ED4CD9DD7C}" type="sibTrans" cxnId="{B68CF1AD-90BB-441F-A0AA-5B5AFCB47C78}">
      <dgm:prSet/>
      <dgm:spPr/>
      <dgm:t>
        <a:bodyPr/>
        <a:lstStyle/>
        <a:p>
          <a:endParaRPr lang="en-US"/>
        </a:p>
      </dgm:t>
    </dgm:pt>
    <dgm:pt modelId="{C3D0C243-15C0-452D-BCC9-B36D4E3E075E}">
      <dgm:prSet phldrT="[Text]" phldr="0"/>
      <dgm:spPr/>
      <dgm:t>
        <a:bodyPr/>
        <a:lstStyle/>
        <a:p>
          <a:r>
            <a:rPr lang="en-US" dirty="0"/>
            <a:t>Generate Service Request</a:t>
          </a:r>
        </a:p>
      </dgm:t>
    </dgm:pt>
    <dgm:pt modelId="{C24F87DB-363F-4B52-93E5-C51220AAC241}" type="parTrans" cxnId="{DD9E5ED7-D955-41A2-8491-053F6FBE3F56}">
      <dgm:prSet/>
      <dgm:spPr/>
      <dgm:t>
        <a:bodyPr/>
        <a:lstStyle/>
        <a:p>
          <a:endParaRPr lang="en-US"/>
        </a:p>
      </dgm:t>
    </dgm:pt>
    <dgm:pt modelId="{E2786FA3-C11B-4266-8B09-19901C2F278A}" type="sibTrans" cxnId="{DD9E5ED7-D955-41A2-8491-053F6FBE3F56}">
      <dgm:prSet/>
      <dgm:spPr/>
      <dgm:t>
        <a:bodyPr/>
        <a:lstStyle/>
        <a:p>
          <a:endParaRPr lang="en-US"/>
        </a:p>
      </dgm:t>
    </dgm:pt>
    <dgm:pt modelId="{3E282190-3C02-405F-85E8-9038B8EC99B3}">
      <dgm:prSet phldrT="[Text]" phldr="0"/>
      <dgm:spPr/>
      <dgm:t>
        <a:bodyPr/>
        <a:lstStyle/>
        <a:p>
          <a:r>
            <a:rPr lang="en-US" dirty="0"/>
            <a:t>Trigger Events to 3</a:t>
          </a:r>
          <a:r>
            <a:rPr lang="en-US" baseline="30000" dirty="0"/>
            <a:t>rd</a:t>
          </a:r>
          <a:r>
            <a:rPr lang="en-US" dirty="0"/>
            <a:t> Party</a:t>
          </a:r>
        </a:p>
      </dgm:t>
    </dgm:pt>
    <dgm:pt modelId="{00C8362E-05AD-4193-AD2B-C16A144388CB}" type="parTrans" cxnId="{49ADB209-65CB-42B2-B98E-287BC392A59E}">
      <dgm:prSet/>
      <dgm:spPr/>
      <dgm:t>
        <a:bodyPr/>
        <a:lstStyle/>
        <a:p>
          <a:endParaRPr lang="en-US"/>
        </a:p>
      </dgm:t>
    </dgm:pt>
    <dgm:pt modelId="{A8692194-E6F9-4606-9FA9-AA26B524A7FD}" type="sibTrans" cxnId="{49ADB209-65CB-42B2-B98E-287BC392A59E}">
      <dgm:prSet/>
      <dgm:spPr/>
      <dgm:t>
        <a:bodyPr/>
        <a:lstStyle/>
        <a:p>
          <a:endParaRPr lang="en-US"/>
        </a:p>
      </dgm:t>
    </dgm:pt>
    <dgm:pt modelId="{72F72EDF-01AC-46F7-9579-7776C7198D42}">
      <dgm:prSet phldrT="[Text]" phldr="0"/>
      <dgm:spPr/>
      <dgm:t>
        <a:bodyPr/>
        <a:lstStyle/>
        <a:p>
          <a:r>
            <a:rPr lang="en-US" dirty="0"/>
            <a:t>Generate EMMA Case</a:t>
          </a:r>
        </a:p>
      </dgm:t>
    </dgm:pt>
    <dgm:pt modelId="{580E25A9-74A0-4611-9C86-5E23965CA9EA}" type="parTrans" cxnId="{B146A9D7-CC57-403D-A0EB-1246DBE9F72B}">
      <dgm:prSet/>
      <dgm:spPr/>
      <dgm:t>
        <a:bodyPr/>
        <a:lstStyle/>
        <a:p>
          <a:endParaRPr lang="en-US"/>
        </a:p>
      </dgm:t>
    </dgm:pt>
    <dgm:pt modelId="{90B8AC2B-4B0F-46D3-A141-2158049AD149}" type="sibTrans" cxnId="{B146A9D7-CC57-403D-A0EB-1246DBE9F72B}">
      <dgm:prSet/>
      <dgm:spPr/>
      <dgm:t>
        <a:bodyPr/>
        <a:lstStyle/>
        <a:p>
          <a:endParaRPr lang="en-US"/>
        </a:p>
      </dgm:t>
    </dgm:pt>
    <dgm:pt modelId="{DB3CE413-EC97-4960-BD00-1455C0C1E9CE}">
      <dgm:prSet/>
      <dgm:spPr/>
      <dgm:t>
        <a:bodyPr/>
        <a:lstStyle/>
        <a:p>
          <a:r>
            <a:rPr lang="en-US" dirty="0"/>
            <a:t>Trigger Events to S/4HANA</a:t>
          </a:r>
        </a:p>
      </dgm:t>
    </dgm:pt>
    <dgm:pt modelId="{22CBD21A-E883-41C2-B5D4-27AF12973F25}" type="parTrans" cxnId="{F7082FA8-D96A-4AB2-BF7B-899A1DE6A940}">
      <dgm:prSet/>
      <dgm:spPr/>
      <dgm:t>
        <a:bodyPr/>
        <a:lstStyle/>
        <a:p>
          <a:endParaRPr lang="en-US"/>
        </a:p>
      </dgm:t>
    </dgm:pt>
    <dgm:pt modelId="{AA1A6C1A-3BCD-426B-9015-359C22D97A80}" type="sibTrans" cxnId="{F7082FA8-D96A-4AB2-BF7B-899A1DE6A940}">
      <dgm:prSet/>
      <dgm:spPr/>
      <dgm:t>
        <a:bodyPr/>
        <a:lstStyle/>
        <a:p>
          <a:endParaRPr lang="en-US"/>
        </a:p>
      </dgm:t>
    </dgm:pt>
    <dgm:pt modelId="{164A27B9-BBD6-431C-B3FD-D21F357664C5}">
      <dgm:prSet/>
      <dgm:spPr/>
      <dgm:t>
        <a:bodyPr/>
        <a:lstStyle/>
        <a:p>
          <a:r>
            <a:rPr lang="en-US" dirty="0"/>
            <a:t>Generate Service Notifications</a:t>
          </a:r>
        </a:p>
      </dgm:t>
    </dgm:pt>
    <dgm:pt modelId="{5850B0F8-04CB-4828-8A00-661FB3D00586}" type="parTrans" cxnId="{3B3424EC-6572-4DC7-A5EC-941ECA588615}">
      <dgm:prSet/>
      <dgm:spPr/>
      <dgm:t>
        <a:bodyPr/>
        <a:lstStyle/>
        <a:p>
          <a:endParaRPr lang="en-US"/>
        </a:p>
      </dgm:t>
    </dgm:pt>
    <dgm:pt modelId="{849F8BA6-86FF-4CD1-A4AF-2382A10A0986}" type="sibTrans" cxnId="{3B3424EC-6572-4DC7-A5EC-941ECA588615}">
      <dgm:prSet/>
      <dgm:spPr/>
      <dgm:t>
        <a:bodyPr/>
        <a:lstStyle/>
        <a:p>
          <a:endParaRPr lang="en-US"/>
        </a:p>
      </dgm:t>
    </dgm:pt>
    <dgm:pt modelId="{280554E7-2FF1-4EB5-A2B1-AE7A7AD4DFC8}" type="pres">
      <dgm:prSet presAssocID="{86C4E107-F6FF-4F2D-B377-2D5327B30535}" presName="Name0" presStyleCnt="0">
        <dgm:presLayoutVars>
          <dgm:chMax val="1"/>
          <dgm:dir/>
          <dgm:animLvl val="ctr"/>
          <dgm:resizeHandles val="exact"/>
        </dgm:presLayoutVars>
      </dgm:prSet>
      <dgm:spPr/>
    </dgm:pt>
    <dgm:pt modelId="{A1C58096-0044-40CD-823C-6C77ABBD4DC4}" type="pres">
      <dgm:prSet presAssocID="{EF2EEBD2-B67C-4621-9015-03DB247BFC9F}" presName="centerShape" presStyleLbl="node0" presStyleIdx="0" presStyleCnt="1"/>
      <dgm:spPr/>
    </dgm:pt>
    <dgm:pt modelId="{D454D687-B1DB-44AA-84E5-A8088749CEDB}" type="pres">
      <dgm:prSet presAssocID="{6D227E15-EB06-4E30-AD04-ABF67196BD5F}" presName="parTrans" presStyleLbl="sibTrans2D1" presStyleIdx="0" presStyleCnt="6"/>
      <dgm:spPr/>
    </dgm:pt>
    <dgm:pt modelId="{22599EBA-8FAF-4FB9-AF26-F0155316B100}" type="pres">
      <dgm:prSet presAssocID="{6D227E15-EB06-4E30-AD04-ABF67196BD5F}" presName="connectorText" presStyleLbl="sibTrans2D1" presStyleIdx="0" presStyleCnt="6"/>
      <dgm:spPr/>
    </dgm:pt>
    <dgm:pt modelId="{F069DAA6-AF63-4863-B7C5-22D1854BE093}" type="pres">
      <dgm:prSet presAssocID="{3461A693-A5A5-48CB-B764-A6B2FED6B083}" presName="node" presStyleLbl="node1" presStyleIdx="0" presStyleCnt="6">
        <dgm:presLayoutVars>
          <dgm:bulletEnabled val="1"/>
        </dgm:presLayoutVars>
      </dgm:prSet>
      <dgm:spPr/>
    </dgm:pt>
    <dgm:pt modelId="{01FE7398-C5F3-4487-A7F5-00036A2DAAFF}" type="pres">
      <dgm:prSet presAssocID="{5850B0F8-04CB-4828-8A00-661FB3D00586}" presName="parTrans" presStyleLbl="sibTrans2D1" presStyleIdx="1" presStyleCnt="6"/>
      <dgm:spPr/>
    </dgm:pt>
    <dgm:pt modelId="{67277B1A-F02C-4E43-958E-2D9C0C5D4A20}" type="pres">
      <dgm:prSet presAssocID="{5850B0F8-04CB-4828-8A00-661FB3D00586}" presName="connectorText" presStyleLbl="sibTrans2D1" presStyleIdx="1" presStyleCnt="6"/>
      <dgm:spPr/>
    </dgm:pt>
    <dgm:pt modelId="{CD86652D-3941-4A7D-A292-9B327C9D9BBF}" type="pres">
      <dgm:prSet presAssocID="{164A27B9-BBD6-431C-B3FD-D21F357664C5}" presName="node" presStyleLbl="node1" presStyleIdx="1" presStyleCnt="6">
        <dgm:presLayoutVars>
          <dgm:bulletEnabled val="1"/>
        </dgm:presLayoutVars>
      </dgm:prSet>
      <dgm:spPr/>
    </dgm:pt>
    <dgm:pt modelId="{7270E5F9-D140-4395-BF17-FF5C994F65E5}" type="pres">
      <dgm:prSet presAssocID="{C24F87DB-363F-4B52-93E5-C51220AAC241}" presName="parTrans" presStyleLbl="sibTrans2D1" presStyleIdx="2" presStyleCnt="6"/>
      <dgm:spPr/>
    </dgm:pt>
    <dgm:pt modelId="{79659DA1-C03C-4A60-9197-DFBCEE3D4D9D}" type="pres">
      <dgm:prSet presAssocID="{C24F87DB-363F-4B52-93E5-C51220AAC241}" presName="connectorText" presStyleLbl="sibTrans2D1" presStyleIdx="2" presStyleCnt="6"/>
      <dgm:spPr/>
    </dgm:pt>
    <dgm:pt modelId="{DA3B0C08-94EF-4696-AE99-D21DA158EF4E}" type="pres">
      <dgm:prSet presAssocID="{C3D0C243-15C0-452D-BCC9-B36D4E3E075E}" presName="node" presStyleLbl="node1" presStyleIdx="2" presStyleCnt="6">
        <dgm:presLayoutVars>
          <dgm:bulletEnabled val="1"/>
        </dgm:presLayoutVars>
      </dgm:prSet>
      <dgm:spPr/>
    </dgm:pt>
    <dgm:pt modelId="{03C0D72E-2F5F-4A85-81D2-B0184F339117}" type="pres">
      <dgm:prSet presAssocID="{00C8362E-05AD-4193-AD2B-C16A144388CB}" presName="parTrans" presStyleLbl="sibTrans2D1" presStyleIdx="3" presStyleCnt="6"/>
      <dgm:spPr/>
    </dgm:pt>
    <dgm:pt modelId="{38145758-A556-43A5-8AE7-C1D8A496339E}" type="pres">
      <dgm:prSet presAssocID="{00C8362E-05AD-4193-AD2B-C16A144388CB}" presName="connectorText" presStyleLbl="sibTrans2D1" presStyleIdx="3" presStyleCnt="6"/>
      <dgm:spPr/>
    </dgm:pt>
    <dgm:pt modelId="{B210D634-95C0-4304-93BF-C508933A6337}" type="pres">
      <dgm:prSet presAssocID="{3E282190-3C02-405F-85E8-9038B8EC99B3}" presName="node" presStyleLbl="node1" presStyleIdx="3" presStyleCnt="6">
        <dgm:presLayoutVars>
          <dgm:bulletEnabled val="1"/>
        </dgm:presLayoutVars>
      </dgm:prSet>
      <dgm:spPr/>
    </dgm:pt>
    <dgm:pt modelId="{F67A1907-072C-48E6-AC53-38553522A23A}" type="pres">
      <dgm:prSet presAssocID="{22CBD21A-E883-41C2-B5D4-27AF12973F25}" presName="parTrans" presStyleLbl="sibTrans2D1" presStyleIdx="4" presStyleCnt="6"/>
      <dgm:spPr/>
    </dgm:pt>
    <dgm:pt modelId="{FA8325B7-3C2B-4C0F-B27E-FCA60EB4A03D}" type="pres">
      <dgm:prSet presAssocID="{22CBD21A-E883-41C2-B5D4-27AF12973F25}" presName="connectorText" presStyleLbl="sibTrans2D1" presStyleIdx="4" presStyleCnt="6"/>
      <dgm:spPr/>
    </dgm:pt>
    <dgm:pt modelId="{7529B8D9-3A83-448B-8AFC-DFD2CE02FC8E}" type="pres">
      <dgm:prSet presAssocID="{DB3CE413-EC97-4960-BD00-1455C0C1E9CE}" presName="node" presStyleLbl="node1" presStyleIdx="4" presStyleCnt="6">
        <dgm:presLayoutVars>
          <dgm:bulletEnabled val="1"/>
        </dgm:presLayoutVars>
      </dgm:prSet>
      <dgm:spPr/>
    </dgm:pt>
    <dgm:pt modelId="{E7DA1D4D-7B21-4CA6-BEB2-3C4711AFCB39}" type="pres">
      <dgm:prSet presAssocID="{580E25A9-74A0-4611-9C86-5E23965CA9EA}" presName="parTrans" presStyleLbl="sibTrans2D1" presStyleIdx="5" presStyleCnt="6"/>
      <dgm:spPr/>
    </dgm:pt>
    <dgm:pt modelId="{1D7E731B-65A6-4C41-A376-3EFDAC4F2669}" type="pres">
      <dgm:prSet presAssocID="{580E25A9-74A0-4611-9C86-5E23965CA9EA}" presName="connectorText" presStyleLbl="sibTrans2D1" presStyleIdx="5" presStyleCnt="6"/>
      <dgm:spPr/>
    </dgm:pt>
    <dgm:pt modelId="{B61DB930-99EC-4F59-BDDA-68CF27B77779}" type="pres">
      <dgm:prSet presAssocID="{72F72EDF-01AC-46F7-9579-7776C7198D42}" presName="node" presStyleLbl="node1" presStyleIdx="5" presStyleCnt="6">
        <dgm:presLayoutVars>
          <dgm:bulletEnabled val="1"/>
        </dgm:presLayoutVars>
      </dgm:prSet>
      <dgm:spPr/>
    </dgm:pt>
  </dgm:ptLst>
  <dgm:cxnLst>
    <dgm:cxn modelId="{49ADB209-65CB-42B2-B98E-287BC392A59E}" srcId="{EF2EEBD2-B67C-4621-9015-03DB247BFC9F}" destId="{3E282190-3C02-405F-85E8-9038B8EC99B3}" srcOrd="3" destOrd="0" parTransId="{00C8362E-05AD-4193-AD2B-C16A144388CB}" sibTransId="{A8692194-E6F9-4606-9FA9-AA26B524A7FD}"/>
    <dgm:cxn modelId="{2A55FC0D-6435-490A-8875-66A9CA9446BA}" type="presOf" srcId="{C3D0C243-15C0-452D-BCC9-B36D4E3E075E}" destId="{DA3B0C08-94EF-4696-AE99-D21DA158EF4E}" srcOrd="0" destOrd="0" presId="urn:microsoft.com/office/officeart/2005/8/layout/radial5"/>
    <dgm:cxn modelId="{F717EC16-24E0-4092-B671-1356926FF8DF}" type="presOf" srcId="{580E25A9-74A0-4611-9C86-5E23965CA9EA}" destId="{1D7E731B-65A6-4C41-A376-3EFDAC4F2669}" srcOrd="1" destOrd="0" presId="urn:microsoft.com/office/officeart/2005/8/layout/radial5"/>
    <dgm:cxn modelId="{FBB79418-2B93-44E5-B894-E3DD366F91F4}" type="presOf" srcId="{5850B0F8-04CB-4828-8A00-661FB3D00586}" destId="{01FE7398-C5F3-4487-A7F5-00036A2DAAFF}" srcOrd="0" destOrd="0" presId="urn:microsoft.com/office/officeart/2005/8/layout/radial5"/>
    <dgm:cxn modelId="{292EA820-5700-4E88-B9BC-B28AFE1B8718}" type="presOf" srcId="{00C8362E-05AD-4193-AD2B-C16A144388CB}" destId="{03C0D72E-2F5F-4A85-81D2-B0184F339117}" srcOrd="0" destOrd="0" presId="urn:microsoft.com/office/officeart/2005/8/layout/radial5"/>
    <dgm:cxn modelId="{788D6E33-7BA2-494F-8DCB-AE59E1BC22F9}" type="presOf" srcId="{72F72EDF-01AC-46F7-9579-7776C7198D42}" destId="{B61DB930-99EC-4F59-BDDA-68CF27B77779}" srcOrd="0" destOrd="0" presId="urn:microsoft.com/office/officeart/2005/8/layout/radial5"/>
    <dgm:cxn modelId="{1CF44841-FBC4-42CE-9436-C3771A3B0AC6}" type="presOf" srcId="{C24F87DB-363F-4B52-93E5-C51220AAC241}" destId="{79659DA1-C03C-4A60-9197-DFBCEE3D4D9D}" srcOrd="1" destOrd="0" presId="urn:microsoft.com/office/officeart/2005/8/layout/radial5"/>
    <dgm:cxn modelId="{119DFC63-3099-4550-9ACA-7A619AC99F9E}" type="presOf" srcId="{6D227E15-EB06-4E30-AD04-ABF67196BD5F}" destId="{22599EBA-8FAF-4FB9-AF26-F0155316B100}" srcOrd="1" destOrd="0" presId="urn:microsoft.com/office/officeart/2005/8/layout/radial5"/>
    <dgm:cxn modelId="{2081406E-4C05-44E6-9717-5BF9B4DE13A2}" type="presOf" srcId="{00C8362E-05AD-4193-AD2B-C16A144388CB}" destId="{38145758-A556-43A5-8AE7-C1D8A496339E}" srcOrd="1" destOrd="0" presId="urn:microsoft.com/office/officeart/2005/8/layout/radial5"/>
    <dgm:cxn modelId="{2FCAA953-7D58-45A4-9F45-5392D7EF99A3}" srcId="{86C4E107-F6FF-4F2D-B377-2D5327B30535}" destId="{EF2EEBD2-B67C-4621-9015-03DB247BFC9F}" srcOrd="0" destOrd="0" parTransId="{5F3F6A92-BDD3-4026-A439-BBA768B3ADBB}" sibTransId="{F14B4EA0-5B20-40E6-A1F8-22F1904E9317}"/>
    <dgm:cxn modelId="{761A5877-FEA9-4775-B321-66E77FAA54B3}" type="presOf" srcId="{86C4E107-F6FF-4F2D-B377-2D5327B30535}" destId="{280554E7-2FF1-4EB5-A2B1-AE7A7AD4DFC8}" srcOrd="0" destOrd="0" presId="urn:microsoft.com/office/officeart/2005/8/layout/radial5"/>
    <dgm:cxn modelId="{65BB6A79-CD6E-4A74-A72D-DFBD48D14BFF}" type="presOf" srcId="{164A27B9-BBD6-431C-B3FD-D21F357664C5}" destId="{CD86652D-3941-4A7D-A292-9B327C9D9BBF}" srcOrd="0" destOrd="0" presId="urn:microsoft.com/office/officeart/2005/8/layout/radial5"/>
    <dgm:cxn modelId="{67A46085-E6AF-4400-B7F4-2A27650E845C}" type="presOf" srcId="{DB3CE413-EC97-4960-BD00-1455C0C1E9CE}" destId="{7529B8D9-3A83-448B-8AFC-DFD2CE02FC8E}" srcOrd="0" destOrd="0" presId="urn:microsoft.com/office/officeart/2005/8/layout/radial5"/>
    <dgm:cxn modelId="{00FD1B92-5102-4DD9-9C66-417EF050BF1A}" type="presOf" srcId="{C24F87DB-363F-4B52-93E5-C51220AAC241}" destId="{7270E5F9-D140-4395-BF17-FF5C994F65E5}" srcOrd="0" destOrd="0" presId="urn:microsoft.com/office/officeart/2005/8/layout/radial5"/>
    <dgm:cxn modelId="{2FE3019A-0F4E-4382-B332-3CFCC03BA6CB}" type="presOf" srcId="{3461A693-A5A5-48CB-B764-A6B2FED6B083}" destId="{F069DAA6-AF63-4863-B7C5-22D1854BE093}" srcOrd="0" destOrd="0" presId="urn:microsoft.com/office/officeart/2005/8/layout/radial5"/>
    <dgm:cxn modelId="{EA1BA6A6-2412-4BB1-94CE-D5D924CFA3D4}" type="presOf" srcId="{6D227E15-EB06-4E30-AD04-ABF67196BD5F}" destId="{D454D687-B1DB-44AA-84E5-A8088749CEDB}" srcOrd="0" destOrd="0" presId="urn:microsoft.com/office/officeart/2005/8/layout/radial5"/>
    <dgm:cxn modelId="{F7082FA8-D96A-4AB2-BF7B-899A1DE6A940}" srcId="{EF2EEBD2-B67C-4621-9015-03DB247BFC9F}" destId="{DB3CE413-EC97-4960-BD00-1455C0C1E9CE}" srcOrd="4" destOrd="0" parTransId="{22CBD21A-E883-41C2-B5D4-27AF12973F25}" sibTransId="{AA1A6C1A-3BCD-426B-9015-359C22D97A80}"/>
    <dgm:cxn modelId="{B68CF1AD-90BB-441F-A0AA-5B5AFCB47C78}" srcId="{EF2EEBD2-B67C-4621-9015-03DB247BFC9F}" destId="{3461A693-A5A5-48CB-B764-A6B2FED6B083}" srcOrd="0" destOrd="0" parTransId="{6D227E15-EB06-4E30-AD04-ABF67196BD5F}" sibTransId="{9AB30448-E243-4F67-8202-E3ED4CD9DD7C}"/>
    <dgm:cxn modelId="{62014FB5-EF99-4963-9BBC-1EE14FB4DF03}" type="presOf" srcId="{3E282190-3C02-405F-85E8-9038B8EC99B3}" destId="{B210D634-95C0-4304-93BF-C508933A6337}" srcOrd="0" destOrd="0" presId="urn:microsoft.com/office/officeart/2005/8/layout/radial5"/>
    <dgm:cxn modelId="{A26B14C0-1734-4CE3-9752-9AEA8C1D56F9}" type="presOf" srcId="{22CBD21A-E883-41C2-B5D4-27AF12973F25}" destId="{F67A1907-072C-48E6-AC53-38553522A23A}" srcOrd="0" destOrd="0" presId="urn:microsoft.com/office/officeart/2005/8/layout/radial5"/>
    <dgm:cxn modelId="{792E78C8-0EE9-4B81-BB87-BB9E33E4431B}" type="presOf" srcId="{22CBD21A-E883-41C2-B5D4-27AF12973F25}" destId="{FA8325B7-3C2B-4C0F-B27E-FCA60EB4A03D}" srcOrd="1" destOrd="0" presId="urn:microsoft.com/office/officeart/2005/8/layout/radial5"/>
    <dgm:cxn modelId="{85C143D0-F618-470C-BEBC-4809DF7AFF47}" type="presOf" srcId="{5850B0F8-04CB-4828-8A00-661FB3D00586}" destId="{67277B1A-F02C-4E43-958E-2D9C0C5D4A20}" srcOrd="1" destOrd="0" presId="urn:microsoft.com/office/officeart/2005/8/layout/radial5"/>
    <dgm:cxn modelId="{DD9E5ED7-D955-41A2-8491-053F6FBE3F56}" srcId="{EF2EEBD2-B67C-4621-9015-03DB247BFC9F}" destId="{C3D0C243-15C0-452D-BCC9-B36D4E3E075E}" srcOrd="2" destOrd="0" parTransId="{C24F87DB-363F-4B52-93E5-C51220AAC241}" sibTransId="{E2786FA3-C11B-4266-8B09-19901C2F278A}"/>
    <dgm:cxn modelId="{B146A9D7-CC57-403D-A0EB-1246DBE9F72B}" srcId="{EF2EEBD2-B67C-4621-9015-03DB247BFC9F}" destId="{72F72EDF-01AC-46F7-9579-7776C7198D42}" srcOrd="5" destOrd="0" parTransId="{580E25A9-74A0-4611-9C86-5E23965CA9EA}" sibTransId="{90B8AC2B-4B0F-46D3-A141-2158049AD149}"/>
    <dgm:cxn modelId="{B18D4EEB-D70D-4DA8-A41D-811523EF8AB1}" type="presOf" srcId="{580E25A9-74A0-4611-9C86-5E23965CA9EA}" destId="{E7DA1D4D-7B21-4CA6-BEB2-3C4711AFCB39}" srcOrd="0" destOrd="0" presId="urn:microsoft.com/office/officeart/2005/8/layout/radial5"/>
    <dgm:cxn modelId="{3B3424EC-6572-4DC7-A5EC-941ECA588615}" srcId="{EF2EEBD2-B67C-4621-9015-03DB247BFC9F}" destId="{164A27B9-BBD6-431C-B3FD-D21F357664C5}" srcOrd="1" destOrd="0" parTransId="{5850B0F8-04CB-4828-8A00-661FB3D00586}" sibTransId="{849F8BA6-86FF-4CD1-A4AF-2382A10A0986}"/>
    <dgm:cxn modelId="{EB3F27FD-822B-461B-ADC6-C4D7FF92F270}" type="presOf" srcId="{EF2EEBD2-B67C-4621-9015-03DB247BFC9F}" destId="{A1C58096-0044-40CD-823C-6C77ABBD4DC4}" srcOrd="0" destOrd="0" presId="urn:microsoft.com/office/officeart/2005/8/layout/radial5"/>
    <dgm:cxn modelId="{F6E7E21E-9D50-4D13-9C1A-2CB771CF5661}" type="presParOf" srcId="{280554E7-2FF1-4EB5-A2B1-AE7A7AD4DFC8}" destId="{A1C58096-0044-40CD-823C-6C77ABBD4DC4}" srcOrd="0" destOrd="0" presId="urn:microsoft.com/office/officeart/2005/8/layout/radial5"/>
    <dgm:cxn modelId="{53BE3291-F99E-42D8-BB03-C1F68CC78772}" type="presParOf" srcId="{280554E7-2FF1-4EB5-A2B1-AE7A7AD4DFC8}" destId="{D454D687-B1DB-44AA-84E5-A8088749CEDB}" srcOrd="1" destOrd="0" presId="urn:microsoft.com/office/officeart/2005/8/layout/radial5"/>
    <dgm:cxn modelId="{56C2D8AD-0161-4179-998A-4B969E138ACF}" type="presParOf" srcId="{D454D687-B1DB-44AA-84E5-A8088749CEDB}" destId="{22599EBA-8FAF-4FB9-AF26-F0155316B100}" srcOrd="0" destOrd="0" presId="urn:microsoft.com/office/officeart/2005/8/layout/radial5"/>
    <dgm:cxn modelId="{AC8E6299-978F-48EF-9AE5-24342230632C}" type="presParOf" srcId="{280554E7-2FF1-4EB5-A2B1-AE7A7AD4DFC8}" destId="{F069DAA6-AF63-4863-B7C5-22D1854BE093}" srcOrd="2" destOrd="0" presId="urn:microsoft.com/office/officeart/2005/8/layout/radial5"/>
    <dgm:cxn modelId="{E490D717-982D-4127-B6AE-D999C321F5E6}" type="presParOf" srcId="{280554E7-2FF1-4EB5-A2B1-AE7A7AD4DFC8}" destId="{01FE7398-C5F3-4487-A7F5-00036A2DAAFF}" srcOrd="3" destOrd="0" presId="urn:microsoft.com/office/officeart/2005/8/layout/radial5"/>
    <dgm:cxn modelId="{3FCB1B2B-A341-4468-AD71-B4C0D666D712}" type="presParOf" srcId="{01FE7398-C5F3-4487-A7F5-00036A2DAAFF}" destId="{67277B1A-F02C-4E43-958E-2D9C0C5D4A20}" srcOrd="0" destOrd="0" presId="urn:microsoft.com/office/officeart/2005/8/layout/radial5"/>
    <dgm:cxn modelId="{E2C71300-078A-48E8-8184-E1E61DA36607}" type="presParOf" srcId="{280554E7-2FF1-4EB5-A2B1-AE7A7AD4DFC8}" destId="{CD86652D-3941-4A7D-A292-9B327C9D9BBF}" srcOrd="4" destOrd="0" presId="urn:microsoft.com/office/officeart/2005/8/layout/radial5"/>
    <dgm:cxn modelId="{61DE3C28-3B4A-4827-9634-A85CC6023F90}" type="presParOf" srcId="{280554E7-2FF1-4EB5-A2B1-AE7A7AD4DFC8}" destId="{7270E5F9-D140-4395-BF17-FF5C994F65E5}" srcOrd="5" destOrd="0" presId="urn:microsoft.com/office/officeart/2005/8/layout/radial5"/>
    <dgm:cxn modelId="{F68BF2CA-790B-4E73-A381-E57AEEC9BE53}" type="presParOf" srcId="{7270E5F9-D140-4395-BF17-FF5C994F65E5}" destId="{79659DA1-C03C-4A60-9197-DFBCEE3D4D9D}" srcOrd="0" destOrd="0" presId="urn:microsoft.com/office/officeart/2005/8/layout/radial5"/>
    <dgm:cxn modelId="{BAEB4CFC-ECB7-49A4-A966-7773B85D4E0F}" type="presParOf" srcId="{280554E7-2FF1-4EB5-A2B1-AE7A7AD4DFC8}" destId="{DA3B0C08-94EF-4696-AE99-D21DA158EF4E}" srcOrd="6" destOrd="0" presId="urn:microsoft.com/office/officeart/2005/8/layout/radial5"/>
    <dgm:cxn modelId="{25AD26FF-DF08-4807-953D-6DDD921A1B05}" type="presParOf" srcId="{280554E7-2FF1-4EB5-A2B1-AE7A7AD4DFC8}" destId="{03C0D72E-2F5F-4A85-81D2-B0184F339117}" srcOrd="7" destOrd="0" presId="urn:microsoft.com/office/officeart/2005/8/layout/radial5"/>
    <dgm:cxn modelId="{DA3ACE3E-2E27-4F26-89E1-7F8A67896138}" type="presParOf" srcId="{03C0D72E-2F5F-4A85-81D2-B0184F339117}" destId="{38145758-A556-43A5-8AE7-C1D8A496339E}" srcOrd="0" destOrd="0" presId="urn:microsoft.com/office/officeart/2005/8/layout/radial5"/>
    <dgm:cxn modelId="{5E003127-EE1B-42B8-8CBF-17A3D901058F}" type="presParOf" srcId="{280554E7-2FF1-4EB5-A2B1-AE7A7AD4DFC8}" destId="{B210D634-95C0-4304-93BF-C508933A6337}" srcOrd="8" destOrd="0" presId="urn:microsoft.com/office/officeart/2005/8/layout/radial5"/>
    <dgm:cxn modelId="{4C4378E8-3887-4239-926D-1DFD4AE689EB}" type="presParOf" srcId="{280554E7-2FF1-4EB5-A2B1-AE7A7AD4DFC8}" destId="{F67A1907-072C-48E6-AC53-38553522A23A}" srcOrd="9" destOrd="0" presId="urn:microsoft.com/office/officeart/2005/8/layout/radial5"/>
    <dgm:cxn modelId="{8BA63CA2-6FDA-43E8-B4BD-0CD9F977B161}" type="presParOf" srcId="{F67A1907-072C-48E6-AC53-38553522A23A}" destId="{FA8325B7-3C2B-4C0F-B27E-FCA60EB4A03D}" srcOrd="0" destOrd="0" presId="urn:microsoft.com/office/officeart/2005/8/layout/radial5"/>
    <dgm:cxn modelId="{AD361D69-E295-40EA-B3D6-2915F5C561E5}" type="presParOf" srcId="{280554E7-2FF1-4EB5-A2B1-AE7A7AD4DFC8}" destId="{7529B8D9-3A83-448B-8AFC-DFD2CE02FC8E}" srcOrd="10" destOrd="0" presId="urn:microsoft.com/office/officeart/2005/8/layout/radial5"/>
    <dgm:cxn modelId="{BF8700C4-B60F-4C2D-A870-2D6AA1B7A9B5}" type="presParOf" srcId="{280554E7-2FF1-4EB5-A2B1-AE7A7AD4DFC8}" destId="{E7DA1D4D-7B21-4CA6-BEB2-3C4711AFCB39}" srcOrd="11" destOrd="0" presId="urn:microsoft.com/office/officeart/2005/8/layout/radial5"/>
    <dgm:cxn modelId="{BFE4507B-D6ED-4E7D-9095-DA5FBCE84B35}" type="presParOf" srcId="{E7DA1D4D-7B21-4CA6-BEB2-3C4711AFCB39}" destId="{1D7E731B-65A6-4C41-A376-3EFDAC4F2669}" srcOrd="0" destOrd="0" presId="urn:microsoft.com/office/officeart/2005/8/layout/radial5"/>
    <dgm:cxn modelId="{AFEBDEA6-D1B9-4239-8A6A-029B328222F5}" type="presParOf" srcId="{280554E7-2FF1-4EB5-A2B1-AE7A7AD4DFC8}" destId="{B61DB930-99EC-4F59-BDDA-68CF27B77779}" srcOrd="12"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04A36E-BE0D-4A26-8A66-E08035C728C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EBFF37A-CD84-46E1-83D8-58E4B85F6B7A}">
      <dgm:prSet/>
      <dgm:spPr/>
      <dgm:t>
        <a:bodyPr/>
        <a:lstStyle/>
        <a:p>
          <a:r>
            <a:rPr lang="en-US" b="0" i="0" baseline="0" dirty="0"/>
            <a:t>Case Summary Notice</a:t>
          </a:r>
          <a:endParaRPr lang="en-US" dirty="0"/>
        </a:p>
      </dgm:t>
    </dgm:pt>
    <dgm:pt modelId="{8CB8345D-B4B8-44DD-9DE2-A0817B95E73F}" type="parTrans" cxnId="{8091194F-66C7-4AE4-96FA-17DDBE83EB79}">
      <dgm:prSet/>
      <dgm:spPr/>
      <dgm:t>
        <a:bodyPr/>
        <a:lstStyle/>
        <a:p>
          <a:endParaRPr lang="en-US"/>
        </a:p>
      </dgm:t>
    </dgm:pt>
    <dgm:pt modelId="{4DFBAD2D-A860-48C0-B18F-AB2ABBBFA874}" type="sibTrans" cxnId="{8091194F-66C7-4AE4-96FA-17DDBE83EB79}">
      <dgm:prSet/>
      <dgm:spPr/>
      <dgm:t>
        <a:bodyPr/>
        <a:lstStyle/>
        <a:p>
          <a:endParaRPr lang="en-US"/>
        </a:p>
      </dgm:t>
    </dgm:pt>
    <dgm:pt modelId="{7331B9BF-2E4B-4B0A-8273-0991D1BFA2F4}">
      <dgm:prSet/>
      <dgm:spPr/>
      <dgm:t>
        <a:bodyPr/>
        <a:lstStyle/>
        <a:p>
          <a:r>
            <a:rPr lang="en-US" b="0" i="0" baseline="0" dirty="0"/>
            <a:t>Case Field Enhancements (i.e., show service order id, notification id on the case)</a:t>
          </a:r>
          <a:endParaRPr lang="en-US" dirty="0"/>
        </a:p>
      </dgm:t>
    </dgm:pt>
    <dgm:pt modelId="{1F8F7C15-14EF-4984-9B7D-04CF0E7F59B8}" type="parTrans" cxnId="{8286C758-6ACF-4FDF-80F9-507073C75CFD}">
      <dgm:prSet/>
      <dgm:spPr/>
      <dgm:t>
        <a:bodyPr/>
        <a:lstStyle/>
        <a:p>
          <a:endParaRPr lang="en-US"/>
        </a:p>
      </dgm:t>
    </dgm:pt>
    <dgm:pt modelId="{7D983D47-652A-43F7-9219-E86232CBA5BD}" type="sibTrans" cxnId="{8286C758-6ACF-4FDF-80F9-507073C75CFD}">
      <dgm:prSet/>
      <dgm:spPr/>
      <dgm:t>
        <a:bodyPr/>
        <a:lstStyle/>
        <a:p>
          <a:endParaRPr lang="en-US"/>
        </a:p>
      </dgm:t>
    </dgm:pt>
    <dgm:pt modelId="{0A4ED919-F96E-4BBC-8C00-E52250752CEA}">
      <dgm:prSet/>
      <dgm:spPr/>
      <dgm:t>
        <a:bodyPr/>
        <a:lstStyle/>
        <a:p>
          <a:r>
            <a:rPr lang="en-US" dirty="0"/>
            <a:t>Fetch relevant details from ECC to create the notification </a:t>
          </a:r>
        </a:p>
      </dgm:t>
    </dgm:pt>
    <dgm:pt modelId="{55726DCE-BA69-4303-987C-415461110879}" type="parTrans" cxnId="{D5BEDE96-6267-4DAE-8C01-97B0232B40AF}">
      <dgm:prSet/>
      <dgm:spPr/>
      <dgm:t>
        <a:bodyPr/>
        <a:lstStyle/>
        <a:p>
          <a:endParaRPr lang="en-US"/>
        </a:p>
      </dgm:t>
    </dgm:pt>
    <dgm:pt modelId="{F0C85F47-FDAF-4A51-B282-70FB853CEC44}" type="sibTrans" cxnId="{D5BEDE96-6267-4DAE-8C01-97B0232B40AF}">
      <dgm:prSet/>
      <dgm:spPr/>
      <dgm:t>
        <a:bodyPr/>
        <a:lstStyle/>
        <a:p>
          <a:endParaRPr lang="en-US"/>
        </a:p>
      </dgm:t>
    </dgm:pt>
    <dgm:pt modelId="{9BB5D538-DF75-418A-9912-67171F81DE26}">
      <dgm:prSet/>
      <dgm:spPr/>
      <dgm:t>
        <a:bodyPr/>
        <a:lstStyle/>
        <a:p>
          <a:r>
            <a:rPr lang="en-US" b="0" i="0" baseline="0" dirty="0"/>
            <a:t>Generate event for Notification creation in S/4HANA</a:t>
          </a:r>
          <a:endParaRPr lang="en-US" dirty="0"/>
        </a:p>
      </dgm:t>
    </dgm:pt>
    <dgm:pt modelId="{C5AC6665-1B25-4A25-927C-26079AAD145E}" type="parTrans" cxnId="{21903EC6-526E-48DB-8FF4-8858189E3002}">
      <dgm:prSet/>
      <dgm:spPr/>
      <dgm:t>
        <a:bodyPr/>
        <a:lstStyle/>
        <a:p>
          <a:endParaRPr lang="en-US"/>
        </a:p>
      </dgm:t>
    </dgm:pt>
    <dgm:pt modelId="{823C54DF-2471-4FC9-AFD2-D45A27F3F37E}" type="sibTrans" cxnId="{21903EC6-526E-48DB-8FF4-8858189E3002}">
      <dgm:prSet/>
      <dgm:spPr/>
      <dgm:t>
        <a:bodyPr/>
        <a:lstStyle/>
        <a:p>
          <a:endParaRPr lang="en-US"/>
        </a:p>
      </dgm:t>
    </dgm:pt>
    <dgm:pt modelId="{334163DD-0FF3-4874-AF21-84A23CD03727}" type="pres">
      <dgm:prSet presAssocID="{9404A36E-BE0D-4A26-8A66-E08035C728C3}" presName="root" presStyleCnt="0">
        <dgm:presLayoutVars>
          <dgm:dir/>
          <dgm:resizeHandles val="exact"/>
        </dgm:presLayoutVars>
      </dgm:prSet>
      <dgm:spPr/>
    </dgm:pt>
    <dgm:pt modelId="{07C3BED2-A517-401F-8A52-FE1A4C2415C3}" type="pres">
      <dgm:prSet presAssocID="{0EBFF37A-CD84-46E1-83D8-58E4B85F6B7A}" presName="compNode" presStyleCnt="0"/>
      <dgm:spPr/>
    </dgm:pt>
    <dgm:pt modelId="{E54E40B2-ABCC-49B7-B077-32A56666AD81}" type="pres">
      <dgm:prSet presAssocID="{0EBFF37A-CD84-46E1-83D8-58E4B85F6B7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70C818B8-CE84-4E52-B69C-22E06EECEC0F}" type="pres">
      <dgm:prSet presAssocID="{0EBFF37A-CD84-46E1-83D8-58E4B85F6B7A}" presName="spaceRect" presStyleCnt="0"/>
      <dgm:spPr/>
    </dgm:pt>
    <dgm:pt modelId="{D8CC5E93-7A22-4888-9741-4590FD32E96C}" type="pres">
      <dgm:prSet presAssocID="{0EBFF37A-CD84-46E1-83D8-58E4B85F6B7A}" presName="textRect" presStyleLbl="revTx" presStyleIdx="0" presStyleCnt="4">
        <dgm:presLayoutVars>
          <dgm:chMax val="1"/>
          <dgm:chPref val="1"/>
        </dgm:presLayoutVars>
      </dgm:prSet>
      <dgm:spPr/>
    </dgm:pt>
    <dgm:pt modelId="{FC5BE8C5-F83D-43BA-B1E3-41DC6F034F36}" type="pres">
      <dgm:prSet presAssocID="{4DFBAD2D-A860-48C0-B18F-AB2ABBBFA874}" presName="sibTrans" presStyleCnt="0"/>
      <dgm:spPr/>
    </dgm:pt>
    <dgm:pt modelId="{2119FCEF-658D-4DFD-9A2B-552DBF0405EC}" type="pres">
      <dgm:prSet presAssocID="{7331B9BF-2E4B-4B0A-8273-0991D1BFA2F4}" presName="compNode" presStyleCnt="0"/>
      <dgm:spPr/>
    </dgm:pt>
    <dgm:pt modelId="{26C9884E-4FC8-4A95-889B-2B02D084498C}" type="pres">
      <dgm:prSet presAssocID="{7331B9BF-2E4B-4B0A-8273-0991D1BFA2F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25408B1B-539A-44D6-B202-A48D53636D0A}" type="pres">
      <dgm:prSet presAssocID="{7331B9BF-2E4B-4B0A-8273-0991D1BFA2F4}" presName="spaceRect" presStyleCnt="0"/>
      <dgm:spPr/>
    </dgm:pt>
    <dgm:pt modelId="{AFAC2B1D-D1AE-4BF3-9192-00EC0E7E4702}" type="pres">
      <dgm:prSet presAssocID="{7331B9BF-2E4B-4B0A-8273-0991D1BFA2F4}" presName="textRect" presStyleLbl="revTx" presStyleIdx="1" presStyleCnt="4">
        <dgm:presLayoutVars>
          <dgm:chMax val="1"/>
          <dgm:chPref val="1"/>
        </dgm:presLayoutVars>
      </dgm:prSet>
      <dgm:spPr/>
    </dgm:pt>
    <dgm:pt modelId="{B9EFE5D7-BFC2-4D59-A8F0-92E91C1FB791}" type="pres">
      <dgm:prSet presAssocID="{7D983D47-652A-43F7-9219-E86232CBA5BD}" presName="sibTrans" presStyleCnt="0"/>
      <dgm:spPr/>
    </dgm:pt>
    <dgm:pt modelId="{17BBD87D-A6DF-4C10-9AA7-FAD9AAFC9A20}" type="pres">
      <dgm:prSet presAssocID="{0A4ED919-F96E-4BBC-8C00-E52250752CEA}" presName="compNode" presStyleCnt="0"/>
      <dgm:spPr/>
    </dgm:pt>
    <dgm:pt modelId="{87D3C541-463A-4E0C-8531-9A32219CB742}" type="pres">
      <dgm:prSet presAssocID="{0A4ED919-F96E-4BBC-8C00-E52250752CE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refighter"/>
        </a:ext>
      </dgm:extLst>
    </dgm:pt>
    <dgm:pt modelId="{F36F5C87-12D7-4101-869B-FE822481E48B}" type="pres">
      <dgm:prSet presAssocID="{0A4ED919-F96E-4BBC-8C00-E52250752CEA}" presName="spaceRect" presStyleCnt="0"/>
      <dgm:spPr/>
    </dgm:pt>
    <dgm:pt modelId="{D871CE2C-A61B-4A1B-A993-B5A0A5A76AD8}" type="pres">
      <dgm:prSet presAssocID="{0A4ED919-F96E-4BBC-8C00-E52250752CEA}" presName="textRect" presStyleLbl="revTx" presStyleIdx="2" presStyleCnt="4">
        <dgm:presLayoutVars>
          <dgm:chMax val="1"/>
          <dgm:chPref val="1"/>
        </dgm:presLayoutVars>
      </dgm:prSet>
      <dgm:spPr/>
    </dgm:pt>
    <dgm:pt modelId="{D5AF8B6D-28F5-4C2C-8DDE-9389BE371124}" type="pres">
      <dgm:prSet presAssocID="{F0C85F47-FDAF-4A51-B282-70FB853CEC44}" presName="sibTrans" presStyleCnt="0"/>
      <dgm:spPr/>
    </dgm:pt>
    <dgm:pt modelId="{0B04278B-4191-40BC-874C-A44EE29003C2}" type="pres">
      <dgm:prSet presAssocID="{9BB5D538-DF75-418A-9912-67171F81DE26}" presName="compNode" presStyleCnt="0"/>
      <dgm:spPr/>
    </dgm:pt>
    <dgm:pt modelId="{E31D9A8D-9123-484C-8E1E-7D3B14364B4C}" type="pres">
      <dgm:prSet presAssocID="{9BB5D538-DF75-418A-9912-67171F81DE2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1A7DF366-F6A8-416C-A094-3CB2E1305830}" type="pres">
      <dgm:prSet presAssocID="{9BB5D538-DF75-418A-9912-67171F81DE26}" presName="spaceRect" presStyleCnt="0"/>
      <dgm:spPr/>
    </dgm:pt>
    <dgm:pt modelId="{CB41747B-6F88-494B-AA27-7F0006577B2D}" type="pres">
      <dgm:prSet presAssocID="{9BB5D538-DF75-418A-9912-67171F81DE26}" presName="textRect" presStyleLbl="revTx" presStyleIdx="3" presStyleCnt="4">
        <dgm:presLayoutVars>
          <dgm:chMax val="1"/>
          <dgm:chPref val="1"/>
        </dgm:presLayoutVars>
      </dgm:prSet>
      <dgm:spPr/>
    </dgm:pt>
  </dgm:ptLst>
  <dgm:cxnLst>
    <dgm:cxn modelId="{2F63246E-B416-47A0-89A2-6B8B6743D29F}" type="presOf" srcId="{9404A36E-BE0D-4A26-8A66-E08035C728C3}" destId="{334163DD-0FF3-4874-AF21-84A23CD03727}" srcOrd="0" destOrd="0" presId="urn:microsoft.com/office/officeart/2018/2/layout/IconLabelList"/>
    <dgm:cxn modelId="{8091194F-66C7-4AE4-96FA-17DDBE83EB79}" srcId="{9404A36E-BE0D-4A26-8A66-E08035C728C3}" destId="{0EBFF37A-CD84-46E1-83D8-58E4B85F6B7A}" srcOrd="0" destOrd="0" parTransId="{8CB8345D-B4B8-44DD-9DE2-A0817B95E73F}" sibTransId="{4DFBAD2D-A860-48C0-B18F-AB2ABBBFA874}"/>
    <dgm:cxn modelId="{8286C758-6ACF-4FDF-80F9-507073C75CFD}" srcId="{9404A36E-BE0D-4A26-8A66-E08035C728C3}" destId="{7331B9BF-2E4B-4B0A-8273-0991D1BFA2F4}" srcOrd="1" destOrd="0" parTransId="{1F8F7C15-14EF-4984-9B7D-04CF0E7F59B8}" sibTransId="{7D983D47-652A-43F7-9219-E86232CBA5BD}"/>
    <dgm:cxn modelId="{003BF492-B1E0-42C2-B045-649048230A0C}" type="presOf" srcId="{9BB5D538-DF75-418A-9912-67171F81DE26}" destId="{CB41747B-6F88-494B-AA27-7F0006577B2D}" srcOrd="0" destOrd="0" presId="urn:microsoft.com/office/officeart/2018/2/layout/IconLabelList"/>
    <dgm:cxn modelId="{D5BEDE96-6267-4DAE-8C01-97B0232B40AF}" srcId="{9404A36E-BE0D-4A26-8A66-E08035C728C3}" destId="{0A4ED919-F96E-4BBC-8C00-E52250752CEA}" srcOrd="2" destOrd="0" parTransId="{55726DCE-BA69-4303-987C-415461110879}" sibTransId="{F0C85F47-FDAF-4A51-B282-70FB853CEC44}"/>
    <dgm:cxn modelId="{DED351BF-7609-4667-8270-863FA97D937A}" type="presOf" srcId="{0A4ED919-F96E-4BBC-8C00-E52250752CEA}" destId="{D871CE2C-A61B-4A1B-A993-B5A0A5A76AD8}" srcOrd="0" destOrd="0" presId="urn:microsoft.com/office/officeart/2018/2/layout/IconLabelList"/>
    <dgm:cxn modelId="{21903EC6-526E-48DB-8FF4-8858189E3002}" srcId="{9404A36E-BE0D-4A26-8A66-E08035C728C3}" destId="{9BB5D538-DF75-418A-9912-67171F81DE26}" srcOrd="3" destOrd="0" parTransId="{C5AC6665-1B25-4A25-927C-26079AAD145E}" sibTransId="{823C54DF-2471-4FC9-AFD2-D45A27F3F37E}"/>
    <dgm:cxn modelId="{592C37F2-39AF-40B6-AA91-FE6F0BC28E27}" type="presOf" srcId="{7331B9BF-2E4B-4B0A-8273-0991D1BFA2F4}" destId="{AFAC2B1D-D1AE-4BF3-9192-00EC0E7E4702}" srcOrd="0" destOrd="0" presId="urn:microsoft.com/office/officeart/2018/2/layout/IconLabelList"/>
    <dgm:cxn modelId="{3E6110FD-45F1-426A-9544-13C8A10E0B7C}" type="presOf" srcId="{0EBFF37A-CD84-46E1-83D8-58E4B85F6B7A}" destId="{D8CC5E93-7A22-4888-9741-4590FD32E96C}" srcOrd="0" destOrd="0" presId="urn:microsoft.com/office/officeart/2018/2/layout/IconLabelList"/>
    <dgm:cxn modelId="{54057F8F-8E1F-4836-86E3-E5C71FA83A26}" type="presParOf" srcId="{334163DD-0FF3-4874-AF21-84A23CD03727}" destId="{07C3BED2-A517-401F-8A52-FE1A4C2415C3}" srcOrd="0" destOrd="0" presId="urn:microsoft.com/office/officeart/2018/2/layout/IconLabelList"/>
    <dgm:cxn modelId="{78912A0C-D3C4-4F63-BD09-3F46BE383406}" type="presParOf" srcId="{07C3BED2-A517-401F-8A52-FE1A4C2415C3}" destId="{E54E40B2-ABCC-49B7-B077-32A56666AD81}" srcOrd="0" destOrd="0" presId="urn:microsoft.com/office/officeart/2018/2/layout/IconLabelList"/>
    <dgm:cxn modelId="{86313CCA-F3C3-48B6-8048-95F368B5C1FF}" type="presParOf" srcId="{07C3BED2-A517-401F-8A52-FE1A4C2415C3}" destId="{70C818B8-CE84-4E52-B69C-22E06EECEC0F}" srcOrd="1" destOrd="0" presId="urn:microsoft.com/office/officeart/2018/2/layout/IconLabelList"/>
    <dgm:cxn modelId="{D3C46F37-796C-4220-97A6-BDAC634061C7}" type="presParOf" srcId="{07C3BED2-A517-401F-8A52-FE1A4C2415C3}" destId="{D8CC5E93-7A22-4888-9741-4590FD32E96C}" srcOrd="2" destOrd="0" presId="urn:microsoft.com/office/officeart/2018/2/layout/IconLabelList"/>
    <dgm:cxn modelId="{969A2920-D422-4F18-8CFE-EB754AF2447D}" type="presParOf" srcId="{334163DD-0FF3-4874-AF21-84A23CD03727}" destId="{FC5BE8C5-F83D-43BA-B1E3-41DC6F034F36}" srcOrd="1" destOrd="0" presId="urn:microsoft.com/office/officeart/2018/2/layout/IconLabelList"/>
    <dgm:cxn modelId="{FA17345F-FEF9-42FD-BDA8-73ACE2F7B1FC}" type="presParOf" srcId="{334163DD-0FF3-4874-AF21-84A23CD03727}" destId="{2119FCEF-658D-4DFD-9A2B-552DBF0405EC}" srcOrd="2" destOrd="0" presId="urn:microsoft.com/office/officeart/2018/2/layout/IconLabelList"/>
    <dgm:cxn modelId="{A8550F69-A129-4295-B439-846D87AC765D}" type="presParOf" srcId="{2119FCEF-658D-4DFD-9A2B-552DBF0405EC}" destId="{26C9884E-4FC8-4A95-889B-2B02D084498C}" srcOrd="0" destOrd="0" presId="urn:microsoft.com/office/officeart/2018/2/layout/IconLabelList"/>
    <dgm:cxn modelId="{F2E93602-C235-4CBA-9855-3775989B0BB7}" type="presParOf" srcId="{2119FCEF-658D-4DFD-9A2B-552DBF0405EC}" destId="{25408B1B-539A-44D6-B202-A48D53636D0A}" srcOrd="1" destOrd="0" presId="urn:microsoft.com/office/officeart/2018/2/layout/IconLabelList"/>
    <dgm:cxn modelId="{DD2339FE-90E2-4E03-9C20-8D93E174200E}" type="presParOf" srcId="{2119FCEF-658D-4DFD-9A2B-552DBF0405EC}" destId="{AFAC2B1D-D1AE-4BF3-9192-00EC0E7E4702}" srcOrd="2" destOrd="0" presId="urn:microsoft.com/office/officeart/2018/2/layout/IconLabelList"/>
    <dgm:cxn modelId="{F8B3DFBA-6319-4642-98BA-5D958F9D1479}" type="presParOf" srcId="{334163DD-0FF3-4874-AF21-84A23CD03727}" destId="{B9EFE5D7-BFC2-4D59-A8F0-92E91C1FB791}" srcOrd="3" destOrd="0" presId="urn:microsoft.com/office/officeart/2018/2/layout/IconLabelList"/>
    <dgm:cxn modelId="{000A918C-371C-41D2-B7BA-615B035AE46A}" type="presParOf" srcId="{334163DD-0FF3-4874-AF21-84A23CD03727}" destId="{17BBD87D-A6DF-4C10-9AA7-FAD9AAFC9A20}" srcOrd="4" destOrd="0" presId="urn:microsoft.com/office/officeart/2018/2/layout/IconLabelList"/>
    <dgm:cxn modelId="{4FB966A0-A782-4490-B665-E9123C269A28}" type="presParOf" srcId="{17BBD87D-A6DF-4C10-9AA7-FAD9AAFC9A20}" destId="{87D3C541-463A-4E0C-8531-9A32219CB742}" srcOrd="0" destOrd="0" presId="urn:microsoft.com/office/officeart/2018/2/layout/IconLabelList"/>
    <dgm:cxn modelId="{9B24BCB8-DD81-40CE-B1BF-D83BC6B0472E}" type="presParOf" srcId="{17BBD87D-A6DF-4C10-9AA7-FAD9AAFC9A20}" destId="{F36F5C87-12D7-4101-869B-FE822481E48B}" srcOrd="1" destOrd="0" presId="urn:microsoft.com/office/officeart/2018/2/layout/IconLabelList"/>
    <dgm:cxn modelId="{7BBA2958-FE36-43C1-94E9-3A3F78F0CBE8}" type="presParOf" srcId="{17BBD87D-A6DF-4C10-9AA7-FAD9AAFC9A20}" destId="{D871CE2C-A61B-4A1B-A993-B5A0A5A76AD8}" srcOrd="2" destOrd="0" presId="urn:microsoft.com/office/officeart/2018/2/layout/IconLabelList"/>
    <dgm:cxn modelId="{E7C09DE9-9187-454E-9CB8-9ABD27BF297A}" type="presParOf" srcId="{334163DD-0FF3-4874-AF21-84A23CD03727}" destId="{D5AF8B6D-28F5-4C2C-8DDE-9389BE371124}" srcOrd="5" destOrd="0" presId="urn:microsoft.com/office/officeart/2018/2/layout/IconLabelList"/>
    <dgm:cxn modelId="{83EA7E02-E448-4EF7-8401-E0E125D28129}" type="presParOf" srcId="{334163DD-0FF3-4874-AF21-84A23CD03727}" destId="{0B04278B-4191-40BC-874C-A44EE29003C2}" srcOrd="6" destOrd="0" presId="urn:microsoft.com/office/officeart/2018/2/layout/IconLabelList"/>
    <dgm:cxn modelId="{5EC00B27-9981-4688-B448-2904E0C5A65C}" type="presParOf" srcId="{0B04278B-4191-40BC-874C-A44EE29003C2}" destId="{E31D9A8D-9123-484C-8E1E-7D3B14364B4C}" srcOrd="0" destOrd="0" presId="urn:microsoft.com/office/officeart/2018/2/layout/IconLabelList"/>
    <dgm:cxn modelId="{AA14D54E-4EC5-4593-A0E4-BC957408A80C}" type="presParOf" srcId="{0B04278B-4191-40BC-874C-A44EE29003C2}" destId="{1A7DF366-F6A8-416C-A094-3CB2E1305830}" srcOrd="1" destOrd="0" presId="urn:microsoft.com/office/officeart/2018/2/layout/IconLabelList"/>
    <dgm:cxn modelId="{D812AA7A-D2AF-4D23-9BC7-748A50690F44}" type="presParOf" srcId="{0B04278B-4191-40BC-874C-A44EE29003C2}" destId="{CB41747B-6F88-494B-AA27-7F0006577B2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58096-0044-40CD-823C-6C77ABBD4DC4}">
      <dsp:nvSpPr>
        <dsp:cNvPr id="0" name=""/>
        <dsp:cNvSpPr/>
      </dsp:nvSpPr>
      <dsp:spPr>
        <a:xfrm>
          <a:off x="5368892" y="1996648"/>
          <a:ext cx="1425369" cy="1425369"/>
        </a:xfrm>
        <a:prstGeom prst="ellipse">
          <a:avLst/>
        </a:prstGeom>
        <a:solidFill>
          <a:schemeClr val="accent1">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Case</a:t>
          </a:r>
        </a:p>
      </dsp:txBody>
      <dsp:txXfrm>
        <a:off x="5577632" y="2205388"/>
        <a:ext cx="1007889" cy="1007889"/>
      </dsp:txXfrm>
    </dsp:sp>
    <dsp:sp modelId="{D454D687-B1DB-44AA-84E5-A8088749CEDB}">
      <dsp:nvSpPr>
        <dsp:cNvPr id="0" name=""/>
        <dsp:cNvSpPr/>
      </dsp:nvSpPr>
      <dsp:spPr>
        <a:xfrm rot="16200000">
          <a:off x="5931004" y="1478758"/>
          <a:ext cx="301146" cy="48462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976176" y="1620855"/>
        <a:ext cx="210802" cy="290775"/>
      </dsp:txXfrm>
    </dsp:sp>
    <dsp:sp modelId="{F069DAA6-AF63-4863-B7C5-22D1854BE093}">
      <dsp:nvSpPr>
        <dsp:cNvPr id="0" name=""/>
        <dsp:cNvSpPr/>
      </dsp:nvSpPr>
      <dsp:spPr>
        <a:xfrm>
          <a:off x="5368892" y="3078"/>
          <a:ext cx="1425369" cy="1425369"/>
        </a:xfrm>
        <a:prstGeom prst="ellipse">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Generate Email</a:t>
          </a:r>
        </a:p>
      </dsp:txBody>
      <dsp:txXfrm>
        <a:off x="5577632" y="211818"/>
        <a:ext cx="1007889" cy="1007889"/>
      </dsp:txXfrm>
    </dsp:sp>
    <dsp:sp modelId="{01FE7398-C5F3-4487-A7F5-00036A2DAAFF}">
      <dsp:nvSpPr>
        <dsp:cNvPr id="0" name=""/>
        <dsp:cNvSpPr/>
      </dsp:nvSpPr>
      <dsp:spPr>
        <a:xfrm rot="19800000">
          <a:off x="6786864" y="1972889"/>
          <a:ext cx="301146" cy="484625"/>
        </a:xfrm>
        <a:prstGeom prst="rightArrow">
          <a:avLst>
            <a:gd name="adj1" fmla="val 60000"/>
            <a:gd name="adj2" fmla="val 50000"/>
          </a:avLst>
        </a:prstGeom>
        <a:solidFill>
          <a:schemeClr val="accent1">
            <a:shade val="90000"/>
            <a:hueOff val="287374"/>
            <a:satOff val="-24476"/>
            <a:lumOff val="161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6792916" y="2092400"/>
        <a:ext cx="210802" cy="290775"/>
      </dsp:txXfrm>
    </dsp:sp>
    <dsp:sp modelId="{CD86652D-3941-4A7D-A292-9B327C9D9BBF}">
      <dsp:nvSpPr>
        <dsp:cNvPr id="0" name=""/>
        <dsp:cNvSpPr/>
      </dsp:nvSpPr>
      <dsp:spPr>
        <a:xfrm>
          <a:off x="7095375" y="999863"/>
          <a:ext cx="1425369" cy="1425369"/>
        </a:xfrm>
        <a:prstGeom prst="ellipse">
          <a:avLst/>
        </a:prstGeom>
        <a:solidFill>
          <a:schemeClr val="accent1">
            <a:shade val="50000"/>
            <a:hueOff val="270994"/>
            <a:satOff val="-24275"/>
            <a:lumOff val="177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Generate Service Notifications</a:t>
          </a:r>
        </a:p>
      </dsp:txBody>
      <dsp:txXfrm>
        <a:off x="7304115" y="1208603"/>
        <a:ext cx="1007889" cy="1007889"/>
      </dsp:txXfrm>
    </dsp:sp>
    <dsp:sp modelId="{7270E5F9-D140-4395-BF17-FF5C994F65E5}">
      <dsp:nvSpPr>
        <dsp:cNvPr id="0" name=""/>
        <dsp:cNvSpPr/>
      </dsp:nvSpPr>
      <dsp:spPr>
        <a:xfrm rot="1800000">
          <a:off x="6786864" y="2961151"/>
          <a:ext cx="301146" cy="484625"/>
        </a:xfrm>
        <a:prstGeom prst="rightArrow">
          <a:avLst>
            <a:gd name="adj1" fmla="val 60000"/>
            <a:gd name="adj2" fmla="val 50000"/>
          </a:avLst>
        </a:prstGeom>
        <a:solidFill>
          <a:schemeClr val="accent1">
            <a:shade val="90000"/>
            <a:hueOff val="574748"/>
            <a:satOff val="-48951"/>
            <a:lumOff val="322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6792916" y="3035490"/>
        <a:ext cx="210802" cy="290775"/>
      </dsp:txXfrm>
    </dsp:sp>
    <dsp:sp modelId="{DA3B0C08-94EF-4696-AE99-D21DA158EF4E}">
      <dsp:nvSpPr>
        <dsp:cNvPr id="0" name=""/>
        <dsp:cNvSpPr/>
      </dsp:nvSpPr>
      <dsp:spPr>
        <a:xfrm>
          <a:off x="7095375" y="2993433"/>
          <a:ext cx="1425369" cy="1425369"/>
        </a:xfrm>
        <a:prstGeom prst="ellipse">
          <a:avLst/>
        </a:prstGeom>
        <a:solidFill>
          <a:schemeClr val="accent1">
            <a:shade val="50000"/>
            <a:hueOff val="541988"/>
            <a:satOff val="-48551"/>
            <a:lumOff val="354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Generate Service Request</a:t>
          </a:r>
        </a:p>
      </dsp:txBody>
      <dsp:txXfrm>
        <a:off x="7304115" y="3202173"/>
        <a:ext cx="1007889" cy="1007889"/>
      </dsp:txXfrm>
    </dsp:sp>
    <dsp:sp modelId="{03C0D72E-2F5F-4A85-81D2-B0184F339117}">
      <dsp:nvSpPr>
        <dsp:cNvPr id="0" name=""/>
        <dsp:cNvSpPr/>
      </dsp:nvSpPr>
      <dsp:spPr>
        <a:xfrm rot="5400000">
          <a:off x="5931004" y="3455282"/>
          <a:ext cx="301146" cy="484625"/>
        </a:xfrm>
        <a:prstGeom prst="rightArrow">
          <a:avLst>
            <a:gd name="adj1" fmla="val 60000"/>
            <a:gd name="adj2" fmla="val 50000"/>
          </a:avLst>
        </a:prstGeom>
        <a:solidFill>
          <a:schemeClr val="accent1">
            <a:shade val="90000"/>
            <a:hueOff val="862122"/>
            <a:satOff val="-73427"/>
            <a:lumOff val="4843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976176" y="3507035"/>
        <a:ext cx="210802" cy="290775"/>
      </dsp:txXfrm>
    </dsp:sp>
    <dsp:sp modelId="{B210D634-95C0-4304-93BF-C508933A6337}">
      <dsp:nvSpPr>
        <dsp:cNvPr id="0" name=""/>
        <dsp:cNvSpPr/>
      </dsp:nvSpPr>
      <dsp:spPr>
        <a:xfrm>
          <a:off x="5368892" y="3990218"/>
          <a:ext cx="1425369" cy="1425369"/>
        </a:xfrm>
        <a:prstGeom prst="ellipse">
          <a:avLst/>
        </a:prstGeom>
        <a:solidFill>
          <a:schemeClr val="accent1">
            <a:shade val="50000"/>
            <a:hueOff val="812982"/>
            <a:satOff val="-72826"/>
            <a:lumOff val="531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Trigger Events to 3</a:t>
          </a:r>
          <a:r>
            <a:rPr lang="en-US" sz="1200" kern="1200" baseline="30000" dirty="0"/>
            <a:t>rd</a:t>
          </a:r>
          <a:r>
            <a:rPr lang="en-US" sz="1200" kern="1200" dirty="0"/>
            <a:t> Party</a:t>
          </a:r>
        </a:p>
      </dsp:txBody>
      <dsp:txXfrm>
        <a:off x="5577632" y="4198958"/>
        <a:ext cx="1007889" cy="1007889"/>
      </dsp:txXfrm>
    </dsp:sp>
    <dsp:sp modelId="{F67A1907-072C-48E6-AC53-38553522A23A}">
      <dsp:nvSpPr>
        <dsp:cNvPr id="0" name=""/>
        <dsp:cNvSpPr/>
      </dsp:nvSpPr>
      <dsp:spPr>
        <a:xfrm rot="9000000">
          <a:off x="5075144" y="2961151"/>
          <a:ext cx="301146" cy="484625"/>
        </a:xfrm>
        <a:prstGeom prst="rightArrow">
          <a:avLst>
            <a:gd name="adj1" fmla="val 60000"/>
            <a:gd name="adj2" fmla="val 50000"/>
          </a:avLst>
        </a:prstGeom>
        <a:solidFill>
          <a:schemeClr val="accent1">
            <a:shade val="90000"/>
            <a:hueOff val="574748"/>
            <a:satOff val="-48951"/>
            <a:lumOff val="322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5159436" y="3035490"/>
        <a:ext cx="210802" cy="290775"/>
      </dsp:txXfrm>
    </dsp:sp>
    <dsp:sp modelId="{7529B8D9-3A83-448B-8AFC-DFD2CE02FC8E}">
      <dsp:nvSpPr>
        <dsp:cNvPr id="0" name=""/>
        <dsp:cNvSpPr/>
      </dsp:nvSpPr>
      <dsp:spPr>
        <a:xfrm>
          <a:off x="3642410" y="2993433"/>
          <a:ext cx="1425369" cy="1425369"/>
        </a:xfrm>
        <a:prstGeom prst="ellipse">
          <a:avLst/>
        </a:prstGeom>
        <a:solidFill>
          <a:schemeClr val="accent1">
            <a:shade val="50000"/>
            <a:hueOff val="541988"/>
            <a:satOff val="-48551"/>
            <a:lumOff val="354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Trigger Events to S/4HANA</a:t>
          </a:r>
        </a:p>
      </dsp:txBody>
      <dsp:txXfrm>
        <a:off x="3851150" y="3202173"/>
        <a:ext cx="1007889" cy="1007889"/>
      </dsp:txXfrm>
    </dsp:sp>
    <dsp:sp modelId="{E7DA1D4D-7B21-4CA6-BEB2-3C4711AFCB39}">
      <dsp:nvSpPr>
        <dsp:cNvPr id="0" name=""/>
        <dsp:cNvSpPr/>
      </dsp:nvSpPr>
      <dsp:spPr>
        <a:xfrm rot="12600000">
          <a:off x="5075144" y="1972889"/>
          <a:ext cx="301146" cy="484625"/>
        </a:xfrm>
        <a:prstGeom prst="rightArrow">
          <a:avLst>
            <a:gd name="adj1" fmla="val 60000"/>
            <a:gd name="adj2" fmla="val 50000"/>
          </a:avLst>
        </a:prstGeom>
        <a:solidFill>
          <a:schemeClr val="accent1">
            <a:shade val="90000"/>
            <a:hueOff val="287374"/>
            <a:satOff val="-24476"/>
            <a:lumOff val="161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5159436" y="2092400"/>
        <a:ext cx="210802" cy="290775"/>
      </dsp:txXfrm>
    </dsp:sp>
    <dsp:sp modelId="{B61DB930-99EC-4F59-BDDA-68CF27B77779}">
      <dsp:nvSpPr>
        <dsp:cNvPr id="0" name=""/>
        <dsp:cNvSpPr/>
      </dsp:nvSpPr>
      <dsp:spPr>
        <a:xfrm>
          <a:off x="3642410" y="999863"/>
          <a:ext cx="1425369" cy="1425369"/>
        </a:xfrm>
        <a:prstGeom prst="ellipse">
          <a:avLst/>
        </a:prstGeom>
        <a:solidFill>
          <a:schemeClr val="accent1">
            <a:shade val="50000"/>
            <a:hueOff val="270994"/>
            <a:satOff val="-24275"/>
            <a:lumOff val="177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Generate EMMA Case</a:t>
          </a:r>
        </a:p>
      </dsp:txBody>
      <dsp:txXfrm>
        <a:off x="3851150" y="1208603"/>
        <a:ext cx="1007889" cy="10078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E40B2-ABCC-49B7-B077-32A56666AD81}">
      <dsp:nvSpPr>
        <dsp:cNvPr id="0" name=""/>
        <dsp:cNvSpPr/>
      </dsp:nvSpPr>
      <dsp:spPr>
        <a:xfrm>
          <a:off x="920656"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CC5E93-7A22-4888-9741-4590FD32E96C}">
      <dsp:nvSpPr>
        <dsp:cNvPr id="0" name=""/>
        <dsp:cNvSpPr/>
      </dsp:nvSpPr>
      <dsp:spPr>
        <a:xfrm>
          <a:off x="261083"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dirty="0"/>
            <a:t>Case Summary Notice</a:t>
          </a:r>
          <a:endParaRPr lang="en-US" sz="1400" kern="1200" dirty="0"/>
        </a:p>
      </dsp:txBody>
      <dsp:txXfrm>
        <a:off x="261083" y="2786141"/>
        <a:ext cx="2398446" cy="720000"/>
      </dsp:txXfrm>
    </dsp:sp>
    <dsp:sp modelId="{26C9884E-4FC8-4A95-889B-2B02D084498C}">
      <dsp:nvSpPr>
        <dsp:cNvPr id="0" name=""/>
        <dsp:cNvSpPr/>
      </dsp:nvSpPr>
      <dsp:spPr>
        <a:xfrm>
          <a:off x="3738830"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AC2B1D-D1AE-4BF3-9192-00EC0E7E4702}">
      <dsp:nvSpPr>
        <dsp:cNvPr id="0" name=""/>
        <dsp:cNvSpPr/>
      </dsp:nvSpPr>
      <dsp:spPr>
        <a:xfrm>
          <a:off x="3079257"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dirty="0"/>
            <a:t>Case Field Enhancements (i.e., show service order id, notification id on the case)</a:t>
          </a:r>
          <a:endParaRPr lang="en-US" sz="1400" kern="1200" dirty="0"/>
        </a:p>
      </dsp:txBody>
      <dsp:txXfrm>
        <a:off x="3079257" y="2786141"/>
        <a:ext cx="2398446" cy="720000"/>
      </dsp:txXfrm>
    </dsp:sp>
    <dsp:sp modelId="{87D3C541-463A-4E0C-8531-9A32219CB742}">
      <dsp:nvSpPr>
        <dsp:cNvPr id="0" name=""/>
        <dsp:cNvSpPr/>
      </dsp:nvSpPr>
      <dsp:spPr>
        <a:xfrm>
          <a:off x="6557004"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71CE2C-A61B-4A1B-A993-B5A0A5A76AD8}">
      <dsp:nvSpPr>
        <dsp:cNvPr id="0" name=""/>
        <dsp:cNvSpPr/>
      </dsp:nvSpPr>
      <dsp:spPr>
        <a:xfrm>
          <a:off x="5897432"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t>Fetch relevant details from ECC to create the notification </a:t>
          </a:r>
        </a:p>
      </dsp:txBody>
      <dsp:txXfrm>
        <a:off x="5897432" y="2786141"/>
        <a:ext cx="2398446" cy="720000"/>
      </dsp:txXfrm>
    </dsp:sp>
    <dsp:sp modelId="{E31D9A8D-9123-484C-8E1E-7D3B14364B4C}">
      <dsp:nvSpPr>
        <dsp:cNvPr id="0" name=""/>
        <dsp:cNvSpPr/>
      </dsp:nvSpPr>
      <dsp:spPr>
        <a:xfrm>
          <a:off x="9375178"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41747B-6F88-494B-AA27-7F0006577B2D}">
      <dsp:nvSpPr>
        <dsp:cNvPr id="0" name=""/>
        <dsp:cNvSpPr/>
      </dsp:nvSpPr>
      <dsp:spPr>
        <a:xfrm>
          <a:off x="8715606"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dirty="0"/>
            <a:t>Generate event for Notification creation in S/4HANA</a:t>
          </a:r>
          <a:endParaRPr lang="en-US" sz="1400" kern="1200" dirty="0"/>
        </a:p>
      </dsp:txBody>
      <dsp:txXfrm>
        <a:off x="8715606" y="2786141"/>
        <a:ext cx="239844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13F7A-D799-47D8-B0C0-7C909CCFF8FB}" type="datetimeFigureOut">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FCE71-FD4B-43E3-A8CE-38A62705FA7C}" type="slidenum">
              <a:t>‹#›</a:t>
            </a:fld>
            <a:endParaRPr lang="en-US"/>
          </a:p>
        </p:txBody>
      </p:sp>
    </p:spTree>
    <p:extLst>
      <p:ext uri="{BB962C8B-B14F-4D97-AF65-F5344CB8AC3E}">
        <p14:creationId xmlns:p14="http://schemas.microsoft.com/office/powerpoint/2010/main" val="83611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789fbb2d8_0_389: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403" name="Google Shape;403;g32789fbb2d8_0_38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230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1CCEC3-7244-3C46-9DB9-806F778100A4}" type="slidenum">
              <a:rPr lang="en-US" smtClean="0"/>
              <a:t>3</a:t>
            </a:fld>
            <a:endParaRPr lang="en-US"/>
          </a:p>
        </p:txBody>
      </p:sp>
    </p:spTree>
    <p:extLst>
      <p:ext uri="{BB962C8B-B14F-4D97-AF65-F5344CB8AC3E}">
        <p14:creationId xmlns:p14="http://schemas.microsoft.com/office/powerpoint/2010/main" val="124855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to include another </a:t>
            </a:r>
            <a:r>
              <a:rPr lang="en-US" dirty="0" err="1"/>
              <a:t>wricef</a:t>
            </a:r>
            <a:r>
              <a:rPr lang="en-US" dirty="0"/>
              <a:t> around </a:t>
            </a:r>
            <a:r>
              <a:rPr lang="en-US"/>
              <a:t>notes prepopulating</a:t>
            </a:r>
            <a:endParaRPr lang="en-US" dirty="0"/>
          </a:p>
        </p:txBody>
      </p:sp>
      <p:sp>
        <p:nvSpPr>
          <p:cNvPr id="4" name="Slide Number Placeholder 3"/>
          <p:cNvSpPr>
            <a:spLocks noGrp="1"/>
          </p:cNvSpPr>
          <p:nvPr>
            <p:ph type="sldNum" sz="quarter" idx="5"/>
          </p:nvPr>
        </p:nvSpPr>
        <p:spPr/>
        <p:txBody>
          <a:bodyPr/>
          <a:lstStyle/>
          <a:p>
            <a:fld id="{20FFCE71-FD4B-43E3-A8CE-38A62705FA7C}" type="slidenum">
              <a:rPr lang="en-US" smtClean="0"/>
              <a:t>60</a:t>
            </a:fld>
            <a:endParaRPr lang="en-US"/>
          </a:p>
        </p:txBody>
      </p:sp>
    </p:spTree>
    <p:extLst>
      <p:ext uri="{BB962C8B-B14F-4D97-AF65-F5344CB8AC3E}">
        <p14:creationId xmlns:p14="http://schemas.microsoft.com/office/powerpoint/2010/main" val="41854832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lue_Consumers Energy 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CA405F-B3CD-76DC-CAA3-F740ED934F6D}"/>
              </a:ext>
            </a:extLst>
          </p:cNvPr>
          <p:cNvSpPr/>
          <p:nvPr userDrawn="1"/>
        </p:nvSpPr>
        <p:spPr>
          <a:xfrm>
            <a:off x="0" y="63260"/>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pic>
        <p:nvPicPr>
          <p:cNvPr id="7" name="Picture 6">
            <a:extLst>
              <a:ext uri="{FF2B5EF4-FFF2-40B4-BE49-F238E27FC236}">
                <a16:creationId xmlns:a16="http://schemas.microsoft.com/office/drawing/2014/main" id="{B5C6FA4A-C1E9-5357-C9A5-5FFC82FC26F4}"/>
              </a:ext>
            </a:extLst>
          </p:cNvPr>
          <p:cNvPicPr>
            <a:picLocks noChangeAspect="1"/>
          </p:cNvPicPr>
          <p:nvPr userDrawn="1"/>
        </p:nvPicPr>
        <p:blipFill>
          <a:blip r:embed="rId2"/>
          <a:srcRect l="200" t="918" r="-200" b="27132"/>
          <a:stretch/>
        </p:blipFill>
        <p:spPr>
          <a:xfrm>
            <a:off x="0" y="4448042"/>
            <a:ext cx="12228576" cy="245839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Consumers Energy Title Page </a:t>
            </a:r>
            <a:br>
              <a:rPr lang="en-US"/>
            </a:br>
            <a:r>
              <a:rPr lang="en-US"/>
              <a:t>Click to enter presentation title</a:t>
            </a:r>
          </a:p>
        </p:txBody>
      </p:sp>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a:blip r:embed="rId3"/>
          <a:stretch>
            <a:fillRect/>
          </a:stretch>
        </p:blipFill>
        <p:spPr>
          <a:xfrm>
            <a:off x="230583" y="6070185"/>
            <a:ext cx="2084131" cy="656644"/>
          </a:xfrm>
          <a:prstGeom prst="rect">
            <a:avLst/>
          </a:prstGeom>
        </p:spPr>
      </p:pic>
      <p:sp>
        <p:nvSpPr>
          <p:cNvPr id="8" name="Green top line">
            <a:extLst>
              <a:ext uri="{FF2B5EF4-FFF2-40B4-BE49-F238E27FC236}">
                <a16:creationId xmlns:a16="http://schemas.microsoft.com/office/drawing/2014/main" id="{03CF2A64-7CD1-4C22-7B38-A723A28DFEF4}"/>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9" name="Picture 8" descr="A black background with a black square&#10;&#10;AI-generated content may be incorrect.">
            <a:extLst>
              <a:ext uri="{FF2B5EF4-FFF2-40B4-BE49-F238E27FC236}">
                <a16:creationId xmlns:a16="http://schemas.microsoft.com/office/drawing/2014/main" id="{90E030D4-1768-E3AD-266E-7222A4E8C0BF}"/>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2581683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lue_CMS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29B655-E050-2CEF-2CE1-0A53AA4DC649}"/>
              </a:ext>
            </a:extLst>
          </p:cNvPr>
          <p:cNvSpPr/>
          <p:nvPr userDrawn="1"/>
        </p:nvSpPr>
        <p:spPr>
          <a:xfrm>
            <a:off x="0" y="36576"/>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CMS Energy Title Page </a:t>
            </a:r>
            <a:br>
              <a:rPr lang="en-US"/>
            </a:br>
            <a:r>
              <a:rPr lang="en-US"/>
              <a:t>Click to enter presentation title</a:t>
            </a:r>
          </a:p>
        </p:txBody>
      </p:sp>
      <p:pic>
        <p:nvPicPr>
          <p:cNvPr id="9" name="Picture 8">
            <a:extLst>
              <a:ext uri="{FF2B5EF4-FFF2-40B4-BE49-F238E27FC236}">
                <a16:creationId xmlns:a16="http://schemas.microsoft.com/office/drawing/2014/main" id="{709AEF07-3191-3F4A-3F7A-19EC791E9DAA}"/>
              </a:ext>
            </a:extLst>
          </p:cNvPr>
          <p:cNvPicPr>
            <a:picLocks noChangeAspect="1"/>
          </p:cNvPicPr>
          <p:nvPr userDrawn="1"/>
        </p:nvPicPr>
        <p:blipFill rotWithShape="1">
          <a:blip r:embed="rId2"/>
          <a:srcRect l="24126" t="305" r="-34" b="-305"/>
          <a:stretch/>
        </p:blipFill>
        <p:spPr>
          <a:xfrm>
            <a:off x="0" y="4420754"/>
            <a:ext cx="12216384" cy="2455953"/>
          </a:xfrm>
          <a:prstGeom prst="rect">
            <a:avLst/>
          </a:prstGeom>
        </p:spPr>
      </p:pic>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rotWithShape="1">
          <a:blip r:embed="rId3"/>
          <a:srcRect l="-1000" t="-13025" b="-13798"/>
          <a:stretch/>
        </p:blipFill>
        <p:spPr>
          <a:xfrm>
            <a:off x="154612" y="5982816"/>
            <a:ext cx="2280355" cy="691685"/>
          </a:xfrm>
          <a:prstGeom prst="rect">
            <a:avLst/>
          </a:prstGeom>
        </p:spPr>
      </p:pic>
      <p:sp>
        <p:nvSpPr>
          <p:cNvPr id="4" name="Green top line">
            <a:extLst>
              <a:ext uri="{FF2B5EF4-FFF2-40B4-BE49-F238E27FC236}">
                <a16:creationId xmlns:a16="http://schemas.microsoft.com/office/drawing/2014/main" id="{265938C9-7DBB-F010-0315-57D2F87C9106}"/>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10" name="Picture 9" descr="A black background with a black square&#10;&#10;AI-generated content may be incorrect.">
            <a:extLst>
              <a:ext uri="{FF2B5EF4-FFF2-40B4-BE49-F238E27FC236}">
                <a16:creationId xmlns:a16="http://schemas.microsoft.com/office/drawing/2014/main" id="{5E3F8541-C6A9-5757-9A4E-81D643DAAA20}"/>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1750889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Consumers Energy TITLE Slide">
    <p:spTree>
      <p:nvGrpSpPr>
        <p:cNvPr id="1" name=""/>
        <p:cNvGrpSpPr/>
        <p:nvPr/>
      </p:nvGrpSpPr>
      <p:grpSpPr>
        <a:xfrm>
          <a:off x="0" y="0"/>
          <a:ext cx="0" cy="0"/>
          <a:chOff x="0" y="0"/>
          <a:chExt cx="0" cy="0"/>
        </a:xfrm>
      </p:grpSpPr>
      <p:sp>
        <p:nvSpPr>
          <p:cNvPr id="7" name="Background"/>
          <p:cNvSpPr/>
          <p:nvPr userDrawn="1"/>
        </p:nvSpPr>
        <p:spPr>
          <a:xfrm>
            <a:off x="3048"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4C05E742-6DCA-666E-9947-B0EE936494F7}"/>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2" name="CE Logo">
            <a:extLst>
              <a:ext uri="{FF2B5EF4-FFF2-40B4-BE49-F238E27FC236}">
                <a16:creationId xmlns:a16="http://schemas.microsoft.com/office/drawing/2014/main" id="{91ECB4FD-021B-A84F-9C74-397F7A945692}"/>
              </a:ext>
            </a:extLst>
          </p:cNvPr>
          <p:cNvPicPr>
            <a:picLocks noChangeAspect="1"/>
          </p:cNvPicPr>
          <p:nvPr userDrawn="1"/>
        </p:nvPicPr>
        <p:blipFill rotWithShape="1">
          <a:blip r:embed="rId3"/>
          <a:srcRect l="9122" t="10605" r="9079" b="11083"/>
          <a:stretch/>
        </p:blipFill>
        <p:spPr>
          <a:xfrm>
            <a:off x="189070" y="5913969"/>
            <a:ext cx="2205157" cy="79168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tx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rgbClr val="0067A5"/>
                </a:solidFill>
                <a:latin typeface="Montserrat" pitchFamily="2" charset="77"/>
              </a:defRPr>
            </a:lvl1pPr>
          </a:lstStyle>
          <a:p>
            <a:r>
              <a:rPr lang="en-US"/>
              <a:t>Consumers Energy Title Page </a:t>
            </a:r>
            <a:br>
              <a:rPr lang="en-US"/>
            </a:br>
            <a:r>
              <a:rPr lang="en-US"/>
              <a:t>Click to enter presentation title</a:t>
            </a:r>
          </a:p>
        </p:txBody>
      </p:sp>
      <p:pic>
        <p:nvPicPr>
          <p:cNvPr id="9" name="Picture 8" descr="A white text on a black background&#10;&#10;AI-generated content may be incorrect.">
            <a:extLst>
              <a:ext uri="{FF2B5EF4-FFF2-40B4-BE49-F238E27FC236}">
                <a16:creationId xmlns:a16="http://schemas.microsoft.com/office/drawing/2014/main" id="{1DC64331-E5B9-B4C2-135F-7D91D7FFA2BF}"/>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4243960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CMS Energy TITLE SLIDE">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6E3FDA63-1642-2C7F-F7CA-C7BBCAEC20E0}"/>
              </a:ext>
            </a:extLst>
          </p:cNvPr>
          <p:cNvSpPr/>
          <p:nvPr userDrawn="1"/>
        </p:nvSpPr>
        <p:spPr>
          <a:xfrm>
            <a:off x="0"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90B87A2A-DEBD-3AA2-CBF5-D11C589099D2}"/>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1" name="CMS Energy Logo"/>
          <p:cNvPicPr>
            <a:picLocks noChangeAspect="1"/>
          </p:cNvPicPr>
          <p:nvPr userDrawn="1"/>
        </p:nvPicPr>
        <p:blipFill>
          <a:blip r:embed="rId3"/>
          <a:srcRect l="12" r="12"/>
          <a:stretch/>
        </p:blipFill>
        <p:spPr>
          <a:xfrm>
            <a:off x="100995" y="5981919"/>
            <a:ext cx="2279792" cy="609600"/>
          </a:xfrm>
          <a:prstGeom prst="rect">
            <a:avLst/>
          </a:prstGeom>
        </p:spPr>
      </p:pic>
      <p:sp>
        <p:nvSpPr>
          <p:cNvPr id="3" name="Subtitle"/>
          <p:cNvSpPr>
            <a:spLocks noGrp="1"/>
          </p:cNvSpPr>
          <p:nvPr>
            <p:ph type="subTitle" idx="1" hasCustomPrompt="1"/>
          </p:nvPr>
        </p:nvSpPr>
        <p:spPr>
          <a:xfrm>
            <a:off x="2067152" y="3391505"/>
            <a:ext cx="9448800" cy="1752600"/>
          </a:xfrm>
        </p:spPr>
        <p:txBody>
          <a:bodyPr>
            <a:normAutofit/>
          </a:bodyPr>
          <a:lstStyle>
            <a:lvl1pPr marL="0" indent="0" algn="r">
              <a:buNone/>
              <a:defRPr sz="2400" b="0" i="0">
                <a:solidFill>
                  <a:srgbClr val="000000"/>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8720" y="1631952"/>
            <a:ext cx="10363200" cy="1470025"/>
          </a:xfrm>
        </p:spPr>
        <p:txBody>
          <a:bodyPr/>
          <a:lstStyle>
            <a:lvl1pPr algn="r">
              <a:defRPr sz="4267" b="0" i="0" baseline="0">
                <a:solidFill>
                  <a:srgbClr val="0067A5"/>
                </a:solidFill>
                <a:latin typeface="Montserrat" pitchFamily="2" charset="77"/>
              </a:defRPr>
            </a:lvl1pPr>
          </a:lstStyle>
          <a:p>
            <a:r>
              <a:rPr lang="en-US"/>
              <a:t>CMS Energy Title Page </a:t>
            </a:r>
            <a:br>
              <a:rPr lang="en-US"/>
            </a:br>
            <a:r>
              <a:rPr lang="en-US"/>
              <a:t>Click to enter presentation title</a:t>
            </a:r>
          </a:p>
        </p:txBody>
      </p:sp>
      <p:pic>
        <p:nvPicPr>
          <p:cNvPr id="8" name="Picture 7" descr="A white text on a black background&#10;&#10;AI-generated content may be incorrect.">
            <a:extLst>
              <a:ext uri="{FF2B5EF4-FFF2-40B4-BE49-F238E27FC236}">
                <a16:creationId xmlns:a16="http://schemas.microsoft.com/office/drawing/2014/main" id="{BE3E4CB9-D420-3CAB-8B68-2F5CDB9EB788}"/>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989286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7" name="Picture 6" descr="A blue rocket with yellow flames&#10;&#10;AI-generated content may be incorrect.">
            <a:extLst>
              <a:ext uri="{FF2B5EF4-FFF2-40B4-BE49-F238E27FC236}">
                <a16:creationId xmlns:a16="http://schemas.microsoft.com/office/drawing/2014/main" id="{3441B6A3-22F6-3738-6E9B-7AFE278268E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71572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6" name="Picture 5" descr="A black background with a black square&#10;&#10;AI-generated content may be incorrect.">
            <a:extLst>
              <a:ext uri="{FF2B5EF4-FFF2-40B4-BE49-F238E27FC236}">
                <a16:creationId xmlns:a16="http://schemas.microsoft.com/office/drawing/2014/main" id="{AED62B44-7DFB-726F-5071-FA040D62A808}"/>
              </a:ext>
            </a:extLst>
          </p:cNvPr>
          <p:cNvPicPr>
            <a:picLocks noChangeAspect="1"/>
          </p:cNvPicPr>
          <p:nvPr userDrawn="1"/>
        </p:nvPicPr>
        <p:blipFill>
          <a:blip r:embed="rId2"/>
          <a:stretch>
            <a:fillRect/>
          </a:stretch>
        </p:blipFill>
        <p:spPr>
          <a:xfrm>
            <a:off x="10315782" y="5459865"/>
            <a:ext cx="1697999" cy="682035"/>
          </a:xfrm>
          <a:prstGeom prst="rect">
            <a:avLst/>
          </a:prstGeom>
        </p:spPr>
      </p:pic>
    </p:spTree>
    <p:extLst>
      <p:ext uri="{BB962C8B-B14F-4D97-AF65-F5344CB8AC3E}">
        <p14:creationId xmlns:p14="http://schemas.microsoft.com/office/powerpoint/2010/main" val="34601000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651319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
          <p:cNvSpPr>
            <a:spLocks noGrp="1"/>
          </p:cNvSpPr>
          <p:nvPr>
            <p:ph type="title"/>
          </p:nvPr>
        </p:nvSpPr>
        <p:spPr>
          <a:xfrm>
            <a:off x="414528" y="4389120"/>
            <a:ext cx="11375136" cy="609600"/>
          </a:xfrm>
        </p:spPr>
        <p:txBody>
          <a:bodyPr anchor="b" anchorCtr="0"/>
          <a:lstStyle>
            <a:lvl1pPr algn="l">
              <a:defRPr sz="3200" b="0" i="0" cap="none" baseline="0">
                <a:solidFill>
                  <a:srgbClr val="1866AE"/>
                </a:solidFill>
                <a:latin typeface="Montserrat" pitchFamily="2" charset="77"/>
              </a:defRPr>
            </a:lvl1pPr>
          </a:lstStyle>
          <a:p>
            <a:r>
              <a:rPr lang="en-US"/>
              <a:t>Click to edit Master title style</a:t>
            </a:r>
          </a:p>
        </p:txBody>
      </p:sp>
      <p:sp>
        <p:nvSpPr>
          <p:cNvPr id="3" name="Text Placeholder "/>
          <p:cNvSpPr>
            <a:spLocks noGrp="1"/>
          </p:cNvSpPr>
          <p:nvPr>
            <p:ph type="body" idx="1"/>
          </p:nvPr>
        </p:nvSpPr>
        <p:spPr>
          <a:xfrm>
            <a:off x="414528" y="3535680"/>
            <a:ext cx="11375136" cy="853440"/>
          </a:xfrm>
        </p:spPr>
        <p:txBody>
          <a:bodyPr anchor="b">
            <a:normAutofit/>
          </a:bodyPr>
          <a:lstStyle>
            <a:lvl1pPr marL="0" indent="0">
              <a:buNone/>
              <a:defRPr sz="2400" b="0" i="0">
                <a:solidFill>
                  <a:schemeClr val="tx1"/>
                </a:solidFill>
                <a:latin typeface="Montserrat" pitchFamily="2"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7" name="Picture 6" descr="A black background with a black square&#10;&#10;AI-generated content may be incorrect.">
            <a:extLst>
              <a:ext uri="{FF2B5EF4-FFF2-40B4-BE49-F238E27FC236}">
                <a16:creationId xmlns:a16="http://schemas.microsoft.com/office/drawing/2014/main" id="{AEE6D58A-F04B-D2E8-EFD8-3D2275F6284D}"/>
              </a:ext>
            </a:extLst>
          </p:cNvPr>
          <p:cNvPicPr>
            <a:picLocks noChangeAspect="1"/>
          </p:cNvPicPr>
          <p:nvPr userDrawn="1"/>
        </p:nvPicPr>
        <p:blipFill>
          <a:blip r:embed="rId2"/>
          <a:stretch>
            <a:fillRect/>
          </a:stretch>
        </p:blipFill>
        <p:spPr>
          <a:xfrm>
            <a:off x="9373809" y="5075956"/>
            <a:ext cx="2680107" cy="1031952"/>
          </a:xfrm>
          <a:prstGeom prst="rect">
            <a:avLst/>
          </a:prstGeom>
        </p:spPr>
      </p:pic>
    </p:spTree>
    <p:extLst>
      <p:ext uri="{BB962C8B-B14F-4D97-AF65-F5344CB8AC3E}">
        <p14:creationId xmlns:p14="http://schemas.microsoft.com/office/powerpoint/2010/main" val="1101242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2"/>
          <p:cNvSpPr>
            <a:spLocks noGrp="1"/>
          </p:cNvSpPr>
          <p:nvPr>
            <p:ph sz="half" idx="2"/>
          </p:nvPr>
        </p:nvSpPr>
        <p:spPr>
          <a:xfrm>
            <a:off x="6400800" y="1219201"/>
            <a:ext cx="5384800" cy="3986607"/>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lang="en-US" sz="2133" b="0" i="0" kern="1200" dirty="0" smtClean="0">
                <a:solidFill>
                  <a:schemeClr val="tx1"/>
                </a:solidFill>
                <a:latin typeface="Montserrat" pitchFamily="2" charset="77"/>
                <a:ea typeface="+mn-ea"/>
                <a:cs typeface="+mn-cs"/>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half" idx="1"/>
          </p:nvPr>
        </p:nvSpPr>
        <p:spPr>
          <a:xfrm>
            <a:off x="414528" y="1219201"/>
            <a:ext cx="5384800" cy="4352993"/>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sz="2133" b="0" i="0">
                <a:solidFill>
                  <a:schemeClr val="tx1"/>
                </a:solidFill>
                <a:latin typeface="Montserrat" pitchFamily="2" charset="77"/>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wrap="none" lIns="0" tIns="45720" rIns="91440" bIns="0"/>
          <a:lstStyle>
            <a:lvl1pPr>
              <a:defRPr b="0" i="0">
                <a:solidFill>
                  <a:srgbClr val="1866AE"/>
                </a:solidFill>
                <a:latin typeface="Montserrat" pitchFamily="2" charset="77"/>
              </a:defRPr>
            </a:lvl1pPr>
          </a:lstStyle>
          <a:p>
            <a:r>
              <a:rPr lang="en-US"/>
              <a:t>Click to edit Master title style</a:t>
            </a:r>
          </a:p>
        </p:txBody>
      </p:sp>
      <p:pic>
        <p:nvPicPr>
          <p:cNvPr id="5" name="Picture 4" descr="A blue rocket with yellow flames&#10;&#10;AI-generated content may be incorrect.">
            <a:extLst>
              <a:ext uri="{FF2B5EF4-FFF2-40B4-BE49-F238E27FC236}">
                <a16:creationId xmlns:a16="http://schemas.microsoft.com/office/drawing/2014/main" id="{A46DFA08-46CD-F086-6119-EF05D73433B7}"/>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551461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F98E-6AAF-3ACB-63F7-A2C28BFC474C}"/>
              </a:ext>
            </a:extLst>
          </p:cNvPr>
          <p:cNvSpPr>
            <a:spLocks noGrp="1"/>
          </p:cNvSpPr>
          <p:nvPr>
            <p:ph type="title"/>
          </p:nvPr>
        </p:nvSpPr>
        <p:spPr/>
        <p:txBody>
          <a:bodyPr/>
          <a:lstStyle>
            <a:lvl1pPr>
              <a:defRPr b="0" i="0">
                <a:latin typeface="Montserrat" pitchFamily="2" charset="77"/>
              </a:defRPr>
            </a:lvl1pPr>
          </a:lstStyle>
          <a:p>
            <a:r>
              <a:rPr lang="en-US"/>
              <a:t>Click to edit Master title style</a:t>
            </a:r>
          </a:p>
        </p:txBody>
      </p:sp>
      <p:sp>
        <p:nvSpPr>
          <p:cNvPr id="13" name="Picture Placeholder 12">
            <a:extLst>
              <a:ext uri="{FF2B5EF4-FFF2-40B4-BE49-F238E27FC236}">
                <a16:creationId xmlns:a16="http://schemas.microsoft.com/office/drawing/2014/main" id="{A0E233A6-DBBA-2515-B63A-9166DCE9B71F}"/>
              </a:ext>
            </a:extLst>
          </p:cNvPr>
          <p:cNvSpPr>
            <a:spLocks noGrp="1"/>
          </p:cNvSpPr>
          <p:nvPr>
            <p:ph type="pic" sz="quarter" idx="13"/>
          </p:nvPr>
        </p:nvSpPr>
        <p:spPr>
          <a:xfrm>
            <a:off x="411732" y="1219199"/>
            <a:ext cx="3608832" cy="2926080"/>
          </a:xfrm>
        </p:spPr>
        <p:txBody>
          <a:bodyPr/>
          <a:lstStyle>
            <a:lvl1pPr>
              <a:defRPr b="0" i="0">
                <a:latin typeface="Montserrat" pitchFamily="2" charset="77"/>
              </a:defRPr>
            </a:lvl1pPr>
          </a:lstStyle>
          <a:p>
            <a:r>
              <a:rPr lang="en-US"/>
              <a:t>Click icon to add picture</a:t>
            </a:r>
          </a:p>
        </p:txBody>
      </p:sp>
      <p:sp>
        <p:nvSpPr>
          <p:cNvPr id="15" name="Picture Placeholder 14">
            <a:extLst>
              <a:ext uri="{FF2B5EF4-FFF2-40B4-BE49-F238E27FC236}">
                <a16:creationId xmlns:a16="http://schemas.microsoft.com/office/drawing/2014/main" id="{716CDDDB-E2E6-96CF-7794-2CB281875CFF}"/>
              </a:ext>
            </a:extLst>
          </p:cNvPr>
          <p:cNvSpPr>
            <a:spLocks noGrp="1"/>
          </p:cNvSpPr>
          <p:nvPr>
            <p:ph type="pic" sz="quarter" idx="14"/>
          </p:nvPr>
        </p:nvSpPr>
        <p:spPr>
          <a:xfrm>
            <a:off x="4302609" y="1219199"/>
            <a:ext cx="3608832" cy="2926080"/>
          </a:xfrm>
        </p:spPr>
        <p:txBody>
          <a:bodyPr/>
          <a:lstStyle>
            <a:lvl1pPr>
              <a:defRPr b="0" i="0">
                <a:latin typeface="Montserrat" pitchFamily="2" charset="77"/>
              </a:defRPr>
            </a:lvl1pPr>
          </a:lstStyle>
          <a:p>
            <a:r>
              <a:rPr lang="en-US"/>
              <a:t>Click icon to add picture</a:t>
            </a:r>
          </a:p>
        </p:txBody>
      </p:sp>
      <p:sp>
        <p:nvSpPr>
          <p:cNvPr id="17" name="Picture Placeholder 16">
            <a:extLst>
              <a:ext uri="{FF2B5EF4-FFF2-40B4-BE49-F238E27FC236}">
                <a16:creationId xmlns:a16="http://schemas.microsoft.com/office/drawing/2014/main" id="{EC2F74D7-F259-ED94-FAC1-892474DA4DCD}"/>
              </a:ext>
            </a:extLst>
          </p:cNvPr>
          <p:cNvSpPr>
            <a:spLocks noGrp="1"/>
          </p:cNvSpPr>
          <p:nvPr>
            <p:ph type="pic" sz="quarter" idx="15"/>
          </p:nvPr>
        </p:nvSpPr>
        <p:spPr>
          <a:xfrm>
            <a:off x="8185992" y="1219199"/>
            <a:ext cx="3608832" cy="2926080"/>
          </a:xfrm>
        </p:spPr>
        <p:txBody>
          <a:bodyPr/>
          <a:lstStyle>
            <a:lvl1pPr>
              <a:defRPr b="0" i="0">
                <a:latin typeface="Montserrat" pitchFamily="2" charset="77"/>
              </a:defRPr>
            </a:lvl1pPr>
          </a:lstStyle>
          <a:p>
            <a:r>
              <a:rPr lang="en-US"/>
              <a:t>Click icon to add picture</a:t>
            </a:r>
          </a:p>
        </p:txBody>
      </p:sp>
      <p:sp>
        <p:nvSpPr>
          <p:cNvPr id="19" name="Text Placeholder 18">
            <a:extLst>
              <a:ext uri="{FF2B5EF4-FFF2-40B4-BE49-F238E27FC236}">
                <a16:creationId xmlns:a16="http://schemas.microsoft.com/office/drawing/2014/main" id="{8C7D399D-8CB9-19E1-9EC0-25CC0E8D1ADF}"/>
              </a:ext>
            </a:extLst>
          </p:cNvPr>
          <p:cNvSpPr>
            <a:spLocks noGrp="1"/>
          </p:cNvSpPr>
          <p:nvPr>
            <p:ph type="body" sz="quarter" idx="16" hasCustomPrompt="1"/>
          </p:nvPr>
        </p:nvSpPr>
        <p:spPr>
          <a:xfrm>
            <a:off x="41173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0" name="Text Placeholder 18">
            <a:extLst>
              <a:ext uri="{FF2B5EF4-FFF2-40B4-BE49-F238E27FC236}">
                <a16:creationId xmlns:a16="http://schemas.microsoft.com/office/drawing/2014/main" id="{6D3E4421-7396-C90C-5119-84E1DA3263BF}"/>
              </a:ext>
            </a:extLst>
          </p:cNvPr>
          <p:cNvSpPr>
            <a:spLocks noGrp="1"/>
          </p:cNvSpPr>
          <p:nvPr>
            <p:ph type="body" sz="quarter" idx="17" hasCustomPrompt="1"/>
          </p:nvPr>
        </p:nvSpPr>
        <p:spPr>
          <a:xfrm>
            <a:off x="4302609"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1" name="Text Placeholder 18">
            <a:extLst>
              <a:ext uri="{FF2B5EF4-FFF2-40B4-BE49-F238E27FC236}">
                <a16:creationId xmlns:a16="http://schemas.microsoft.com/office/drawing/2014/main" id="{BB0FC328-3EDB-117F-B241-774C52C45C03}"/>
              </a:ext>
            </a:extLst>
          </p:cNvPr>
          <p:cNvSpPr>
            <a:spLocks noGrp="1"/>
          </p:cNvSpPr>
          <p:nvPr>
            <p:ph type="body" sz="quarter" idx="18" hasCustomPrompt="1"/>
          </p:nvPr>
        </p:nvSpPr>
        <p:spPr>
          <a:xfrm>
            <a:off x="818599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pic>
        <p:nvPicPr>
          <p:cNvPr id="6" name="Picture 5" descr="A blue rocket with yellow flames&#10;&#10;AI-generated content may be incorrect.">
            <a:extLst>
              <a:ext uri="{FF2B5EF4-FFF2-40B4-BE49-F238E27FC236}">
                <a16:creationId xmlns:a16="http://schemas.microsoft.com/office/drawing/2014/main" id="{38FD594C-5CE2-2E39-47A0-730C3B552014}"/>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574346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2"/>
          <p:cNvSpPr>
            <a:spLocks noGrp="1"/>
          </p:cNvSpPr>
          <p:nvPr>
            <p:ph sz="quarter" idx="4"/>
          </p:nvPr>
        </p:nvSpPr>
        <p:spPr>
          <a:xfrm>
            <a:off x="6400801" y="1999488"/>
            <a:ext cx="5389033" cy="3309112"/>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p:cNvSpPr>
            <a:spLocks noGrp="1"/>
          </p:cNvSpPr>
          <p:nvPr>
            <p:ph type="body" sz="quarter" idx="3" hasCustomPrompt="1"/>
          </p:nvPr>
        </p:nvSpPr>
        <p:spPr>
          <a:xfrm>
            <a:off x="6400801" y="1219200"/>
            <a:ext cx="5389033"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4" name="Content Placeholder 1"/>
          <p:cNvSpPr>
            <a:spLocks noGrp="1"/>
          </p:cNvSpPr>
          <p:nvPr>
            <p:ph sz="half" idx="2"/>
          </p:nvPr>
        </p:nvSpPr>
        <p:spPr>
          <a:xfrm>
            <a:off x="414528" y="1982049"/>
            <a:ext cx="5386917" cy="3583521"/>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1"/>
          <p:cNvSpPr>
            <a:spLocks noGrp="1"/>
          </p:cNvSpPr>
          <p:nvPr>
            <p:ph type="body" idx="1" hasCustomPrompt="1"/>
          </p:nvPr>
        </p:nvSpPr>
        <p:spPr>
          <a:xfrm>
            <a:off x="414528" y="1219200"/>
            <a:ext cx="5386917"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2" name="Title "/>
          <p:cNvSpPr>
            <a:spLocks noGrp="1"/>
          </p:cNvSpPr>
          <p:nvPr>
            <p:ph type="title"/>
          </p:nvPr>
        </p:nvSpPr>
        <p:spPr>
          <a:xfrm>
            <a:off x="414528" y="438912"/>
            <a:ext cx="11375136" cy="609600"/>
          </a:xfrm>
        </p:spPr>
        <p:txBody>
          <a:bodyPr anchor="b"/>
          <a:lstStyle>
            <a:lvl1pPr>
              <a:defRPr b="0" i="0">
                <a:solidFill>
                  <a:srgbClr val="1465C1"/>
                </a:solidFill>
                <a:latin typeface="Montserrat" pitchFamily="2" charset="77"/>
              </a:defRPr>
            </a:lvl1pPr>
          </a:lstStyle>
          <a:p>
            <a:r>
              <a:rPr lang="en-US"/>
              <a:t>Click to edit Master title style</a:t>
            </a:r>
          </a:p>
        </p:txBody>
      </p:sp>
      <p:pic>
        <p:nvPicPr>
          <p:cNvPr id="9" name="Picture 8" descr="A blue rocket with yellow flames&#10;&#10;AI-generated content may be incorrect.">
            <a:extLst>
              <a:ext uri="{FF2B5EF4-FFF2-40B4-BE49-F238E27FC236}">
                <a16:creationId xmlns:a16="http://schemas.microsoft.com/office/drawing/2014/main" id="{E0979A95-488D-09C8-AE26-774FF0CB30C5}"/>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24031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
          <p:cNvSpPr>
            <a:spLocks noGrp="1"/>
          </p:cNvSpPr>
          <p:nvPr>
            <p:ph type="pic" sz="quarter" idx="13"/>
          </p:nvPr>
        </p:nvSpPr>
        <p:spPr>
          <a:xfrm>
            <a:off x="8077200" y="1202568"/>
            <a:ext cx="4114800" cy="3220197"/>
          </a:xfrm>
        </p:spPr>
        <p:txBody>
          <a:bodyPr>
            <a:normAutofit/>
          </a:bodyPr>
          <a:lstStyle>
            <a:lvl1pPr marL="0" indent="0">
              <a:buNone/>
              <a:defRPr sz="2400" b="0" i="0">
                <a:solidFill>
                  <a:schemeClr val="tx1"/>
                </a:solidFill>
                <a:latin typeface="Montserrat" pitchFamily="2" charset="77"/>
              </a:defRPr>
            </a:lvl1pPr>
          </a:lstStyle>
          <a:p>
            <a:r>
              <a:rPr lang="en-US"/>
              <a:t>Click icon to add picture</a:t>
            </a:r>
          </a:p>
        </p:txBody>
      </p:sp>
      <p:sp>
        <p:nvSpPr>
          <p:cNvPr id="4" name="Text Placeholder "/>
          <p:cNvSpPr>
            <a:spLocks noGrp="1"/>
          </p:cNvSpPr>
          <p:nvPr>
            <p:ph type="body" sz="half" idx="2"/>
          </p:nvPr>
        </p:nvSpPr>
        <p:spPr>
          <a:xfrm>
            <a:off x="414528" y="1202569"/>
            <a:ext cx="7489251" cy="4394668"/>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 name="Title"/>
          <p:cNvSpPr>
            <a:spLocks noGrp="1"/>
          </p:cNvSpPr>
          <p:nvPr>
            <p:ph type="title" hasCustomPrompt="1"/>
          </p:nvPr>
        </p:nvSpPr>
        <p:spPr>
          <a:xfrm>
            <a:off x="414528" y="438912"/>
            <a:ext cx="7662672"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5" name="Picture 4" descr="A blue rocket with yellow flames&#10;&#10;AI-generated content may be incorrect.">
            <a:extLst>
              <a:ext uri="{FF2B5EF4-FFF2-40B4-BE49-F238E27FC236}">
                <a16:creationId xmlns:a16="http://schemas.microsoft.com/office/drawing/2014/main" id="{C4F7D118-FEE1-1BB0-CD7C-74505B797651}"/>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57628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Image-Full height">
    <p:spTree>
      <p:nvGrpSpPr>
        <p:cNvPr id="1" name=""/>
        <p:cNvGrpSpPr/>
        <p:nvPr/>
      </p:nvGrpSpPr>
      <p:grpSpPr>
        <a:xfrm>
          <a:off x="0" y="0"/>
          <a:ext cx="0" cy="0"/>
          <a:chOff x="0" y="0"/>
          <a:chExt cx="0" cy="0"/>
        </a:xfrm>
      </p:grpSpPr>
      <p:sp>
        <p:nvSpPr>
          <p:cNvPr id="10" name="White Background">
            <a:extLst>
              <a:ext uri="{FF2B5EF4-FFF2-40B4-BE49-F238E27FC236}">
                <a16:creationId xmlns:a16="http://schemas.microsoft.com/office/drawing/2014/main" id="{902DAFEE-672B-5531-AF4D-6EDB10B89A39}"/>
              </a:ext>
            </a:extLst>
          </p:cNvPr>
          <p:cNvSpPr/>
          <p:nvPr userDrawn="1"/>
        </p:nvSpPr>
        <p:spPr>
          <a:xfrm>
            <a:off x="0" y="122863"/>
            <a:ext cx="4064000" cy="67351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a:solidFill>
                <a:schemeClr val="tx1"/>
              </a:solidFill>
              <a:latin typeface="Montserrat" pitchFamily="2" charset="77"/>
            </a:endParaRPr>
          </a:p>
        </p:txBody>
      </p:sp>
      <p:sp>
        <p:nvSpPr>
          <p:cNvPr id="12" name="Picture Placeholder ">
            <a:extLst>
              <a:ext uri="{FF2B5EF4-FFF2-40B4-BE49-F238E27FC236}">
                <a16:creationId xmlns:a16="http://schemas.microsoft.com/office/drawing/2014/main" id="{FECA367A-4BF0-0C0F-3498-6E6DCA02C6C2}"/>
              </a:ext>
            </a:extLst>
          </p:cNvPr>
          <p:cNvSpPr>
            <a:spLocks noGrp="1"/>
          </p:cNvSpPr>
          <p:nvPr>
            <p:ph type="pic" sz="quarter" idx="13"/>
          </p:nvPr>
        </p:nvSpPr>
        <p:spPr>
          <a:xfrm>
            <a:off x="10517" y="122862"/>
            <a:ext cx="4053483" cy="6735137"/>
          </a:xfrm>
        </p:spPr>
        <p:txBody>
          <a:bodyPr/>
          <a:lstStyle>
            <a:lvl1pPr marL="0" indent="0" algn="ctr">
              <a:buNone/>
              <a:defRPr b="0" i="0">
                <a:solidFill>
                  <a:schemeClr val="tx1"/>
                </a:solidFill>
                <a:latin typeface="Montserrat" pitchFamily="2" charset="77"/>
              </a:defRPr>
            </a:lvl1pPr>
          </a:lstStyle>
          <a:p>
            <a:r>
              <a:rPr lang="en-US"/>
              <a:t>Click icon to add picture</a:t>
            </a:r>
          </a:p>
        </p:txBody>
      </p:sp>
      <p:sp>
        <p:nvSpPr>
          <p:cNvPr id="14" name="Text Placeholder ">
            <a:extLst>
              <a:ext uri="{FF2B5EF4-FFF2-40B4-BE49-F238E27FC236}">
                <a16:creationId xmlns:a16="http://schemas.microsoft.com/office/drawing/2014/main" id="{46316DF1-26A9-2E6B-73C8-3D75A8FE6392}"/>
              </a:ext>
            </a:extLst>
          </p:cNvPr>
          <p:cNvSpPr>
            <a:spLocks noGrp="1"/>
          </p:cNvSpPr>
          <p:nvPr>
            <p:ph type="body" sz="half" idx="2"/>
          </p:nvPr>
        </p:nvSpPr>
        <p:spPr>
          <a:xfrm>
            <a:off x="4330263" y="1202767"/>
            <a:ext cx="7463676" cy="4985627"/>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3" name="Title 1">
            <a:extLst>
              <a:ext uri="{FF2B5EF4-FFF2-40B4-BE49-F238E27FC236}">
                <a16:creationId xmlns:a16="http://schemas.microsoft.com/office/drawing/2014/main" id="{24B4795F-48D0-3560-24E9-9EED8A3F95E7}"/>
              </a:ext>
            </a:extLst>
          </p:cNvPr>
          <p:cNvSpPr>
            <a:spLocks noGrp="1"/>
          </p:cNvSpPr>
          <p:nvPr>
            <p:ph type="title" hasCustomPrompt="1"/>
          </p:nvPr>
        </p:nvSpPr>
        <p:spPr>
          <a:xfrm>
            <a:off x="4328161" y="438912"/>
            <a:ext cx="7463676"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2" name="Picture 1" descr="A blue rocket with yellow flames&#10;&#10;AI-generated content may be incorrect.">
            <a:extLst>
              <a:ext uri="{FF2B5EF4-FFF2-40B4-BE49-F238E27FC236}">
                <a16:creationId xmlns:a16="http://schemas.microsoft.com/office/drawing/2014/main" id="{1F91E5E3-C052-DFF7-0F22-4D1D49D5D032}"/>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784552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1229960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Blue top line">
            <a:extLst>
              <a:ext uri="{FF2B5EF4-FFF2-40B4-BE49-F238E27FC236}">
                <a16:creationId xmlns:a16="http://schemas.microsoft.com/office/drawing/2014/main" id="{E698F46C-0450-0A42-69F4-4CA2C83E49C9}"/>
              </a:ext>
            </a:extLst>
          </p:cNvPr>
          <p:cNvSpPr/>
          <p:nvPr userDrawn="1"/>
        </p:nvSpPr>
        <p:spPr>
          <a:xfrm flipV="1">
            <a:off x="0" y="-7257"/>
            <a:ext cx="12192000" cy="975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7" name="Green top line">
            <a:extLst>
              <a:ext uri="{FF2B5EF4-FFF2-40B4-BE49-F238E27FC236}">
                <a16:creationId xmlns:a16="http://schemas.microsoft.com/office/drawing/2014/main" id="{12C9F3AD-9532-11E6-E672-6F10181290C1}"/>
              </a:ext>
            </a:extLst>
          </p:cNvPr>
          <p:cNvSpPr/>
          <p:nvPr userDrawn="1"/>
        </p:nvSpPr>
        <p:spPr>
          <a:xfrm flipV="1">
            <a:off x="0" y="0"/>
            <a:ext cx="12192000" cy="36576"/>
          </a:xfrm>
          <a:prstGeom prst="rect">
            <a:avLst/>
          </a:prstGeom>
          <a:solidFill>
            <a:srgbClr val="8EBB37"/>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2" name="Picture 1" descr="A blue rocket with yellow flames&#10;&#10;AI-generated content may be incorrect.">
            <a:extLst>
              <a:ext uri="{FF2B5EF4-FFF2-40B4-BE49-F238E27FC236}">
                <a16:creationId xmlns:a16="http://schemas.microsoft.com/office/drawing/2014/main" id="{64C7FB6B-3110-4907-76D3-A00724A380C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603649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10430932" y="3565994"/>
            <a:ext cx="1465792" cy="2418799"/>
          </a:xfrm>
          <a:prstGeom prst="rect">
            <a:avLst/>
          </a:prstGeom>
        </p:spPr>
      </p:pic>
    </p:spTree>
    <p:extLst>
      <p:ext uri="{BB962C8B-B14F-4D97-AF65-F5344CB8AC3E}">
        <p14:creationId xmlns:p14="http://schemas.microsoft.com/office/powerpoint/2010/main" val="835790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310078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57027" y="4424859"/>
            <a:ext cx="5213183" cy="576471"/>
          </a:xfrm>
        </p:spPr>
        <p:txBody>
          <a:bodyPr anchor="t" anchorCtr="0"/>
          <a:lstStyle>
            <a:lvl1pPr>
              <a:defRPr sz="4267" b="0" i="0">
                <a:solidFill>
                  <a:srgbClr val="1866AE"/>
                </a:solidFill>
                <a:latin typeface="Montserrat" pitchFamily="2" charset="77"/>
              </a:defRPr>
            </a:lvl1pPr>
          </a:lstStyle>
          <a:p>
            <a:r>
              <a:rPr lang="en-US"/>
              <a:t>Transition Slide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214122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5848439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cNvSpPr>
            <a:spLocks noGrp="1"/>
          </p:cNvSpPr>
          <p:nvPr>
            <p:ph type="title" hasCustomPrompt="1"/>
          </p:nvPr>
        </p:nvSpPr>
        <p:spPr>
          <a:xfrm>
            <a:off x="722473" y="5343937"/>
            <a:ext cx="7910000"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660517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7" name="Picture 6" descr="A black background with white text&#10;&#10;AI-generated content may be incorrect.">
            <a:extLst>
              <a:ext uri="{FF2B5EF4-FFF2-40B4-BE49-F238E27FC236}">
                <a16:creationId xmlns:a16="http://schemas.microsoft.com/office/drawing/2014/main" id="{53AA51E4-54C5-C3EB-E63C-24DF6CD86D97}"/>
              </a:ext>
            </a:extLst>
          </p:cNvPr>
          <p:cNvPicPr>
            <a:picLocks noChangeAspect="1"/>
          </p:cNvPicPr>
          <p:nvPr userDrawn="1"/>
        </p:nvPicPr>
        <p:blipFill>
          <a:blip r:embed="rId2"/>
          <a:stretch>
            <a:fillRect/>
          </a:stretch>
        </p:blipFill>
        <p:spPr>
          <a:xfrm>
            <a:off x="8640838" y="5542513"/>
            <a:ext cx="3331413" cy="1122135"/>
          </a:xfrm>
          <a:prstGeom prst="rect">
            <a:avLst/>
          </a:prstGeom>
        </p:spPr>
      </p:pic>
      <p:sp>
        <p:nvSpPr>
          <p:cNvPr id="8" name="Content Placeholder">
            <a:extLst>
              <a:ext uri="{FF2B5EF4-FFF2-40B4-BE49-F238E27FC236}">
                <a16:creationId xmlns:a16="http://schemas.microsoft.com/office/drawing/2014/main" id="{5F38107C-7728-4558-7E69-FAF1CE2A72B4}"/>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F8B98C3A-005E-FCC5-F2BE-C72514D32278}"/>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710350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srcRect l="79031" t="-2797" b="-1"/>
          <a:stretch>
            <a:fillRect/>
          </a:stretch>
        </p:blipFill>
        <p:spPr>
          <a:xfrm>
            <a:off x="10876040" y="4876801"/>
            <a:ext cx="1076861" cy="1778172"/>
          </a:xfrm>
          <a:prstGeom prst="rect">
            <a:avLst/>
          </a:prstGeom>
        </p:spPr>
      </p:pic>
      <p:sp>
        <p:nvSpPr>
          <p:cNvPr id="3" name="Content Placeholder">
            <a:extLst>
              <a:ext uri="{FF2B5EF4-FFF2-40B4-BE49-F238E27FC236}">
                <a16:creationId xmlns:a16="http://schemas.microsoft.com/office/drawing/2014/main" id="{56B42121-3791-88E3-3566-C1D5909E1223}"/>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a:extLst>
              <a:ext uri="{FF2B5EF4-FFF2-40B4-BE49-F238E27FC236}">
                <a16:creationId xmlns:a16="http://schemas.microsoft.com/office/drawing/2014/main" id="{F2F9A820-95BB-FDF9-48A2-DDD11B6C8F1B}"/>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973812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8098971" y="924669"/>
            <a:ext cx="2934692" cy="4845921"/>
          </a:xfrm>
          <a:prstGeom prst="rect">
            <a:avLst/>
          </a:prstGeom>
        </p:spPr>
      </p:pic>
    </p:spTree>
    <p:extLst>
      <p:ext uri="{BB962C8B-B14F-4D97-AF65-F5344CB8AC3E}">
        <p14:creationId xmlns:p14="http://schemas.microsoft.com/office/powerpoint/2010/main" val="41297029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Whit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D421C6B-9F5B-4DB8-A455-F9B42A1B5468}"/>
              </a:ext>
            </a:extLst>
          </p:cNvPr>
          <p:cNvSpPr>
            <a:spLocks noGrp="1"/>
          </p:cNvSpPr>
          <p:nvPr>
            <p:ph type="ftr" sz="quarter" idx="10"/>
          </p:nvPr>
        </p:nvSpPr>
        <p:spPr>
          <a:xfrm>
            <a:off x="304889" y="6400801"/>
            <a:ext cx="5486313" cy="222249"/>
          </a:xfrm>
        </p:spPr>
        <p:txBody>
          <a:bodyPr/>
          <a:lstStyle>
            <a:lvl1pPr>
              <a:defRPr>
                <a:solidFill>
                  <a:srgbClr val="000000"/>
                </a:solidFill>
              </a:defRPr>
            </a:lvl1pPr>
          </a:lstStyle>
          <a:p>
            <a:r>
              <a:rPr lang="en-US"/>
              <a:t>IBM Consulting / © IBM Corporation</a:t>
            </a:r>
          </a:p>
        </p:txBody>
      </p:sp>
      <p:sp>
        <p:nvSpPr>
          <p:cNvPr id="4" name="Slide Number Placeholder">
            <a:extLst>
              <a:ext uri="{FF2B5EF4-FFF2-40B4-BE49-F238E27FC236}">
                <a16:creationId xmlns:a16="http://schemas.microsoft.com/office/drawing/2014/main" id="{57B4B170-B75A-4566-BD1C-C1A3AC97742B}"/>
              </a:ext>
            </a:extLst>
          </p:cNvPr>
          <p:cNvSpPr>
            <a:spLocks noGrp="1"/>
          </p:cNvSpPr>
          <p:nvPr>
            <p:ph type="sldNum" sz="quarter" idx="11"/>
          </p:nvPr>
        </p:nvSpPr>
        <p:spPr>
          <a:xfrm>
            <a:off x="9448802" y="6400801"/>
            <a:ext cx="2438309" cy="222249"/>
          </a:xfrm>
        </p:spPr>
        <p:txBody>
          <a:bodyPr/>
          <a:lstStyle>
            <a:lvl1pPr>
              <a:defRPr>
                <a:solidFill>
                  <a:srgbClr val="000000"/>
                </a:solidFill>
              </a:defRPr>
            </a:lvl1pPr>
          </a:lstStyle>
          <a:p>
            <a:fld id="{59395FB3-9C97-154F-86B2-7E381B951268}" type="slidenum">
              <a:rPr lang="en-US" smtClean="0"/>
              <a:pPr/>
              <a:t>‹#›</a:t>
            </a:fld>
            <a:endParaRPr lang="en-US"/>
          </a:p>
        </p:txBody>
      </p:sp>
      <p:sp>
        <p:nvSpPr>
          <p:cNvPr id="2" name="Title 4">
            <a:extLst>
              <a:ext uri="{FF2B5EF4-FFF2-40B4-BE49-F238E27FC236}">
                <a16:creationId xmlns:a16="http://schemas.microsoft.com/office/drawing/2014/main" id="{0E55ADD0-679D-766C-B0A5-B16098B26F40}"/>
              </a:ext>
            </a:extLst>
          </p:cNvPr>
          <p:cNvSpPr>
            <a:spLocks noGrp="1"/>
          </p:cNvSpPr>
          <p:nvPr>
            <p:ph type="title"/>
          </p:nvPr>
        </p:nvSpPr>
        <p:spPr>
          <a:xfrm>
            <a:off x="280416" y="256032"/>
            <a:ext cx="11606693" cy="860563"/>
          </a:xfrm>
        </p:spPr>
        <p:txBody>
          <a:bodyPr/>
          <a:lstStyle>
            <a:lvl1pPr>
              <a:defRPr>
                <a:solidFill>
                  <a:schemeClr val="accent4"/>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FF18601E-3127-8A99-E91E-5885361C43CF}"/>
              </a:ext>
            </a:extLst>
          </p:cNvPr>
          <p:cNvSpPr>
            <a:spLocks noGrp="1"/>
          </p:cNvSpPr>
          <p:nvPr>
            <p:ph sz="quarter" idx="12"/>
          </p:nvPr>
        </p:nvSpPr>
        <p:spPr>
          <a:xfrm>
            <a:off x="304800" y="1756834"/>
            <a:ext cx="11582400" cy="45444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082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3C3C3B"/>
                </a:solidFill>
              </a:defRPr>
            </a:lvl1pPr>
          </a:lstStyle>
          <a:p>
            <a:r>
              <a:rPr lang="en-US"/>
              <a:t>Click to edit Master title style</a:t>
            </a:r>
          </a:p>
        </p:txBody>
      </p:sp>
      <p:sp>
        <p:nvSpPr>
          <p:cNvPr id="3" name="Content Placeholder 2"/>
          <p:cNvSpPr>
            <a:spLocks noGrp="1"/>
          </p:cNvSpPr>
          <p:nvPr>
            <p:ph sz="half" idx="1"/>
          </p:nvPr>
        </p:nvSpPr>
        <p:spPr>
          <a:xfrm>
            <a:off x="459621"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sz="2400">
                <a:solidFill>
                  <a:srgbClr val="3C3C3B"/>
                </a:solidFill>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lang="en-US" sz="2400" kern="1200" dirty="0" smtClean="0">
                <a:solidFill>
                  <a:srgbClr val="3C3C3B"/>
                </a:solidFill>
                <a:latin typeface="+mn-lt"/>
                <a:ea typeface="+mn-ea"/>
                <a:cs typeface="+mn-cs"/>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355F-22F0-684D-B046-094980D10CE1}" type="datetime1">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69B7C6-3FEA-7848-A062-37F8F6368D00}" type="slidenum">
              <a:rPr lang="en-US" smtClean="0"/>
              <a:t>‹#›</a:t>
            </a:fld>
            <a:endParaRPr lang="en-US"/>
          </a:p>
        </p:txBody>
      </p:sp>
      <p:sp>
        <p:nvSpPr>
          <p:cNvPr id="8" name="TextBox 7"/>
          <p:cNvSpPr txBox="1"/>
          <p:nvPr userDrawn="1"/>
        </p:nvSpPr>
        <p:spPr>
          <a:xfrm>
            <a:off x="10450287" y="-532190"/>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12146911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Half Frame 4">
            <a:extLst>
              <a:ext uri="{FF2B5EF4-FFF2-40B4-BE49-F238E27FC236}">
                <a16:creationId xmlns:a16="http://schemas.microsoft.com/office/drawing/2014/main" id="{6581409C-6125-F298-D37A-31D8253DA6C0}"/>
              </a:ext>
            </a:extLst>
          </p:cNvPr>
          <p:cNvSpPr/>
          <p:nvPr userDrawn="1"/>
        </p:nvSpPr>
        <p:spPr>
          <a:xfrm rot="5400000">
            <a:off x="10427853" y="-341746"/>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Half Frame 7">
            <a:extLst>
              <a:ext uri="{FF2B5EF4-FFF2-40B4-BE49-F238E27FC236}">
                <a16:creationId xmlns:a16="http://schemas.microsoft.com/office/drawing/2014/main" id="{1D445B04-5630-FADB-A52F-C02F082ED06B}"/>
              </a:ext>
            </a:extLst>
          </p:cNvPr>
          <p:cNvSpPr/>
          <p:nvPr userDrawn="1"/>
        </p:nvSpPr>
        <p:spPr>
          <a:xfrm rot="16200000">
            <a:off x="341748" y="5093852"/>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95657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A91A35-079A-C9FF-D72C-0EDC5BC8C68A}"/>
              </a:ext>
            </a:extLst>
          </p:cNvPr>
          <p:cNvSpPr/>
          <p:nvPr userDrawn="1"/>
        </p:nvSpPr>
        <p:spPr>
          <a:xfrm>
            <a:off x="0" y="6214429"/>
            <a:ext cx="12192000" cy="643572"/>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laceholder 1"/>
          <p:cNvSpPr>
            <a:spLocks noGrp="1"/>
          </p:cNvSpPr>
          <p:nvPr>
            <p:ph type="title"/>
          </p:nvPr>
        </p:nvSpPr>
        <p:spPr>
          <a:xfrm>
            <a:off x="414527" y="441960"/>
            <a:ext cx="11375136" cy="609600"/>
          </a:xfrm>
          <a:prstGeom prst="rect">
            <a:avLst/>
          </a:prstGeom>
        </p:spPr>
        <p:txBody>
          <a:bodyPr vert="horz" lIns="0" tIns="45720" rIns="91440" bIns="0" rtlCol="0" anchor="b">
            <a:noAutofit/>
          </a:bodyPr>
          <a:lstStyle/>
          <a:p>
            <a:r>
              <a:rPr lang="en-US"/>
              <a:t>Click to edit Master title style</a:t>
            </a:r>
          </a:p>
        </p:txBody>
      </p:sp>
      <p:sp>
        <p:nvSpPr>
          <p:cNvPr id="3" name="Text Placeholder 2"/>
          <p:cNvSpPr>
            <a:spLocks noGrp="1"/>
          </p:cNvSpPr>
          <p:nvPr>
            <p:ph type="body" idx="1"/>
          </p:nvPr>
        </p:nvSpPr>
        <p:spPr>
          <a:xfrm>
            <a:off x="414528" y="1219201"/>
            <a:ext cx="11375136" cy="422053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Blue top line"/>
          <p:cNvSpPr/>
          <p:nvPr userDrawn="1"/>
        </p:nvSpPr>
        <p:spPr>
          <a:xfrm flipV="1">
            <a:off x="0" y="-7257"/>
            <a:ext cx="12192000" cy="97535"/>
          </a:xfrm>
          <a:prstGeom prst="rect">
            <a:avLst/>
          </a:prstGeom>
          <a:solidFill>
            <a:srgbClr val="146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17" name="Green top line"/>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Tree>
    <p:extLst>
      <p:ext uri="{BB962C8B-B14F-4D97-AF65-F5344CB8AC3E}">
        <p14:creationId xmlns:p14="http://schemas.microsoft.com/office/powerpoint/2010/main" val="9027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96" r:id="rId24"/>
    <p:sldLayoutId id="2147483697" r:id="rId25"/>
    <p:sldLayoutId id="2147483698" r:id="rId2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p:titleStyle>
    <p:bodyStyle>
      <a:lvl1pPr marL="0" indent="0" algn="l" defTabSz="609585" rtl="0" eaLnBrk="1" latinLnBrk="0" hangingPunct="1">
        <a:spcBef>
          <a:spcPct val="20000"/>
        </a:spcBef>
        <a:buClr>
          <a:schemeClr val="tx2"/>
        </a:buClr>
        <a:buFont typeface="Wingdings" charset="2"/>
        <a:buNone/>
        <a:defRPr sz="2133" b="0" i="0" kern="1200" baseline="0">
          <a:solidFill>
            <a:srgbClr val="000000"/>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rgbClr val="000000"/>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rgbClr val="000000"/>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5760">
          <p15:clr>
            <a:srgbClr val="F26B43"/>
          </p15:clr>
        </p15:guide>
        <p15:guide id="3" pos="190">
          <p15:clr>
            <a:srgbClr val="F26B43"/>
          </p15:clr>
        </p15:guide>
        <p15:guide id="4" pos="1983">
          <p15:clr>
            <a:srgbClr val="F26B43"/>
          </p15:clr>
        </p15:guide>
        <p15:guide id="5" pos="3776">
          <p15:clr>
            <a:srgbClr val="F26B43"/>
          </p15:clr>
        </p15:guide>
        <p15:guide id="6" pos="5569">
          <p15:clr>
            <a:srgbClr val="F26B43"/>
          </p15:clr>
        </p15:guide>
        <p15:guide id="7" orient="horz">
          <p15:clr>
            <a:srgbClr val="F26B43"/>
          </p15:clr>
        </p15:guide>
        <p15:guide id="8" orient="horz" pos="3240">
          <p15:clr>
            <a:srgbClr val="F26B43"/>
          </p15:clr>
        </p15:guide>
        <p15:guide id="9" orient="horz" pos="190">
          <p15:clr>
            <a:srgbClr val="F26B43"/>
          </p15:clr>
        </p15:guide>
        <p15:guide id="10" orient="horz" pos="1158">
          <p15:clr>
            <a:srgbClr val="F26B43"/>
          </p15:clr>
        </p15:guide>
        <p15:guide id="11" orient="horz" pos="2127">
          <p15:clr>
            <a:srgbClr val="F26B43"/>
          </p15:clr>
        </p15:guide>
        <p15:guide id="12" orient="horz" pos="3095">
          <p15:clr>
            <a:srgbClr val="F26B43"/>
          </p15:clr>
        </p15:guide>
        <p15:guide id="13" pos="5376">
          <p15:clr>
            <a:srgbClr val="F26B43"/>
          </p15:clr>
        </p15:guide>
        <p15:guide id="14" orient="horz" pos="5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FF0_1996B2E2.xml"/><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svg"/><Relationship Id="rId21" Type="http://schemas.openxmlformats.org/officeDocument/2006/relationships/image" Target="../media/image37.sv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svg"/><Relationship Id="rId2" Type="http://schemas.openxmlformats.org/officeDocument/2006/relationships/image" Target="../media/image18.svg"/><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svg"/><Relationship Id="rId19" Type="http://schemas.openxmlformats.org/officeDocument/2006/relationships/image" Target="../media/image35.svg"/><Relationship Id="rId4" Type="http://schemas.openxmlformats.org/officeDocument/2006/relationships/image" Target="../media/image20.svg"/><Relationship Id="rId9" Type="http://schemas.openxmlformats.org/officeDocument/2006/relationships/image" Target="../media/image25.svg"/><Relationship Id="rId14" Type="http://schemas.openxmlformats.org/officeDocument/2006/relationships/image" Target="../media/image30.svg"/><Relationship Id="rId22"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onsumersenergy.sharepoint.com/:f:/r/teams/S4/06%20Customer/02.%20Explore/02.%20Customer%20Service/02.%20Process%20Definition%20Documents/Handle%20Case%20Management?csf=1&amp;web=1&amp;e=ZQ5xAu" TargetMode="External"/><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3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59.jpe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9.jpeg"/><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7.png"/><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44.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jpe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4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460-6DBE-619C-CA11-2645AAEBFA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08FD6-7E06-AEC4-FC0F-CD07B69918CC}"/>
              </a:ext>
            </a:extLst>
          </p:cNvPr>
          <p:cNvSpPr>
            <a:spLocks noGrp="1"/>
          </p:cNvSpPr>
          <p:nvPr>
            <p:ph type="ctrTitle"/>
          </p:nvPr>
        </p:nvSpPr>
        <p:spPr>
          <a:xfrm>
            <a:off x="244008" y="1270659"/>
            <a:ext cx="11705493" cy="3272557"/>
          </a:xfrm>
        </p:spPr>
        <p:txBody>
          <a:bodyPr/>
          <a:lstStyle/>
          <a:p>
            <a:r>
              <a:rPr lang="en-US" sz="4250" dirty="0">
                <a:latin typeface="Montserrat"/>
              </a:rPr>
              <a:t>Handle Case Management </a:t>
            </a:r>
            <a:br>
              <a:rPr lang="en-US" sz="4250" dirty="0">
                <a:latin typeface="Montserrat"/>
              </a:rPr>
            </a:br>
            <a:r>
              <a:rPr lang="en-US" sz="4250" dirty="0">
                <a:latin typeface="Montserrat"/>
              </a:rPr>
              <a:t>Workshop A-1</a:t>
            </a:r>
            <a:br>
              <a:rPr lang="en-US" sz="4250" dirty="0">
                <a:latin typeface="Montserrat"/>
              </a:rPr>
            </a:br>
            <a:br>
              <a:rPr lang="en-US" sz="4250" dirty="0">
                <a:latin typeface="Montserrat"/>
              </a:rPr>
            </a:br>
            <a:r>
              <a:rPr lang="en-US" sz="2800" b="1" dirty="0">
                <a:latin typeface="Montserrat"/>
              </a:rPr>
              <a:t>Jose Diaz and Mohanta Das</a:t>
            </a:r>
            <a:br>
              <a:rPr lang="en-US" sz="2800" dirty="0">
                <a:latin typeface="Montserrat"/>
              </a:rPr>
            </a:br>
            <a:r>
              <a:rPr lang="en-US" sz="2800" dirty="0">
                <a:latin typeface="Montserrat"/>
              </a:rPr>
              <a:t>6/17/26</a:t>
            </a:r>
            <a:endParaRPr lang="en-US" sz="2800" b="1" dirty="0"/>
          </a:p>
        </p:txBody>
      </p:sp>
    </p:spTree>
    <p:extLst>
      <p:ext uri="{BB962C8B-B14F-4D97-AF65-F5344CB8AC3E}">
        <p14:creationId xmlns:p14="http://schemas.microsoft.com/office/powerpoint/2010/main" val="3852294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11" name="Google Shape;411;g32789fbb2d8_0_389"/>
          <p:cNvSpPr txBox="1">
            <a:spLocks noGrp="1"/>
          </p:cNvSpPr>
          <p:nvPr>
            <p:ph type="title"/>
          </p:nvPr>
        </p:nvSpPr>
        <p:spPr>
          <a:xfrm>
            <a:off x="268516" y="412769"/>
            <a:ext cx="11375136" cy="609600"/>
          </a:xfrm>
          <a:prstGeom prst="rect">
            <a:avLst/>
          </a:prstGeom>
          <a:noFill/>
          <a:ln>
            <a:noFill/>
          </a:ln>
        </p:spPr>
        <p:txBody>
          <a:bodyPr spcFirstLastPara="1" vert="horz" wrap="square" lIns="0" tIns="60933" rIns="121900" bIns="0" rtlCol="0" anchor="b" anchorCtr="0">
            <a:noAutofit/>
          </a:bodyPr>
          <a:lstStyle/>
          <a:p>
            <a:pPr>
              <a:spcBef>
                <a:spcPts val="0"/>
              </a:spcBef>
              <a:buClr>
                <a:srgbClr val="1866AE"/>
              </a:buClr>
              <a:buSzPts val="3200"/>
            </a:pPr>
            <a:r>
              <a:rPr lang="en-US" sz="2800" b="1">
                <a:latin typeface="Montserrat"/>
              </a:rPr>
              <a:t>Overarching Design Principles</a:t>
            </a:r>
          </a:p>
        </p:txBody>
      </p:sp>
      <p:sp>
        <p:nvSpPr>
          <p:cNvPr id="410" name="Google Shape;410;g32789fbb2d8_0_389"/>
          <p:cNvSpPr txBox="1">
            <a:spLocks noGrp="1"/>
          </p:cNvSpPr>
          <p:nvPr>
            <p:ph type="sldNum" idx="4294967295"/>
          </p:nvPr>
        </p:nvSpPr>
        <p:spPr>
          <a:xfrm>
            <a:off x="11582400" y="6316133"/>
            <a:ext cx="609600" cy="366184"/>
          </a:xfrm>
          <a:prstGeom prst="rect">
            <a:avLst/>
          </a:prstGeom>
          <a:noFill/>
          <a:ln>
            <a:noFill/>
          </a:ln>
        </p:spPr>
        <p:txBody>
          <a:bodyPr spcFirstLastPara="1" wrap="square" lIns="121900" tIns="60933" rIns="121900" bIns="60933"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067" b="0" i="0" u="none" strike="noStrike" kern="0" cap="none" spc="0" normalizeH="0" baseline="0" noProof="0">
                <a:ln>
                  <a:noFill/>
                </a:ln>
                <a:solidFill>
                  <a:srgbClr val="FFFEFE"/>
                </a:solidFill>
                <a:effectLst/>
                <a:uLnTx/>
                <a:uFillTx/>
                <a:latin typeface="Montserrat"/>
                <a:ea typeface="+mn-ea"/>
                <a:cs typeface="Arial"/>
                <a:sym typeface="Montserra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067" b="0" i="0" u="none" strike="noStrike" kern="0" cap="none" spc="0" normalizeH="0" baseline="0" noProof="0">
              <a:ln>
                <a:noFill/>
              </a:ln>
              <a:solidFill>
                <a:srgbClr val="FFFEFE"/>
              </a:solidFill>
              <a:effectLst/>
              <a:uLnTx/>
              <a:uFillTx/>
              <a:latin typeface="Montserrat"/>
              <a:ea typeface="+mn-ea"/>
              <a:cs typeface="Arial"/>
              <a:sym typeface="Montserrat"/>
            </a:endParaRPr>
          </a:p>
        </p:txBody>
      </p:sp>
      <p:grpSp>
        <p:nvGrpSpPr>
          <p:cNvPr id="14" name="Group 13">
            <a:extLst>
              <a:ext uri="{FF2B5EF4-FFF2-40B4-BE49-F238E27FC236}">
                <a16:creationId xmlns:a16="http://schemas.microsoft.com/office/drawing/2014/main" id="{3ABB7B8B-CC49-D365-0378-CE28117D9C6F}"/>
              </a:ext>
            </a:extLst>
          </p:cNvPr>
          <p:cNvGrpSpPr/>
          <p:nvPr/>
        </p:nvGrpSpPr>
        <p:grpSpPr>
          <a:xfrm>
            <a:off x="257027" y="4480549"/>
            <a:ext cx="5765213" cy="1492901"/>
            <a:chOff x="142638" y="2224199"/>
            <a:chExt cx="4323909" cy="1119676"/>
          </a:xfrm>
        </p:grpSpPr>
        <p:sp>
          <p:nvSpPr>
            <p:cNvPr id="407" name="Google Shape;407;g32789fbb2d8_0_389"/>
            <p:cNvSpPr txBox="1"/>
            <p:nvPr/>
          </p:nvSpPr>
          <p:spPr>
            <a:xfrm>
              <a:off x="1166753" y="2719097"/>
              <a:ext cx="3267641"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minimize customizations and keep the core clean</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ease future upgrades, improving agility and scalability.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08" name="Google Shape;408;g32789fbb2d8_0_389"/>
            <p:cNvSpPr/>
            <p:nvPr/>
          </p:nvSpPr>
          <p:spPr>
            <a:xfrm>
              <a:off x="1198906" y="2224199"/>
              <a:ext cx="3267641" cy="1119623"/>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09" name="Google Shape;409;g32789fbb2d8_0_389"/>
            <p:cNvSpPr/>
            <p:nvPr/>
          </p:nvSpPr>
          <p:spPr>
            <a:xfrm>
              <a:off x="142638" y="2224199"/>
              <a:ext cx="1045800" cy="1119676"/>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Google Shape;417;g32789fbb2d8_0_389">
              <a:extLst>
                <a:ext uri="{FF2B5EF4-FFF2-40B4-BE49-F238E27FC236}">
                  <a16:creationId xmlns:a16="http://schemas.microsoft.com/office/drawing/2014/main" id="{41D41366-DF01-1768-218C-4C7589718121}"/>
                </a:ext>
              </a:extLst>
            </p:cNvPr>
            <p:cNvSpPr/>
            <p:nvPr/>
          </p:nvSpPr>
          <p:spPr>
            <a:xfrm>
              <a:off x="1188438" y="223359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Minimize customizations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0" name="Google Shape;430;g32789fbb2d8_0_389" descr="Gears outline"/>
            <p:cNvPicPr preferRelativeResize="0"/>
            <p:nvPr/>
          </p:nvPicPr>
          <p:blipFill rotWithShape="1">
            <a:blip r:embed="rId3">
              <a:alphaModFix/>
            </a:blip>
            <a:srcRect/>
            <a:stretch/>
          </p:blipFill>
          <p:spPr>
            <a:xfrm>
              <a:off x="307931" y="2376197"/>
              <a:ext cx="685800" cy="685800"/>
            </a:xfrm>
            <a:prstGeom prst="rect">
              <a:avLst/>
            </a:prstGeom>
            <a:noFill/>
            <a:ln>
              <a:noFill/>
            </a:ln>
          </p:spPr>
        </p:pic>
      </p:grpSp>
      <p:grpSp>
        <p:nvGrpSpPr>
          <p:cNvPr id="11" name="Group 10">
            <a:extLst>
              <a:ext uri="{FF2B5EF4-FFF2-40B4-BE49-F238E27FC236}">
                <a16:creationId xmlns:a16="http://schemas.microsoft.com/office/drawing/2014/main" id="{53B18C77-C996-6AF4-3C3E-7E4E1642FBB4}"/>
              </a:ext>
            </a:extLst>
          </p:cNvPr>
          <p:cNvGrpSpPr/>
          <p:nvPr/>
        </p:nvGrpSpPr>
        <p:grpSpPr>
          <a:xfrm>
            <a:off x="6258375" y="4495995"/>
            <a:ext cx="5766069" cy="1457100"/>
            <a:chOff x="4684200" y="2235351"/>
            <a:chExt cx="4324552" cy="1092826"/>
          </a:xfrm>
        </p:grpSpPr>
        <p:sp>
          <p:nvSpPr>
            <p:cNvPr id="9" name="Google Shape;407;g32789fbb2d8_0_389">
              <a:extLst>
                <a:ext uri="{FF2B5EF4-FFF2-40B4-BE49-F238E27FC236}">
                  <a16:creationId xmlns:a16="http://schemas.microsoft.com/office/drawing/2014/main" id="{9DC1BFDA-BBBE-D3AA-D906-721A4B227937}"/>
                </a:ext>
              </a:extLst>
            </p:cNvPr>
            <p:cNvSpPr txBox="1"/>
            <p:nvPr/>
          </p:nvSpPr>
          <p:spPr>
            <a:xfrm>
              <a:off x="5716044" y="2582308"/>
              <a:ext cx="3292708" cy="715551"/>
            </a:xfrm>
            <a:prstGeom prst="rect">
              <a:avLst/>
            </a:prstGeom>
            <a:solidFill>
              <a:schemeClr val="bg1"/>
            </a:solid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Non-SAP applications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will only be considered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if they are considered ‘best of breed’ and are necessary to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enable competitive advantage or meet complex regulatory requirements.</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10" name="Google Shape;408;g32789fbb2d8_0_389">
              <a:extLst>
                <a:ext uri="{FF2B5EF4-FFF2-40B4-BE49-F238E27FC236}">
                  <a16:creationId xmlns:a16="http://schemas.microsoft.com/office/drawing/2014/main" id="{8F90BB64-A06C-6838-C906-C7141DC97498}"/>
                </a:ext>
              </a:extLst>
            </p:cNvPr>
            <p:cNvSpPr/>
            <p:nvPr/>
          </p:nvSpPr>
          <p:spPr>
            <a:xfrm>
              <a:off x="5740151" y="2242927"/>
              <a:ext cx="3267640" cy="108525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4" name="Google Shape;414;g32789fbb2d8_0_389"/>
            <p:cNvSpPr/>
            <p:nvPr/>
          </p:nvSpPr>
          <p:spPr>
            <a:xfrm>
              <a:off x="4684200" y="2235351"/>
              <a:ext cx="1045800" cy="1092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Google Shape;417;g32789fbb2d8_0_389">
              <a:extLst>
                <a:ext uri="{FF2B5EF4-FFF2-40B4-BE49-F238E27FC236}">
                  <a16:creationId xmlns:a16="http://schemas.microsoft.com/office/drawing/2014/main" id="{4589EB17-6120-C3B2-A307-D429542D1035}"/>
                </a:ext>
              </a:extLst>
            </p:cNvPr>
            <p:cNvSpPr/>
            <p:nvPr/>
          </p:nvSpPr>
          <p:spPr>
            <a:xfrm>
              <a:off x="5740040" y="2235351"/>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‘Best of Breed’ by exception</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1" name="Google Shape;431;g32789fbb2d8_0_389" descr="Clipboard Badge with solid fill"/>
            <p:cNvPicPr preferRelativeResize="0"/>
            <p:nvPr/>
          </p:nvPicPr>
          <p:blipFill rotWithShape="1">
            <a:blip r:embed="rId4">
              <a:alphaModFix/>
            </a:blip>
            <a:srcRect/>
            <a:stretch/>
          </p:blipFill>
          <p:spPr>
            <a:xfrm>
              <a:off x="4857222" y="2376150"/>
              <a:ext cx="685800" cy="685800"/>
            </a:xfrm>
            <a:prstGeom prst="rect">
              <a:avLst/>
            </a:prstGeom>
            <a:noFill/>
            <a:ln>
              <a:noFill/>
            </a:ln>
          </p:spPr>
        </p:pic>
      </p:grpSp>
      <p:grpSp>
        <p:nvGrpSpPr>
          <p:cNvPr id="13" name="Group 12">
            <a:extLst>
              <a:ext uri="{FF2B5EF4-FFF2-40B4-BE49-F238E27FC236}">
                <a16:creationId xmlns:a16="http://schemas.microsoft.com/office/drawing/2014/main" id="{8B17FF38-FB3B-AE05-2E09-63D1AD5DCA28}"/>
              </a:ext>
            </a:extLst>
          </p:cNvPr>
          <p:cNvGrpSpPr/>
          <p:nvPr/>
        </p:nvGrpSpPr>
        <p:grpSpPr>
          <a:xfrm>
            <a:off x="265344" y="2853848"/>
            <a:ext cx="5760893" cy="1494064"/>
            <a:chOff x="148875" y="977333"/>
            <a:chExt cx="4320670" cy="1120548"/>
          </a:xfrm>
        </p:grpSpPr>
        <p:sp>
          <p:nvSpPr>
            <p:cNvPr id="417" name="Google Shape;417;g32789fbb2d8_0_389"/>
            <p:cNvSpPr/>
            <p:nvPr/>
          </p:nvSpPr>
          <p:spPr>
            <a:xfrm>
              <a:off x="1198235" y="1253012"/>
              <a:ext cx="3267750" cy="844638"/>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8" name="Google Shape;418;g32789fbb2d8_0_389"/>
            <p:cNvSpPr txBox="1"/>
            <p:nvPr/>
          </p:nvSpPr>
          <p:spPr>
            <a:xfrm>
              <a:off x="1177486" y="1452484"/>
              <a:ext cx="3267579"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change and adapt our existing business processes to fit to standard</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‘out of the box’ functionality.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 name="Google Shape;417;g32789fbb2d8_0_389">
              <a:extLst>
                <a:ext uri="{FF2B5EF4-FFF2-40B4-BE49-F238E27FC236}">
                  <a16:creationId xmlns:a16="http://schemas.microsoft.com/office/drawing/2014/main" id="{8D41AEF2-1070-0073-A19C-3DEBFCB3F678}"/>
                </a:ext>
              </a:extLst>
            </p:cNvPr>
            <p:cNvSpPr/>
            <p:nvPr/>
          </p:nvSpPr>
          <p:spPr>
            <a:xfrm>
              <a:off x="1204774" y="977333"/>
              <a:ext cx="326477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Fit to Standard</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419" name="Google Shape;419;g32789fbb2d8_0_389"/>
            <p:cNvSpPr/>
            <p:nvPr/>
          </p:nvSpPr>
          <p:spPr>
            <a:xfrm>
              <a:off x="148875" y="978056"/>
              <a:ext cx="1045800" cy="1119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2" name="Google Shape;432;g32789fbb2d8_0_389" descr="Continuous Improvement with solid fill"/>
            <p:cNvPicPr preferRelativeResize="0"/>
            <p:nvPr/>
          </p:nvPicPr>
          <p:blipFill rotWithShape="1">
            <a:blip r:embed="rId5">
              <a:alphaModFix/>
            </a:blip>
            <a:srcRect/>
            <a:stretch/>
          </p:blipFill>
          <p:spPr>
            <a:xfrm>
              <a:off x="228404" y="1115429"/>
              <a:ext cx="844856" cy="844856"/>
            </a:xfrm>
            <a:prstGeom prst="rect">
              <a:avLst/>
            </a:prstGeom>
            <a:noFill/>
            <a:ln>
              <a:noFill/>
            </a:ln>
          </p:spPr>
        </p:pic>
      </p:grpSp>
      <p:sp>
        <p:nvSpPr>
          <p:cNvPr id="7" name="Google Shape;417;g32789fbb2d8_0_389">
            <a:extLst>
              <a:ext uri="{FF2B5EF4-FFF2-40B4-BE49-F238E27FC236}">
                <a16:creationId xmlns:a16="http://schemas.microsoft.com/office/drawing/2014/main" id="{E908B7A6-2C7E-0E4F-24F6-146F9D47ABBB}"/>
              </a:ext>
            </a:extLst>
          </p:cNvPr>
          <p:cNvSpPr/>
          <p:nvPr/>
        </p:nvSpPr>
        <p:spPr>
          <a:xfrm>
            <a:off x="7666911" y="2844429"/>
            <a:ext cx="4329190" cy="482294"/>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Rationalize Applications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grpSp>
        <p:nvGrpSpPr>
          <p:cNvPr id="421" name="Google Shape;421;g32789fbb2d8_0_389"/>
          <p:cNvGrpSpPr/>
          <p:nvPr/>
        </p:nvGrpSpPr>
        <p:grpSpPr>
          <a:xfrm>
            <a:off x="7653078" y="2830813"/>
            <a:ext cx="4363265" cy="1525551"/>
            <a:chOff x="347967" y="4648260"/>
            <a:chExt cx="5145358" cy="1773900"/>
          </a:xfrm>
        </p:grpSpPr>
        <p:sp>
          <p:nvSpPr>
            <p:cNvPr id="422" name="Google Shape;422;g32789fbb2d8_0_389"/>
            <p:cNvSpPr txBox="1"/>
            <p:nvPr/>
          </p:nvSpPr>
          <p:spPr>
            <a:xfrm>
              <a:off x="347967" y="5411928"/>
              <a:ext cx="5137800" cy="85886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standardize and rationalize our applications</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 to control costs and reduce the complexity of our IT estate.</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3" name="Google Shape;423;g32789fbb2d8_0_389"/>
            <p:cNvSpPr/>
            <p:nvPr/>
          </p:nvSpPr>
          <p:spPr>
            <a:xfrm>
              <a:off x="355525" y="4648260"/>
              <a:ext cx="5137800" cy="177390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grpSp>
      <p:sp>
        <p:nvSpPr>
          <p:cNvPr id="424" name="Google Shape;424;g32789fbb2d8_0_389"/>
          <p:cNvSpPr/>
          <p:nvPr/>
        </p:nvSpPr>
        <p:spPr>
          <a:xfrm>
            <a:off x="6267763" y="2830872"/>
            <a:ext cx="1394400" cy="1525497"/>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3" name="Google Shape;433;g32789fbb2d8_0_389" descr="Money outline"/>
          <p:cNvPicPr preferRelativeResize="0"/>
          <p:nvPr/>
        </p:nvPicPr>
        <p:blipFill rotWithShape="1">
          <a:blip r:embed="rId6">
            <a:alphaModFix/>
          </a:blip>
          <a:srcRect/>
          <a:stretch/>
        </p:blipFill>
        <p:spPr>
          <a:xfrm>
            <a:off x="6479848" y="3136391"/>
            <a:ext cx="914400" cy="914398"/>
          </a:xfrm>
          <a:prstGeom prst="rect">
            <a:avLst/>
          </a:prstGeom>
          <a:noFill/>
          <a:ln>
            <a:noFill/>
          </a:ln>
        </p:spPr>
      </p:pic>
      <p:sp>
        <p:nvSpPr>
          <p:cNvPr id="427" name="Google Shape;427;g32789fbb2d8_0_389"/>
          <p:cNvSpPr/>
          <p:nvPr/>
        </p:nvSpPr>
        <p:spPr>
          <a:xfrm>
            <a:off x="7639921" y="1222976"/>
            <a:ext cx="4370466" cy="1493384"/>
          </a:xfrm>
          <a:prstGeom prst="rect">
            <a:avLst/>
          </a:prstGeom>
          <a:noFill/>
          <a:ln w="19050" cap="flat" cmpd="sng">
            <a:solidFill>
              <a:srgbClr val="007FBF"/>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28" name="Google Shape;428;g32789fbb2d8_0_389"/>
          <p:cNvSpPr txBox="1"/>
          <p:nvPr/>
        </p:nvSpPr>
        <p:spPr>
          <a:xfrm>
            <a:off x="7655878" y="1885987"/>
            <a:ext cx="4356854" cy="73862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adopt an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SAP first” strategy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with all financial and operational data housed within SAP. </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9" name="Google Shape;429;g32789fbb2d8_0_389"/>
          <p:cNvSpPr/>
          <p:nvPr/>
        </p:nvSpPr>
        <p:spPr>
          <a:xfrm>
            <a:off x="6245604" y="1222900"/>
            <a:ext cx="1394400" cy="1493363"/>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34" name="Google Shape;434;g32789fbb2d8_0_389"/>
          <p:cNvSpPr/>
          <p:nvPr/>
        </p:nvSpPr>
        <p:spPr>
          <a:xfrm>
            <a:off x="6333200" y="1314913"/>
            <a:ext cx="1200800" cy="1309200"/>
          </a:xfrm>
          <a:prstGeom prst="rect">
            <a:avLst/>
          </a:prstGeom>
          <a:solidFill>
            <a:schemeClr val="lt1"/>
          </a:solidFill>
          <a:ln>
            <a:noFill/>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000000"/>
              </a:solidFill>
              <a:effectLst/>
              <a:uLnTx/>
              <a:uFillTx/>
              <a:latin typeface="Nunito Sans Light"/>
              <a:ea typeface="Nunito Sans Light"/>
              <a:cs typeface="Nunito Sans Light"/>
              <a:sym typeface="Nunito Sans Light"/>
            </a:endParaRPr>
          </a:p>
        </p:txBody>
      </p:sp>
      <p:pic>
        <p:nvPicPr>
          <p:cNvPr id="435" name="Google Shape;435;g32789fbb2d8_0_389"/>
          <p:cNvPicPr preferRelativeResize="0"/>
          <p:nvPr/>
        </p:nvPicPr>
        <p:blipFill rotWithShape="1">
          <a:blip r:embed="rId7">
            <a:alphaModFix/>
          </a:blip>
          <a:srcRect/>
          <a:stretch/>
        </p:blipFill>
        <p:spPr>
          <a:xfrm>
            <a:off x="6455079" y="1732852"/>
            <a:ext cx="956853" cy="473284"/>
          </a:xfrm>
          <a:prstGeom prst="rect">
            <a:avLst/>
          </a:prstGeom>
          <a:noFill/>
          <a:ln>
            <a:noFill/>
          </a:ln>
        </p:spPr>
      </p:pic>
      <p:sp>
        <p:nvSpPr>
          <p:cNvPr id="5" name="Google Shape;417;g32789fbb2d8_0_389">
            <a:extLst>
              <a:ext uri="{FF2B5EF4-FFF2-40B4-BE49-F238E27FC236}">
                <a16:creationId xmlns:a16="http://schemas.microsoft.com/office/drawing/2014/main" id="{7C3A552F-1141-4B0A-0498-135B5978438F}"/>
              </a:ext>
            </a:extLst>
          </p:cNvPr>
          <p:cNvSpPr/>
          <p:nvPr/>
        </p:nvSpPr>
        <p:spPr>
          <a:xfrm>
            <a:off x="7653386" y="1236567"/>
            <a:ext cx="4357000" cy="48229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SAP First</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2" name="TextBox 1">
            <a:extLst>
              <a:ext uri="{FF2B5EF4-FFF2-40B4-BE49-F238E27FC236}">
                <a16:creationId xmlns:a16="http://schemas.microsoft.com/office/drawing/2014/main" id="{97AC717F-3571-D9A9-D060-149F7AABBC00}"/>
              </a:ext>
            </a:extLst>
          </p:cNvPr>
          <p:cNvSpPr txBox="1"/>
          <p:nvPr/>
        </p:nvSpPr>
        <p:spPr>
          <a:xfrm>
            <a:off x="254000" y="1236577"/>
            <a:ext cx="5724357" cy="132343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The goal of this project is to utilize standard Service Cloud V2 capabilities with minimal customizations.  We will strive to modify our processes to Fit-to-Standard SAP technology as much as possible. </a:t>
            </a:r>
            <a:endParaRPr lang="en-US" sz="1600" b="1" i="1"/>
          </a:p>
        </p:txBody>
      </p:sp>
    </p:spTree>
    <p:extLst>
      <p:ext uri="{BB962C8B-B14F-4D97-AF65-F5344CB8AC3E}">
        <p14:creationId xmlns:p14="http://schemas.microsoft.com/office/powerpoint/2010/main" val="1110191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E6A8-5C35-7351-DB79-97BFAAA225E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CC7DFAC-34D3-91D3-2C54-3811D96D4D08}"/>
              </a:ext>
            </a:extLst>
          </p:cNvPr>
          <p:cNvSpPr>
            <a:spLocks noGrp="1"/>
          </p:cNvSpPr>
          <p:nvPr>
            <p:ph type="body" sz="quarter" idx="4294967295"/>
          </p:nvPr>
        </p:nvSpPr>
        <p:spPr>
          <a:xfrm>
            <a:off x="425217" y="332997"/>
            <a:ext cx="7615238" cy="457200"/>
          </a:xfrm>
        </p:spPr>
        <p:txBody>
          <a:bodyPr vert="horz" lIns="0" tIns="45720" rIns="91440" bIns="0" rtlCol="0" anchor="b">
            <a:noAutofit/>
          </a:bodyPr>
          <a:lstStyle/>
          <a:p>
            <a:pPr>
              <a:lnSpc>
                <a:spcPct val="90000"/>
              </a:lnSpc>
              <a:spcBef>
                <a:spcPct val="0"/>
              </a:spcBef>
            </a:pPr>
            <a:r>
              <a:rPr lang="en-US" sz="3200" b="1">
                <a:solidFill>
                  <a:srgbClr val="94806E"/>
                </a:solidFill>
                <a:latin typeface="Montserrat"/>
                <a:ea typeface="+mj-ea"/>
                <a:cs typeface="+mj-cs"/>
              </a:rPr>
              <a:t>Workshop Agenda</a:t>
            </a:r>
            <a:endParaRPr lang="en-US" sz="3200" b="1">
              <a:solidFill>
                <a:srgbClr val="94806E"/>
              </a:solidFill>
              <a:ea typeface="+mj-ea"/>
              <a:cs typeface="+mj-cs"/>
            </a:endParaRPr>
          </a:p>
        </p:txBody>
      </p:sp>
      <p:sp>
        <p:nvSpPr>
          <p:cNvPr id="125" name="Text Placeholder 5">
            <a:extLst>
              <a:ext uri="{FF2B5EF4-FFF2-40B4-BE49-F238E27FC236}">
                <a16:creationId xmlns:a16="http://schemas.microsoft.com/office/drawing/2014/main" id="{84DDF3AB-9E71-B162-93B6-96C48461F019}"/>
              </a:ext>
            </a:extLst>
          </p:cNvPr>
          <p:cNvSpPr txBox="1">
            <a:spLocks/>
          </p:cNvSpPr>
          <p:nvPr/>
        </p:nvSpPr>
        <p:spPr>
          <a:xfrm>
            <a:off x="878971" y="952073"/>
            <a:ext cx="1105573" cy="194444"/>
          </a:xfrm>
          <a:prstGeom prst="rect">
            <a:avLst/>
          </a:prstGeom>
        </p:spPr>
        <p:txBody>
          <a:bodyPr lIns="0" tIns="0" rIns="0" bIns="0" anchor="b"/>
          <a:lstStyle>
            <a:lvl1pPr marL="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1pPr>
            <a:lvl2pPr marL="38862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2pPr>
            <a:lvl3pPr marL="77724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3pPr>
            <a:lvl4pPr marL="116586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4pPr>
            <a:lvl5pPr marL="155448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marR="0" lvl="0" indent="0" algn="l" defTabSz="647674"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US" sz="1200" b="0" i="0" u="none" strike="noStrike" kern="1200" cap="none" spc="250" normalizeH="0" baseline="0" noProof="0">
                <a:ln>
                  <a:noFill/>
                </a:ln>
                <a:solidFill>
                  <a:srgbClr val="000000">
                    <a:lumMod val="75000"/>
                    <a:lumOff val="25000"/>
                  </a:srgbClr>
                </a:solidFill>
                <a:effectLst/>
                <a:uLnTx/>
                <a:uFillTx/>
                <a:latin typeface="Montserrat" pitchFamily="2" charset="77"/>
                <a:ea typeface="+mn-ea"/>
                <a:cs typeface="+mn-cs"/>
              </a:rPr>
              <a:t>TOPIC</a:t>
            </a:r>
          </a:p>
        </p:txBody>
      </p:sp>
      <p:cxnSp>
        <p:nvCxnSpPr>
          <p:cNvPr id="142" name="Straight Connector 141">
            <a:extLst>
              <a:ext uri="{FF2B5EF4-FFF2-40B4-BE49-F238E27FC236}">
                <a16:creationId xmlns:a16="http://schemas.microsoft.com/office/drawing/2014/main" id="{CAF3347E-7396-B26D-772C-4D59FBA7AC07}"/>
              </a:ext>
            </a:extLst>
          </p:cNvPr>
          <p:cNvCxnSpPr>
            <a:cxnSpLocks/>
          </p:cNvCxnSpPr>
          <p:nvPr/>
        </p:nvCxnSpPr>
        <p:spPr>
          <a:xfrm>
            <a:off x="796190" y="1221248"/>
            <a:ext cx="10479474" cy="0"/>
          </a:xfrm>
          <a:prstGeom prst="line">
            <a:avLst/>
          </a:prstGeom>
          <a:noFill/>
          <a:ln w="38100" cap="flat" cmpd="sng" algn="ctr">
            <a:solidFill>
              <a:schemeClr val="tx2"/>
            </a:solidFill>
            <a:prstDash val="solid"/>
            <a:miter lim="800000"/>
          </a:ln>
          <a:effectLst/>
        </p:spPr>
      </p:cxnSp>
      <p:cxnSp>
        <p:nvCxnSpPr>
          <p:cNvPr id="143" name="Straight Connector 142">
            <a:extLst>
              <a:ext uri="{FF2B5EF4-FFF2-40B4-BE49-F238E27FC236}">
                <a16:creationId xmlns:a16="http://schemas.microsoft.com/office/drawing/2014/main" id="{B3A62A1C-E4DA-E643-660B-BB82D7B9774C}"/>
              </a:ext>
            </a:extLst>
          </p:cNvPr>
          <p:cNvCxnSpPr>
            <a:cxnSpLocks/>
          </p:cNvCxnSpPr>
          <p:nvPr/>
        </p:nvCxnSpPr>
        <p:spPr>
          <a:xfrm>
            <a:off x="744629" y="1656931"/>
            <a:ext cx="10489921" cy="0"/>
          </a:xfrm>
          <a:prstGeom prst="line">
            <a:avLst/>
          </a:prstGeom>
          <a:noFill/>
          <a:ln w="12700" cap="flat" cmpd="sng" algn="ctr">
            <a:solidFill>
              <a:schemeClr val="tx2"/>
            </a:solidFill>
            <a:prstDash val="solid"/>
            <a:miter lim="800000"/>
          </a:ln>
          <a:effectLst/>
        </p:spPr>
      </p:cxnSp>
      <p:cxnSp>
        <p:nvCxnSpPr>
          <p:cNvPr id="151" name="Straight Connector 150">
            <a:extLst>
              <a:ext uri="{FF2B5EF4-FFF2-40B4-BE49-F238E27FC236}">
                <a16:creationId xmlns:a16="http://schemas.microsoft.com/office/drawing/2014/main" id="{3F14BB83-26F6-F81B-257F-AB1BDE8BC505}"/>
              </a:ext>
            </a:extLst>
          </p:cNvPr>
          <p:cNvCxnSpPr>
            <a:cxnSpLocks/>
          </p:cNvCxnSpPr>
          <p:nvPr/>
        </p:nvCxnSpPr>
        <p:spPr>
          <a:xfrm>
            <a:off x="744629" y="4079099"/>
            <a:ext cx="10479474" cy="0"/>
          </a:xfrm>
          <a:prstGeom prst="line">
            <a:avLst/>
          </a:prstGeom>
          <a:noFill/>
          <a:ln w="12700" cap="flat" cmpd="sng" algn="ctr">
            <a:solidFill>
              <a:schemeClr val="tx2"/>
            </a:solidFill>
            <a:prstDash val="solid"/>
            <a:miter lim="800000"/>
          </a:ln>
          <a:effectLst/>
        </p:spPr>
      </p:cxnSp>
      <p:sp>
        <p:nvSpPr>
          <p:cNvPr id="4" name="Text Placeholder 7">
            <a:extLst>
              <a:ext uri="{FF2B5EF4-FFF2-40B4-BE49-F238E27FC236}">
                <a16:creationId xmlns:a16="http://schemas.microsoft.com/office/drawing/2014/main" id="{0754A7B2-5729-37BA-4CC5-BFF820B38880}"/>
              </a:ext>
            </a:extLst>
          </p:cNvPr>
          <p:cNvSpPr txBox="1">
            <a:spLocks/>
          </p:cNvSpPr>
          <p:nvPr/>
        </p:nvSpPr>
        <p:spPr>
          <a:xfrm>
            <a:off x="744629" y="16492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02</a:t>
            </a:r>
          </a:p>
        </p:txBody>
      </p:sp>
      <p:sp>
        <p:nvSpPr>
          <p:cNvPr id="7" name="Text Placeholder 11">
            <a:extLst>
              <a:ext uri="{FF2B5EF4-FFF2-40B4-BE49-F238E27FC236}">
                <a16:creationId xmlns:a16="http://schemas.microsoft.com/office/drawing/2014/main" id="{31E00338-5619-11A3-BAFF-7FB71EE17928}"/>
              </a:ext>
            </a:extLst>
          </p:cNvPr>
          <p:cNvSpPr txBox="1">
            <a:spLocks/>
          </p:cNvSpPr>
          <p:nvPr/>
        </p:nvSpPr>
        <p:spPr>
          <a:xfrm>
            <a:off x="744629" y="2459023"/>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04</a:t>
            </a:r>
          </a:p>
        </p:txBody>
      </p:sp>
      <p:sp>
        <p:nvSpPr>
          <p:cNvPr id="8" name="Text Placeholder 11">
            <a:extLst>
              <a:ext uri="{FF2B5EF4-FFF2-40B4-BE49-F238E27FC236}">
                <a16:creationId xmlns:a16="http://schemas.microsoft.com/office/drawing/2014/main" id="{D7CD0002-0816-D81E-8E98-17B201F8556D}"/>
              </a:ext>
            </a:extLst>
          </p:cNvPr>
          <p:cNvSpPr txBox="1">
            <a:spLocks/>
          </p:cNvSpPr>
          <p:nvPr/>
        </p:nvSpPr>
        <p:spPr>
          <a:xfrm>
            <a:off x="744629" y="2849353"/>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05</a:t>
            </a:r>
          </a:p>
        </p:txBody>
      </p:sp>
      <p:sp>
        <p:nvSpPr>
          <p:cNvPr id="9" name="Text Placeholder 7">
            <a:extLst>
              <a:ext uri="{FF2B5EF4-FFF2-40B4-BE49-F238E27FC236}">
                <a16:creationId xmlns:a16="http://schemas.microsoft.com/office/drawing/2014/main" id="{04ABBC89-EEC8-89D8-4B2B-F5F774610ECB}"/>
              </a:ext>
            </a:extLst>
          </p:cNvPr>
          <p:cNvSpPr txBox="1">
            <a:spLocks/>
          </p:cNvSpPr>
          <p:nvPr/>
        </p:nvSpPr>
        <p:spPr>
          <a:xfrm>
            <a:off x="744629" y="205990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03</a:t>
            </a:r>
          </a:p>
        </p:txBody>
      </p:sp>
      <p:sp>
        <p:nvSpPr>
          <p:cNvPr id="12" name="Text Placeholder 11">
            <a:extLst>
              <a:ext uri="{FF2B5EF4-FFF2-40B4-BE49-F238E27FC236}">
                <a16:creationId xmlns:a16="http://schemas.microsoft.com/office/drawing/2014/main" id="{4E5E7236-32C8-A033-8F10-76C1A5930AEA}"/>
              </a:ext>
            </a:extLst>
          </p:cNvPr>
          <p:cNvSpPr txBox="1">
            <a:spLocks/>
          </p:cNvSpPr>
          <p:nvPr/>
        </p:nvSpPr>
        <p:spPr>
          <a:xfrm>
            <a:off x="744629" y="325453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06</a:t>
            </a:r>
          </a:p>
        </p:txBody>
      </p:sp>
      <p:sp>
        <p:nvSpPr>
          <p:cNvPr id="15" name="Text Placeholder 10">
            <a:extLst>
              <a:ext uri="{FF2B5EF4-FFF2-40B4-BE49-F238E27FC236}">
                <a16:creationId xmlns:a16="http://schemas.microsoft.com/office/drawing/2014/main" id="{69207E7A-871B-C1C3-99AF-A6AB696537D6}"/>
              </a:ext>
            </a:extLst>
          </p:cNvPr>
          <p:cNvSpPr txBox="1">
            <a:spLocks/>
          </p:cNvSpPr>
          <p:nvPr/>
        </p:nvSpPr>
        <p:spPr>
          <a:xfrm>
            <a:off x="744629" y="1244026"/>
            <a:ext cx="720783"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01</a:t>
            </a:r>
          </a:p>
        </p:txBody>
      </p:sp>
      <p:cxnSp>
        <p:nvCxnSpPr>
          <p:cNvPr id="22" name="Straight Connector 21">
            <a:extLst>
              <a:ext uri="{FF2B5EF4-FFF2-40B4-BE49-F238E27FC236}">
                <a16:creationId xmlns:a16="http://schemas.microsoft.com/office/drawing/2014/main" id="{0799B157-D785-0E02-B067-81348AF53B7D}"/>
              </a:ext>
            </a:extLst>
          </p:cNvPr>
          <p:cNvCxnSpPr>
            <a:cxnSpLocks/>
          </p:cNvCxnSpPr>
          <p:nvPr/>
        </p:nvCxnSpPr>
        <p:spPr>
          <a:xfrm flipV="1">
            <a:off x="744647" y="2452260"/>
            <a:ext cx="10479474" cy="5855"/>
          </a:xfrm>
          <a:prstGeom prst="line">
            <a:avLst/>
          </a:prstGeom>
          <a:noFill/>
          <a:ln w="12700" cap="flat" cmpd="sng" algn="ctr">
            <a:solidFill>
              <a:schemeClr val="tx2"/>
            </a:solidFill>
            <a:prstDash val="solid"/>
            <a:miter lim="800000"/>
          </a:ln>
          <a:effectLst/>
        </p:spPr>
      </p:cxnSp>
      <p:cxnSp>
        <p:nvCxnSpPr>
          <p:cNvPr id="23" name="Straight Connector 22">
            <a:extLst>
              <a:ext uri="{FF2B5EF4-FFF2-40B4-BE49-F238E27FC236}">
                <a16:creationId xmlns:a16="http://schemas.microsoft.com/office/drawing/2014/main" id="{4C43B979-0628-FFA5-3D81-2A6A3E21E52F}"/>
              </a:ext>
            </a:extLst>
          </p:cNvPr>
          <p:cNvCxnSpPr>
            <a:cxnSpLocks/>
          </p:cNvCxnSpPr>
          <p:nvPr/>
        </p:nvCxnSpPr>
        <p:spPr>
          <a:xfrm>
            <a:off x="744629" y="3268728"/>
            <a:ext cx="10479474" cy="0"/>
          </a:xfrm>
          <a:prstGeom prst="line">
            <a:avLst/>
          </a:prstGeom>
          <a:noFill/>
          <a:ln w="12700" cap="flat" cmpd="sng" algn="ctr">
            <a:solidFill>
              <a:schemeClr val="tx2"/>
            </a:solidFill>
            <a:prstDash val="solid"/>
            <a:miter lim="800000"/>
          </a:ln>
          <a:effectLst/>
        </p:spPr>
      </p:cxnSp>
      <p:cxnSp>
        <p:nvCxnSpPr>
          <p:cNvPr id="25" name="Straight Connector 24">
            <a:extLst>
              <a:ext uri="{FF2B5EF4-FFF2-40B4-BE49-F238E27FC236}">
                <a16:creationId xmlns:a16="http://schemas.microsoft.com/office/drawing/2014/main" id="{95DD4D7D-C580-3745-9E64-E7C176966FB6}"/>
              </a:ext>
            </a:extLst>
          </p:cNvPr>
          <p:cNvCxnSpPr>
            <a:cxnSpLocks/>
          </p:cNvCxnSpPr>
          <p:nvPr/>
        </p:nvCxnSpPr>
        <p:spPr>
          <a:xfrm>
            <a:off x="744629" y="3673913"/>
            <a:ext cx="10479474" cy="0"/>
          </a:xfrm>
          <a:prstGeom prst="line">
            <a:avLst/>
          </a:prstGeom>
          <a:noFill/>
          <a:ln w="12700" cap="flat" cmpd="sng" algn="ctr">
            <a:solidFill>
              <a:schemeClr val="tx2"/>
            </a:solidFill>
            <a:prstDash val="solid"/>
            <a:miter lim="800000"/>
          </a:ln>
          <a:effectLst/>
        </p:spPr>
      </p:cxnSp>
      <p:cxnSp>
        <p:nvCxnSpPr>
          <p:cNvPr id="33" name="Straight Connector 32">
            <a:extLst>
              <a:ext uri="{FF2B5EF4-FFF2-40B4-BE49-F238E27FC236}">
                <a16:creationId xmlns:a16="http://schemas.microsoft.com/office/drawing/2014/main" id="{829CAA55-934B-FEA2-EA64-6A32CCB94014}"/>
              </a:ext>
            </a:extLst>
          </p:cNvPr>
          <p:cNvCxnSpPr>
            <a:cxnSpLocks/>
          </p:cNvCxnSpPr>
          <p:nvPr/>
        </p:nvCxnSpPr>
        <p:spPr>
          <a:xfrm flipV="1">
            <a:off x="744647" y="2863542"/>
            <a:ext cx="10479474" cy="5855"/>
          </a:xfrm>
          <a:prstGeom prst="line">
            <a:avLst/>
          </a:prstGeom>
          <a:noFill/>
          <a:ln w="12700" cap="flat" cmpd="sng" algn="ctr">
            <a:solidFill>
              <a:schemeClr val="tx2"/>
            </a:solidFill>
            <a:prstDash val="solid"/>
            <a:miter lim="800000"/>
          </a:ln>
          <a:effectLst/>
        </p:spPr>
      </p:cxnSp>
      <p:sp>
        <p:nvSpPr>
          <p:cNvPr id="14" name="TextBox 2">
            <a:extLst>
              <a:ext uri="{FF2B5EF4-FFF2-40B4-BE49-F238E27FC236}">
                <a16:creationId xmlns:a16="http://schemas.microsoft.com/office/drawing/2014/main" id="{1A3158E1-7695-0C81-4A14-28927869505A}"/>
              </a:ext>
            </a:extLst>
          </p:cNvPr>
          <p:cNvSpPr txBox="1"/>
          <p:nvPr/>
        </p:nvSpPr>
        <p:spPr>
          <a:xfrm>
            <a:off x="1146100" y="1150296"/>
            <a:ext cx="10739400" cy="378501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dirty="0"/>
              <a:t>Scope, Purpose, Objective</a:t>
            </a:r>
          </a:p>
          <a:p>
            <a:pPr>
              <a:lnSpc>
                <a:spcPct val="150000"/>
              </a:lnSpc>
            </a:pPr>
            <a:r>
              <a:rPr lang="en-US" dirty="0"/>
              <a:t>(L3) </a:t>
            </a:r>
            <a:r>
              <a:rPr lang="en-US" dirty="0">
                <a:ea typeface="+mn-lt"/>
                <a:cs typeface="+mn-lt"/>
              </a:rPr>
              <a:t>Manage Cases</a:t>
            </a:r>
          </a:p>
          <a:p>
            <a:pPr>
              <a:lnSpc>
                <a:spcPct val="150000"/>
              </a:lnSpc>
            </a:pPr>
            <a:r>
              <a:rPr lang="en-US" b="1" dirty="0">
                <a:solidFill>
                  <a:schemeClr val="accent2"/>
                </a:solidFill>
                <a:ea typeface="+mn-lt"/>
                <a:cs typeface="+mn-lt"/>
              </a:rPr>
              <a:t>BREAK – 10 Mins</a:t>
            </a:r>
            <a:endParaRPr lang="en-US" dirty="0"/>
          </a:p>
          <a:p>
            <a:pPr>
              <a:lnSpc>
                <a:spcPct val="150000"/>
              </a:lnSpc>
            </a:pPr>
            <a:r>
              <a:rPr lang="en-US"/>
              <a:t>(L3) Manage Cases (cont.)</a:t>
            </a:r>
          </a:p>
          <a:p>
            <a:pPr>
              <a:lnSpc>
                <a:spcPct val="150000"/>
              </a:lnSpc>
            </a:pPr>
            <a:r>
              <a:rPr lang="en-US" dirty="0"/>
              <a:t>Future State Assumptions</a:t>
            </a:r>
          </a:p>
          <a:p>
            <a:pPr>
              <a:lnSpc>
                <a:spcPct val="150000"/>
              </a:lnSpc>
            </a:pPr>
            <a:r>
              <a:rPr lang="en-US" dirty="0"/>
              <a:t>FRICE-W</a:t>
            </a:r>
          </a:p>
          <a:p>
            <a:pPr>
              <a:lnSpc>
                <a:spcPct val="150000"/>
              </a:lnSpc>
            </a:pPr>
            <a:r>
              <a:rPr lang="en-US" dirty="0"/>
              <a:t>Drafted User Stories</a:t>
            </a:r>
          </a:p>
          <a:p>
            <a:pPr>
              <a:lnSpc>
                <a:spcPct val="150000"/>
              </a:lnSpc>
            </a:pPr>
            <a:r>
              <a:rPr lang="en-US" dirty="0"/>
              <a:t>Data Migration</a:t>
            </a:r>
          </a:p>
          <a:p>
            <a:pPr>
              <a:lnSpc>
                <a:spcPct val="150000"/>
              </a:lnSpc>
            </a:pPr>
            <a:r>
              <a:rPr lang="en-US" dirty="0"/>
              <a:t>Decisions, Action Items, Change Impacts, Wrap-Up, and Next Steps</a:t>
            </a:r>
          </a:p>
        </p:txBody>
      </p:sp>
      <p:cxnSp>
        <p:nvCxnSpPr>
          <p:cNvPr id="17" name="Straight Connector 16">
            <a:extLst>
              <a:ext uri="{FF2B5EF4-FFF2-40B4-BE49-F238E27FC236}">
                <a16:creationId xmlns:a16="http://schemas.microsoft.com/office/drawing/2014/main" id="{23CE3659-5291-DEDD-2F76-4488BBA28AFA}"/>
              </a:ext>
            </a:extLst>
          </p:cNvPr>
          <p:cNvCxnSpPr>
            <a:cxnSpLocks/>
          </p:cNvCxnSpPr>
          <p:nvPr/>
        </p:nvCxnSpPr>
        <p:spPr>
          <a:xfrm>
            <a:off x="744629" y="4484284"/>
            <a:ext cx="10479474" cy="0"/>
          </a:xfrm>
          <a:prstGeom prst="line">
            <a:avLst/>
          </a:prstGeom>
          <a:noFill/>
          <a:ln w="12700" cap="flat" cmpd="sng" algn="ctr">
            <a:solidFill>
              <a:schemeClr val="tx2"/>
            </a:solidFill>
            <a:prstDash val="solid"/>
            <a:miter lim="800000"/>
          </a:ln>
          <a:effectLst/>
        </p:spPr>
      </p:cxnSp>
      <p:sp>
        <p:nvSpPr>
          <p:cNvPr id="20" name="Text Placeholder 11">
            <a:extLst>
              <a:ext uri="{FF2B5EF4-FFF2-40B4-BE49-F238E27FC236}">
                <a16:creationId xmlns:a16="http://schemas.microsoft.com/office/drawing/2014/main" id="{E37498B5-50A6-1993-F4E6-D125CEC4558D}"/>
              </a:ext>
            </a:extLst>
          </p:cNvPr>
          <p:cNvSpPr txBox="1">
            <a:spLocks/>
          </p:cNvSpPr>
          <p:nvPr/>
        </p:nvSpPr>
        <p:spPr>
          <a:xfrm>
            <a:off x="744629" y="3659725"/>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07</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2" name="Text Placeholder 11">
            <a:extLst>
              <a:ext uri="{FF2B5EF4-FFF2-40B4-BE49-F238E27FC236}">
                <a16:creationId xmlns:a16="http://schemas.microsoft.com/office/drawing/2014/main" id="{440C7EC6-DBBB-DA51-BFFF-8CA5BC63AD30}"/>
              </a:ext>
            </a:extLst>
          </p:cNvPr>
          <p:cNvSpPr txBox="1">
            <a:spLocks/>
          </p:cNvSpPr>
          <p:nvPr/>
        </p:nvSpPr>
        <p:spPr>
          <a:xfrm>
            <a:off x="744629" y="4064910"/>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08</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5" name="Text Placeholder 11">
            <a:extLst>
              <a:ext uri="{FF2B5EF4-FFF2-40B4-BE49-F238E27FC236}">
                <a16:creationId xmlns:a16="http://schemas.microsoft.com/office/drawing/2014/main" id="{190299F6-71FD-C862-BBAE-0A1B505E3A82}"/>
              </a:ext>
            </a:extLst>
          </p:cNvPr>
          <p:cNvSpPr txBox="1">
            <a:spLocks/>
          </p:cNvSpPr>
          <p:nvPr/>
        </p:nvSpPr>
        <p:spPr>
          <a:xfrm>
            <a:off x="744629" y="4499034"/>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09</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cxnSp>
        <p:nvCxnSpPr>
          <p:cNvPr id="16" name="Straight Connector 15">
            <a:extLst>
              <a:ext uri="{FF2B5EF4-FFF2-40B4-BE49-F238E27FC236}">
                <a16:creationId xmlns:a16="http://schemas.microsoft.com/office/drawing/2014/main" id="{28733F61-66C7-18F4-6938-676D88C48CC5}"/>
              </a:ext>
            </a:extLst>
          </p:cNvPr>
          <p:cNvCxnSpPr>
            <a:cxnSpLocks/>
          </p:cNvCxnSpPr>
          <p:nvPr/>
        </p:nvCxnSpPr>
        <p:spPr>
          <a:xfrm>
            <a:off x="744629" y="4883374"/>
            <a:ext cx="10479474" cy="0"/>
          </a:xfrm>
          <a:prstGeom prst="line">
            <a:avLst/>
          </a:prstGeom>
          <a:noFill/>
          <a:ln w="12700" cap="flat" cmpd="sng" algn="ctr">
            <a:solidFill>
              <a:schemeClr val="tx2"/>
            </a:solidFill>
            <a:prstDash val="solid"/>
            <a:miter lim="800000"/>
          </a:ln>
          <a:effectLst/>
        </p:spPr>
      </p:cxnSp>
      <p:cxnSp>
        <p:nvCxnSpPr>
          <p:cNvPr id="27" name="Straight Connector 26">
            <a:extLst>
              <a:ext uri="{FF2B5EF4-FFF2-40B4-BE49-F238E27FC236}">
                <a16:creationId xmlns:a16="http://schemas.microsoft.com/office/drawing/2014/main" id="{BF47A323-8294-0E08-D343-EAD02302621C}"/>
              </a:ext>
            </a:extLst>
          </p:cNvPr>
          <p:cNvCxnSpPr>
            <a:cxnSpLocks/>
          </p:cNvCxnSpPr>
          <p:nvPr/>
        </p:nvCxnSpPr>
        <p:spPr>
          <a:xfrm>
            <a:off x="721009" y="2050718"/>
            <a:ext cx="10479474" cy="0"/>
          </a:xfrm>
          <a:prstGeom prst="line">
            <a:avLst/>
          </a:prstGeom>
          <a:noFill/>
          <a:ln w="12700" cap="flat" cmpd="sng" algn="ctr">
            <a:solidFill>
              <a:schemeClr val="tx2"/>
            </a:solidFill>
            <a:prstDash val="solid"/>
            <a:miter lim="800000"/>
          </a:ln>
          <a:effectLst/>
        </p:spPr>
      </p:cxnSp>
    </p:spTree>
    <p:extLst>
      <p:ext uri="{BB962C8B-B14F-4D97-AF65-F5344CB8AC3E}">
        <p14:creationId xmlns:p14="http://schemas.microsoft.com/office/powerpoint/2010/main" val="4293065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10831690" cy="1887074"/>
          </a:xfrm>
        </p:spPr>
        <p:txBody>
          <a:bodyPr/>
          <a:lstStyle/>
          <a:p>
            <a:r>
              <a:rPr lang="en-US" sz="4250" b="1">
                <a:latin typeface="Montserrat"/>
              </a:rPr>
              <a:t>01</a:t>
            </a:r>
            <a:r>
              <a:rPr lang="en-US" sz="4250">
                <a:latin typeface="Montserrat"/>
              </a:rPr>
              <a:t> Scope, Purpose, Objective</a:t>
            </a:r>
            <a:br>
              <a:rPr lang="en-GB" sz="4400"/>
            </a:br>
            <a:br>
              <a:rPr lang="en-CA" sz="4400"/>
            </a:br>
            <a:endParaRPr lang="en-US"/>
          </a:p>
        </p:txBody>
      </p:sp>
    </p:spTree>
    <p:extLst>
      <p:ext uri="{BB962C8B-B14F-4D97-AF65-F5344CB8AC3E}">
        <p14:creationId xmlns:p14="http://schemas.microsoft.com/office/powerpoint/2010/main" val="122581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26BE-82DC-C3E0-175A-3A300D93E637}"/>
              </a:ext>
            </a:extLst>
          </p:cNvPr>
          <p:cNvSpPr>
            <a:spLocks noGrp="1"/>
          </p:cNvSpPr>
          <p:nvPr>
            <p:ph type="title"/>
          </p:nvPr>
        </p:nvSpPr>
        <p:spPr>
          <a:xfrm>
            <a:off x="247840" y="272224"/>
            <a:ext cx="11375136" cy="609600"/>
          </a:xfrm>
        </p:spPr>
        <p:txBody>
          <a:bodyPr>
            <a:normAutofit/>
          </a:bodyPr>
          <a:lstStyle/>
          <a:p>
            <a:r>
              <a:rPr lang="en-US">
                <a:latin typeface="Montserrat"/>
              </a:rPr>
              <a:t>Scope, Purpose, Objectives</a:t>
            </a:r>
            <a:endParaRPr lang="en-US"/>
          </a:p>
        </p:txBody>
      </p:sp>
      <p:sp>
        <p:nvSpPr>
          <p:cNvPr id="1055" name="Rectangle 1054">
            <a:extLst>
              <a:ext uri="{FF2B5EF4-FFF2-40B4-BE49-F238E27FC236}">
                <a16:creationId xmlns:a16="http://schemas.microsoft.com/office/drawing/2014/main" id="{741648DD-4218-4BE8-7835-E2FEC3AD90A5}"/>
              </a:ext>
            </a:extLst>
          </p:cNvPr>
          <p:cNvSpPr/>
          <p:nvPr/>
        </p:nvSpPr>
        <p:spPr>
          <a:xfrm>
            <a:off x="668741" y="1709382"/>
            <a:ext cx="3324971"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4" name="Rectangle 1063">
            <a:extLst>
              <a:ext uri="{FF2B5EF4-FFF2-40B4-BE49-F238E27FC236}">
                <a16:creationId xmlns:a16="http://schemas.microsoft.com/office/drawing/2014/main" id="{8B61822E-C6DD-3567-E7D0-EB09E981B1A4}"/>
              </a:ext>
            </a:extLst>
          </p:cNvPr>
          <p:cNvSpPr/>
          <p:nvPr/>
        </p:nvSpPr>
        <p:spPr>
          <a:xfrm>
            <a:off x="4433248" y="1720754"/>
            <a:ext cx="3313065"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5" name="Rectangle 1064">
            <a:extLst>
              <a:ext uri="{FF2B5EF4-FFF2-40B4-BE49-F238E27FC236}">
                <a16:creationId xmlns:a16="http://schemas.microsoft.com/office/drawing/2014/main" id="{62FBCF2D-842F-77C1-E421-560EFB911469}"/>
              </a:ext>
            </a:extLst>
          </p:cNvPr>
          <p:cNvSpPr/>
          <p:nvPr/>
        </p:nvSpPr>
        <p:spPr>
          <a:xfrm>
            <a:off x="8288740" y="1720753"/>
            <a:ext cx="3336877" cy="421474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6" name="Rectangle 1065">
            <a:extLst>
              <a:ext uri="{FF2B5EF4-FFF2-40B4-BE49-F238E27FC236}">
                <a16:creationId xmlns:a16="http://schemas.microsoft.com/office/drawing/2014/main" id="{F7AC8526-0BC0-5086-C656-0FB2FF4449F2}"/>
              </a:ext>
            </a:extLst>
          </p:cNvPr>
          <p:cNvSpPr/>
          <p:nvPr/>
        </p:nvSpPr>
        <p:spPr>
          <a:xfrm>
            <a:off x="663765" y="1101629"/>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8" name="Rectangle 1067">
            <a:extLst>
              <a:ext uri="{FF2B5EF4-FFF2-40B4-BE49-F238E27FC236}">
                <a16:creationId xmlns:a16="http://schemas.microsoft.com/office/drawing/2014/main" id="{A89469BA-CFF6-D096-4A3C-61901337270E}"/>
              </a:ext>
            </a:extLst>
          </p:cNvPr>
          <p:cNvSpPr/>
          <p:nvPr/>
        </p:nvSpPr>
        <p:spPr>
          <a:xfrm>
            <a:off x="4428272" y="1101628"/>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9" name="Rectangle 1068">
            <a:extLst>
              <a:ext uri="{FF2B5EF4-FFF2-40B4-BE49-F238E27FC236}">
                <a16:creationId xmlns:a16="http://schemas.microsoft.com/office/drawing/2014/main" id="{7D1D11F0-635C-A5D2-ABC6-26B771A1B782}"/>
              </a:ext>
            </a:extLst>
          </p:cNvPr>
          <p:cNvSpPr/>
          <p:nvPr/>
        </p:nvSpPr>
        <p:spPr>
          <a:xfrm>
            <a:off x="8343295" y="1101627"/>
            <a:ext cx="3277880"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70" name="TextBox 1069">
            <a:extLst>
              <a:ext uri="{FF2B5EF4-FFF2-40B4-BE49-F238E27FC236}">
                <a16:creationId xmlns:a16="http://schemas.microsoft.com/office/drawing/2014/main" id="{3488D4D5-5CD8-4795-9990-CE0CF387E5E3}"/>
              </a:ext>
            </a:extLst>
          </p:cNvPr>
          <p:cNvSpPr txBox="1"/>
          <p:nvPr/>
        </p:nvSpPr>
        <p:spPr>
          <a:xfrm>
            <a:off x="113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Scope</a:t>
            </a:r>
          </a:p>
          <a:p>
            <a:endParaRPr lang="en-US" sz="1000">
              <a:latin typeface="Montserrat" pitchFamily="2" charset="77"/>
            </a:endParaRPr>
          </a:p>
          <a:p>
            <a:endParaRPr lang="en-US" sz="1000">
              <a:latin typeface="Montserrat" pitchFamily="2" charset="77"/>
            </a:endParaRPr>
          </a:p>
        </p:txBody>
      </p:sp>
      <p:sp>
        <p:nvSpPr>
          <p:cNvPr id="3" name="TextBox 2">
            <a:extLst>
              <a:ext uri="{FF2B5EF4-FFF2-40B4-BE49-F238E27FC236}">
                <a16:creationId xmlns:a16="http://schemas.microsoft.com/office/drawing/2014/main" id="{D31735DA-84BE-BABC-7597-E1E0AC846AEA}"/>
              </a:ext>
            </a:extLst>
          </p:cNvPr>
          <p:cNvSpPr txBox="1"/>
          <p:nvPr/>
        </p:nvSpPr>
        <p:spPr>
          <a:xfrm>
            <a:off x="4906329"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Purpose</a:t>
            </a:r>
          </a:p>
          <a:p>
            <a:endParaRPr lang="en-US" sz="1000">
              <a:latin typeface="Montserrat" pitchFamily="2" charset="77"/>
            </a:endParaRPr>
          </a:p>
          <a:p>
            <a:endParaRPr lang="en-US" sz="1000">
              <a:latin typeface="Montserrat" pitchFamily="2" charset="77"/>
            </a:endParaRPr>
          </a:p>
        </p:txBody>
      </p:sp>
      <p:sp>
        <p:nvSpPr>
          <p:cNvPr id="4" name="TextBox 3">
            <a:extLst>
              <a:ext uri="{FF2B5EF4-FFF2-40B4-BE49-F238E27FC236}">
                <a16:creationId xmlns:a16="http://schemas.microsoft.com/office/drawing/2014/main" id="{EB274CF1-E679-4FA2-4961-699915B99E26}"/>
              </a:ext>
            </a:extLst>
          </p:cNvPr>
          <p:cNvSpPr txBox="1"/>
          <p:nvPr/>
        </p:nvSpPr>
        <p:spPr>
          <a:xfrm>
            <a:off x="875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Objective</a:t>
            </a:r>
          </a:p>
          <a:p>
            <a:endParaRPr lang="en-US" sz="1000">
              <a:latin typeface="Montserrat" pitchFamily="2" charset="77"/>
            </a:endParaRPr>
          </a:p>
          <a:p>
            <a:endParaRPr lang="en-US" sz="1000">
              <a:latin typeface="Montserrat" pitchFamily="2" charset="77"/>
            </a:endParaRPr>
          </a:p>
        </p:txBody>
      </p:sp>
      <p:sp>
        <p:nvSpPr>
          <p:cNvPr id="5" name="TextBox 4">
            <a:extLst>
              <a:ext uri="{FF2B5EF4-FFF2-40B4-BE49-F238E27FC236}">
                <a16:creationId xmlns:a16="http://schemas.microsoft.com/office/drawing/2014/main" id="{2A0B2ECB-81D5-58D2-6118-D4651F04DC2A}"/>
              </a:ext>
            </a:extLst>
          </p:cNvPr>
          <p:cNvSpPr txBox="1"/>
          <p:nvPr/>
        </p:nvSpPr>
        <p:spPr>
          <a:xfrm>
            <a:off x="804175" y="1806066"/>
            <a:ext cx="3040854"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1"/>
                </a:solidFill>
                <a:latin typeface="Montserrat"/>
                <a:ea typeface="+mj-ea"/>
                <a:cs typeface="+mj-cs"/>
              </a:rPr>
              <a:t>Scope of this document covers the to-be state </a:t>
            </a:r>
            <a:r>
              <a:rPr lang="en-US" sz="1600">
                <a:solidFill>
                  <a:schemeClr val="bg1"/>
                </a:solidFill>
                <a:latin typeface="Montserrat"/>
                <a:ea typeface="+mj-ea"/>
                <a:cs typeface="+mj-cs"/>
              </a:rPr>
              <a:t>for the Handle Case Management processes </a:t>
            </a:r>
            <a:r>
              <a:rPr lang="en-US" sz="1600" dirty="0">
                <a:solidFill>
                  <a:schemeClr val="bg1"/>
                </a:solidFill>
                <a:latin typeface="Montserrat"/>
                <a:ea typeface="+mj-ea"/>
                <a:cs typeface="+mj-cs"/>
              </a:rPr>
              <a:t>between SAP Service Cloud v2 and SAP S4HANA</a:t>
            </a:r>
            <a:r>
              <a:rPr lang="en-US" sz="1600" dirty="0">
                <a:solidFill>
                  <a:srgbClr val="1866AE"/>
                </a:solidFill>
                <a:latin typeface="Montserrat"/>
                <a:ea typeface="+mj-ea"/>
                <a:cs typeface="+mj-cs"/>
              </a:rPr>
              <a:t>er</a:t>
            </a:r>
          </a:p>
        </p:txBody>
      </p:sp>
      <p:sp>
        <p:nvSpPr>
          <p:cNvPr id="6" name="TextBox 5">
            <a:extLst>
              <a:ext uri="{FF2B5EF4-FFF2-40B4-BE49-F238E27FC236}">
                <a16:creationId xmlns:a16="http://schemas.microsoft.com/office/drawing/2014/main" id="{830222EA-B48B-A73B-8B97-C9D2C354B0CD}"/>
              </a:ext>
            </a:extLst>
          </p:cNvPr>
          <p:cNvSpPr txBox="1"/>
          <p:nvPr/>
        </p:nvSpPr>
        <p:spPr>
          <a:xfrm>
            <a:off x="4561049" y="1801867"/>
            <a:ext cx="3044942" cy="89255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1"/>
                </a:solidFill>
                <a:latin typeface="Montserrat"/>
                <a:ea typeface="+mj-ea"/>
                <a:cs typeface="+mj-cs"/>
              </a:rPr>
              <a:t>Describe the process of Handle </a:t>
            </a:r>
            <a:r>
              <a:rPr lang="en-US" sz="1600">
                <a:solidFill>
                  <a:schemeClr val="bg1"/>
                </a:solidFill>
                <a:latin typeface="Montserrat"/>
                <a:ea typeface="+mj-ea"/>
                <a:cs typeface="+mj-cs"/>
              </a:rPr>
              <a:t>Case </a:t>
            </a:r>
            <a:r>
              <a:rPr lang="en-US" sz="1600" dirty="0">
                <a:solidFill>
                  <a:schemeClr val="bg1"/>
                </a:solidFill>
                <a:latin typeface="Montserrat"/>
                <a:ea typeface="+mj-ea"/>
                <a:cs typeface="+mj-cs"/>
              </a:rPr>
              <a:t>Management</a:t>
            </a:r>
            <a:endParaRPr lang="en-US" sz="1600" dirty="0">
              <a:solidFill>
                <a:schemeClr val="bg1"/>
              </a:solidFill>
              <a:ea typeface="+mj-ea"/>
              <a:cs typeface="+mj-cs"/>
            </a:endParaRPr>
          </a:p>
          <a:p>
            <a:endParaRPr lang="en-US" sz="1000">
              <a:latin typeface="Montserrat" pitchFamily="2" charset="77"/>
            </a:endParaRPr>
          </a:p>
          <a:p>
            <a:endParaRPr lang="en-US" sz="1000">
              <a:latin typeface="Montserrat" pitchFamily="2" charset="77"/>
            </a:endParaRPr>
          </a:p>
        </p:txBody>
      </p:sp>
      <p:sp>
        <p:nvSpPr>
          <p:cNvPr id="7" name="TextBox 6">
            <a:extLst>
              <a:ext uri="{FF2B5EF4-FFF2-40B4-BE49-F238E27FC236}">
                <a16:creationId xmlns:a16="http://schemas.microsoft.com/office/drawing/2014/main" id="{B67A8F84-D62C-19BE-A519-41A2E08899EA}"/>
              </a:ext>
            </a:extLst>
          </p:cNvPr>
          <p:cNvSpPr txBox="1"/>
          <p:nvPr/>
        </p:nvSpPr>
        <p:spPr>
          <a:xfrm>
            <a:off x="8418673" y="1801867"/>
            <a:ext cx="3128285" cy="4462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Montserrat"/>
                <a:ea typeface="+mj-ea"/>
                <a:cs typeface="+mj-cs"/>
              </a:rPr>
              <a:t>Offer a holistic view of all the key elements of the to-be process including organization/roles, configuration or customization if needed, data, reporting, security, and controls requirements. </a:t>
            </a:r>
            <a:endParaRPr lang="en-US">
              <a:solidFill>
                <a:schemeClr val="bg1"/>
              </a:solidFill>
              <a:latin typeface="Montserrat"/>
              <a:ea typeface="+mj-ea"/>
              <a:cs typeface="+mj-cs"/>
            </a:endParaRPr>
          </a:p>
          <a:p>
            <a:pPr marL="285750" indent="-285750">
              <a:buFont typeface="Arial"/>
              <a:buChar char="•"/>
            </a:pPr>
            <a:r>
              <a:rPr lang="en-US" sz="1600">
                <a:solidFill>
                  <a:schemeClr val="bg1"/>
                </a:solidFill>
                <a:latin typeface="Montserrat"/>
                <a:ea typeface="+mj-ea"/>
                <a:cs typeface="+mj-cs"/>
              </a:rPr>
              <a:t>Define the target-state ownership and L3 processes. </a:t>
            </a:r>
            <a:endParaRPr lang="en-US">
              <a:solidFill>
                <a:schemeClr val="bg1"/>
              </a:solidFill>
            </a:endParaRPr>
          </a:p>
          <a:p>
            <a:pPr marL="285750" indent="-285750">
              <a:buFont typeface="Arial"/>
              <a:buChar char="•"/>
            </a:pPr>
            <a:r>
              <a:rPr lang="en-US" sz="1600">
                <a:solidFill>
                  <a:schemeClr val="bg1"/>
                </a:solidFill>
                <a:latin typeface="Montserrat"/>
                <a:ea typeface="+mj-ea"/>
                <a:cs typeface="+mj-cs"/>
              </a:rPr>
              <a:t>Document key assumptions/decisions and outline any FRICE-W's and reports. </a:t>
            </a:r>
            <a:endParaRPr lang="en-US">
              <a:solidFill>
                <a:schemeClr val="bg1"/>
              </a:solidFill>
              <a:ea typeface="+mj-ea"/>
              <a:cs typeface="+mj-cs"/>
            </a:endParaRPr>
          </a:p>
          <a:p>
            <a:endParaRPr lang="en-US">
              <a:solidFill>
                <a:schemeClr val="bg1"/>
              </a:solidFill>
              <a:latin typeface="Montserrat"/>
              <a:ea typeface="+mj-ea"/>
              <a:cs typeface="+mj-cs"/>
            </a:endParaRPr>
          </a:p>
          <a:p>
            <a:endParaRPr lang="en-US" sz="1000">
              <a:latin typeface="Montserrat" pitchFamily="2" charset="77"/>
            </a:endParaRPr>
          </a:p>
        </p:txBody>
      </p:sp>
    </p:spTree>
    <p:extLst>
      <p:ext uri="{BB962C8B-B14F-4D97-AF65-F5344CB8AC3E}">
        <p14:creationId xmlns:p14="http://schemas.microsoft.com/office/powerpoint/2010/main" val="1808544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06D9-97D5-976B-6B7D-37ADA9651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F46CD-1144-6554-DF58-B2D391AF65F8}"/>
              </a:ext>
            </a:extLst>
          </p:cNvPr>
          <p:cNvSpPr>
            <a:spLocks noGrp="1"/>
          </p:cNvSpPr>
          <p:nvPr>
            <p:ph type="title"/>
          </p:nvPr>
        </p:nvSpPr>
        <p:spPr/>
        <p:txBody>
          <a:bodyPr/>
          <a:lstStyle/>
          <a:p>
            <a:r>
              <a:rPr lang="en-US" sz="2800" b="1">
                <a:latin typeface="Montserrat"/>
              </a:rPr>
              <a:t>Ownership</a:t>
            </a:r>
            <a:endParaRPr lang="en-US"/>
          </a:p>
        </p:txBody>
      </p:sp>
      <p:sp>
        <p:nvSpPr>
          <p:cNvPr id="8" name="Text Placeholder 5">
            <a:extLst>
              <a:ext uri="{FF2B5EF4-FFF2-40B4-BE49-F238E27FC236}">
                <a16:creationId xmlns:a16="http://schemas.microsoft.com/office/drawing/2014/main" id="{F068F04F-6DFB-171B-FC7A-BD61AE783CD5}"/>
              </a:ext>
            </a:extLst>
          </p:cNvPr>
          <p:cNvSpPr txBox="1">
            <a:spLocks/>
          </p:cNvSpPr>
          <p:nvPr/>
        </p:nvSpPr>
        <p:spPr>
          <a:xfrm>
            <a:off x="535657" y="4756766"/>
            <a:ext cx="3749040" cy="1585049"/>
          </a:xfrm>
          <a:prstGeom prst="rect">
            <a:avLst/>
          </a:prstGeom>
          <a:no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91440" tIns="45720" rIns="91440" bIns="4572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1200" i="0" u="none" strike="noStrike" cap="none" spc="0" normalizeH="0" baseline="0">
                <a:ln>
                  <a:noFill/>
                </a:ln>
                <a:solidFill>
                  <a:srgbClr val="000000"/>
                </a:solidFill>
                <a:effectLst/>
                <a:uFillTx/>
                <a:latin typeface="Montserrat"/>
              </a:defRPr>
            </a:defPPr>
            <a:lvl1pPr>
              <a:spcAft>
                <a:spcPts val="1200"/>
              </a:spcAft>
              <a:defRPr sz="1200">
                <a:solidFill>
                  <a:schemeClr val="accent1"/>
                </a:solidFill>
                <a:latin typeface="Montserrat"/>
              </a:defRPr>
            </a:lvl1pPr>
            <a:lvl2pPr marL="233363" indent="-233363" defTabSz="580412" eaLnBrk="1" hangingPunct="1">
              <a:lnSpc>
                <a:spcPct val="110000"/>
              </a:lnSpc>
              <a:spcAft>
                <a:spcPts val="200"/>
              </a:spcAft>
              <a:buSzPct val="100000"/>
              <a:buChar char="–"/>
              <a:defRPr sz="1200">
                <a:solidFill>
                  <a:schemeClr val="tx1"/>
                </a:solidFill>
                <a:latin typeface="Montserrat"/>
                <a:ea typeface="+mj-ea"/>
                <a:cs typeface="+mj-cs"/>
              </a:defRPr>
            </a:lvl2pPr>
            <a:lvl3pPr marL="457200" indent="-223838" defTabSz="580412" eaLnBrk="1" hangingPunct="1">
              <a:lnSpc>
                <a:spcPct val="110000"/>
              </a:lnSpc>
              <a:spcAft>
                <a:spcPts val="200"/>
              </a:spcAft>
              <a:buSzPct val="100000"/>
              <a:buChar char="•"/>
              <a:defRPr sz="1200">
                <a:solidFill>
                  <a:schemeClr val="tx1"/>
                </a:solidFill>
                <a:latin typeface="Montserrat"/>
                <a:ea typeface="+mj-ea"/>
                <a:cs typeface="+mj-cs"/>
              </a:defRPr>
            </a:lvl3pPr>
            <a:lvl4pPr marL="690563" indent="-233363" defTabSz="580412" eaLnBrk="1" hangingPunct="1">
              <a:lnSpc>
                <a:spcPct val="110000"/>
              </a:lnSpc>
              <a:spcAft>
                <a:spcPts val="200"/>
              </a:spcAft>
              <a:buSzPct val="100000"/>
              <a:buChar char="–"/>
              <a:defRPr sz="1200">
                <a:solidFill>
                  <a:schemeClr val="tx1"/>
                </a:solidFill>
                <a:latin typeface="Montserrat"/>
                <a:ea typeface="+mj-ea"/>
                <a:cs typeface="+mj-cs"/>
              </a:defRPr>
            </a:lvl4pPr>
            <a:lvl5pPr marL="914400" indent="-223838" defTabSz="580412" eaLnBrk="1" hangingPunct="1">
              <a:lnSpc>
                <a:spcPct val="110000"/>
              </a:lnSpc>
              <a:spcAft>
                <a:spcPts val="200"/>
              </a:spcAft>
              <a:buSzPct val="100000"/>
              <a:buFont typeface="Arial" panose="020B0604020202020204" pitchFamily="34" charset="0"/>
              <a:buChar char="•"/>
              <a:defRPr sz="1200">
                <a:solidFill>
                  <a:schemeClr val="tx1"/>
                </a:solidFill>
                <a:latin typeface="Montserrat"/>
                <a:ea typeface="+mj-ea"/>
                <a:cs typeface="+mj-cs"/>
              </a:defRPr>
            </a:lvl5pPr>
            <a:lvl6pPr marL="921162" indent="-194427" defTabSz="1218712" eaLnBrk="1" hangingPunct="1">
              <a:spcBef>
                <a:spcPts val="1450"/>
              </a:spcBef>
              <a:buSzPct val="100000"/>
              <a:buChar char="»"/>
              <a:defRPr sz="1200">
                <a:latin typeface="Montserrat"/>
                <a:ea typeface="+mj-ea"/>
                <a:cs typeface="+mj-cs"/>
              </a:defRPr>
            </a:lvl6pPr>
            <a:lvl7pPr marL="1102374" indent="-194427" defTabSz="1218712" eaLnBrk="1" hangingPunct="1">
              <a:spcBef>
                <a:spcPts val="1450"/>
              </a:spcBef>
              <a:buSzPct val="100000"/>
              <a:buChar char="»"/>
              <a:defRPr sz="1200">
                <a:latin typeface="Montserrat"/>
                <a:ea typeface="+mj-ea"/>
                <a:cs typeface="+mj-cs"/>
              </a:defRPr>
            </a:lvl7pPr>
            <a:lvl8pPr marL="1283586" indent="-194427" defTabSz="1218712" eaLnBrk="1" hangingPunct="1">
              <a:spcBef>
                <a:spcPts val="1450"/>
              </a:spcBef>
              <a:buSzPct val="100000"/>
              <a:buChar char="»"/>
              <a:defRPr sz="1200">
                <a:latin typeface="Montserrat"/>
                <a:ea typeface="+mj-ea"/>
                <a:cs typeface="+mj-cs"/>
              </a:defRPr>
            </a:lvl8pPr>
            <a:lvl9pPr marL="1464798" indent="-194427" defTabSz="1218712" eaLnBrk="1" hangingPunct="1">
              <a:spcBef>
                <a:spcPts val="1450"/>
              </a:spcBef>
              <a:buSzPct val="100000"/>
              <a:buChar char="»"/>
              <a:defRPr sz="1200">
                <a:latin typeface="Montserrat"/>
                <a:ea typeface="+mj-ea"/>
                <a:cs typeface="+mj-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WORKSHOP FACILITATION </a:t>
            </a:r>
          </a:p>
          <a:p>
            <a:pPr marL="285750" indent="-285750">
              <a:spcAft>
                <a:spcPts val="600"/>
              </a:spcAft>
              <a:buFont typeface="Arial" panose="020B0604020202020204" pitchFamily="34" charset="0"/>
              <a:buChar char="•"/>
              <a:defRPr sz="1200">
                <a:latin typeface="Montserrat"/>
              </a:defRPr>
            </a:pPr>
            <a:r>
              <a:rPr kumimoji="0" lang="en-US" sz="1200" i="0" u="none" strike="noStrike" kern="1200" cap="none" spc="0" normalizeH="0" baseline="0" noProof="0">
                <a:ln>
                  <a:noFill/>
                </a:ln>
                <a:solidFill>
                  <a:srgbClr val="000000"/>
                </a:solidFill>
                <a:effectLst/>
                <a:uLnTx/>
                <a:uFillTx/>
              </a:rPr>
              <a:t>Facilitator</a:t>
            </a:r>
            <a:r>
              <a:rPr kumimoji="0" lang="en-US" sz="1200" b="1" i="0" u="none" strike="noStrike" kern="1200" cap="none" spc="0" normalizeH="0" baseline="0" noProof="0">
                <a:ln>
                  <a:noFill/>
                </a:ln>
                <a:solidFill>
                  <a:srgbClr val="000000"/>
                </a:solidFill>
                <a:effectLst/>
                <a:uLnTx/>
                <a:uFillTx/>
              </a:rPr>
              <a:t>: </a:t>
            </a:r>
            <a:r>
              <a:rPr lang="en-US" b="1">
                <a:solidFill>
                  <a:srgbClr val="000000"/>
                </a:solidFill>
              </a:rPr>
              <a:t>Jose</a:t>
            </a:r>
            <a:r>
              <a:rPr kumimoji="0" lang="en-US" sz="1200" b="1" i="0" u="none" strike="noStrike" kern="1200" cap="none" spc="0" normalizeH="0" baseline="0" noProof="0">
                <a:ln>
                  <a:noFill/>
                </a:ln>
                <a:solidFill>
                  <a:srgbClr val="000000"/>
                </a:solidFill>
                <a:effectLst/>
                <a:uLnTx/>
                <a:uFillTx/>
              </a:rPr>
              <a:t> Diaz</a:t>
            </a:r>
            <a:r>
              <a:rPr lang="en-US" b="1">
                <a:solidFill>
                  <a:srgbClr val="000000"/>
                </a:solidFill>
              </a:rPr>
              <a:t>, Mohanta Das</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r>
              <a:rPr kumimoji="0" lang="en-US" sz="1200" i="0" u="none" strike="noStrike" kern="1200" cap="none" spc="0" normalizeH="0" baseline="0" noProof="0">
                <a:ln>
                  <a:noFill/>
                </a:ln>
                <a:solidFill>
                  <a:srgbClr val="000000"/>
                </a:solidFill>
                <a:effectLst/>
                <a:uLnTx/>
                <a:uFillTx/>
              </a:rPr>
              <a:t>IBM Scribe: </a:t>
            </a:r>
            <a:r>
              <a:rPr lang="en-US" sz="1200" b="1">
                <a:solidFill>
                  <a:srgbClr val="000000"/>
                </a:solidFill>
              </a:rPr>
              <a:t>Taylor </a:t>
            </a:r>
            <a:r>
              <a:rPr lang="en-US" sz="1200" b="1" err="1">
                <a:solidFill>
                  <a:srgbClr val="000000"/>
                </a:solidFill>
              </a:rPr>
              <a:t>Ilov</a:t>
            </a:r>
            <a:endParaRPr lang="en-US" sz="1200" b="1">
              <a:solidFill>
                <a:srgbClr val="000000"/>
              </a:solidFill>
            </a:endParaRPr>
          </a:p>
          <a:p>
            <a:pPr marL="285750" indent="-285750">
              <a:spcAft>
                <a:spcPts val="600"/>
              </a:spcAft>
              <a:buFont typeface="Arial" panose="020B0604020202020204" pitchFamily="34" charset="0"/>
              <a:buChar char="•"/>
              <a:defRPr sz="1200">
                <a:latin typeface="Montserrat"/>
              </a:defRPr>
            </a:pPr>
            <a:r>
              <a:rPr kumimoji="0" lang="en-US" sz="1200" i="0" u="none" strike="noStrike" kern="1200" cap="none" spc="0" normalizeH="0" baseline="0" noProof="0">
                <a:ln>
                  <a:noFill/>
                </a:ln>
                <a:solidFill>
                  <a:srgbClr val="000000"/>
                </a:solidFill>
                <a:effectLst/>
                <a:uLnTx/>
                <a:uFillTx/>
              </a:rPr>
              <a:t>Change Impacts: </a:t>
            </a:r>
            <a:r>
              <a:rPr lang="en-US">
                <a:solidFill>
                  <a:srgbClr val="000000"/>
                </a:solidFill>
              </a:rPr>
              <a:t>J</a:t>
            </a:r>
            <a:r>
              <a:rPr lang="en-US" b="1">
                <a:solidFill>
                  <a:srgbClr val="000000"/>
                </a:solidFill>
              </a:rPr>
              <a:t>ulie</a:t>
            </a:r>
            <a:r>
              <a:rPr kumimoji="0" lang="en-US" sz="1200" b="1" i="0" u="none" strike="noStrike" kern="1200" cap="none" spc="0" normalizeH="0" baseline="0" noProof="0">
                <a:ln>
                  <a:noFill/>
                </a:ln>
                <a:solidFill>
                  <a:srgbClr val="000000"/>
                </a:solidFill>
                <a:effectLst/>
                <a:uLnTx/>
                <a:uFillTx/>
              </a:rPr>
              <a:t> </a:t>
            </a:r>
            <a:r>
              <a:rPr kumimoji="0" lang="en-US" sz="1200" b="1" i="0" u="none" strike="noStrike" kern="1200" cap="none" spc="0" normalizeH="0" baseline="0" noProof="0" err="1">
                <a:ln>
                  <a:noFill/>
                </a:ln>
                <a:solidFill>
                  <a:srgbClr val="000000"/>
                </a:solidFill>
                <a:effectLst/>
                <a:uLnTx/>
                <a:uFillTx/>
              </a:rPr>
              <a:t>Vandblarcum</a:t>
            </a:r>
            <a:r>
              <a:rPr lang="en-US" b="1">
                <a:solidFill>
                  <a:srgbClr val="000000"/>
                </a:solidFill>
              </a:rPr>
              <a:t>,</a:t>
            </a:r>
            <a:r>
              <a:rPr lang="en-US">
                <a:solidFill>
                  <a:srgbClr val="000000"/>
                </a:solidFill>
              </a:rPr>
              <a:t> </a:t>
            </a:r>
            <a:r>
              <a:rPr lang="en-US" b="1">
                <a:solidFill>
                  <a:srgbClr val="000000"/>
                </a:solidFill>
              </a:rPr>
              <a:t>Olivia Shen</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endParaRPr kumimoji="0" lang="en-US" sz="12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3" name="TextBox 2">
            <a:extLst>
              <a:ext uri="{FF2B5EF4-FFF2-40B4-BE49-F238E27FC236}">
                <a16:creationId xmlns:a16="http://schemas.microsoft.com/office/drawing/2014/main" id="{58573676-BFE1-83AA-90C9-0699928A0949}"/>
              </a:ext>
            </a:extLst>
          </p:cNvPr>
          <p:cNvSpPr txBox="1"/>
          <p:nvPr/>
        </p:nvSpPr>
        <p:spPr>
          <a:xfrm>
            <a:off x="4298472" y="4756766"/>
            <a:ext cx="2482339" cy="143116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CE PARTICIPANTS</a:t>
            </a:r>
          </a:p>
          <a:p>
            <a:pPr marL="285750" indent="-285750">
              <a:buFont typeface="Arial"/>
              <a:buChar char="•"/>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Global Process Owner: </a:t>
            </a:r>
            <a:br>
              <a:rPr lang="en-US" dirty="0"/>
            </a:br>
            <a:r>
              <a:rPr lang="en-US" sz="1200" b="1">
                <a:solidFill>
                  <a:srgbClr val="000000"/>
                </a:solidFill>
                <a:latin typeface="Montserrat"/>
              </a:rPr>
              <a:t>Stephanie Koczenasz, Melissa Howe</a:t>
            </a:r>
            <a:endParaRPr lang="en-US" sz="1200"/>
          </a:p>
          <a:p>
            <a:pPr marL="285750" marR="0" lvl="0" indent="-285750" algn="l" defTabSz="914400" rtl="0" eaLnBrk="1" fontAlgn="auto" latinLnBrk="0" hangingPunct="1">
              <a:lnSpc>
                <a:spcPct val="100000"/>
              </a:lnSpc>
              <a:spcBef>
                <a:spcPts val="0"/>
              </a:spcBef>
              <a:spcAft>
                <a:spcPts val="600"/>
              </a:spcAft>
              <a:buClrTx/>
              <a:buSzTx/>
              <a:buFont typeface="Arial,Sans-Serif"/>
              <a:buChar char="•"/>
              <a:tabLst/>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SMEs </a:t>
            </a:r>
            <a:r>
              <a:rPr kumimoji="0" lang="en-US" sz="1200" i="0" u="none" strike="noStrike" kern="1200" cap="none" spc="0" normalizeH="0" baseline="0" noProof="0" dirty="0">
                <a:ln>
                  <a:noFill/>
                </a:ln>
                <a:solidFill>
                  <a:srgbClr val="0067A4"/>
                </a:solidFill>
                <a:effectLst/>
                <a:uLnTx/>
                <a:uFillTx/>
                <a:latin typeface="Montserrat"/>
              </a:rPr>
              <a:t> </a:t>
            </a:r>
            <a:endParaRPr lang="en-US" sz="1200" i="0" u="none" strike="noStrike" kern="1200" cap="none" spc="0" normalizeH="0" baseline="0" noProof="0" dirty="0">
              <a:ln>
                <a:noFill/>
              </a:ln>
              <a:solidFill>
                <a:srgbClr val="0067A4"/>
              </a:solidFill>
              <a:effectLst/>
              <a:uLnTx/>
              <a:uFillTx/>
              <a:latin typeface="Montserrat"/>
            </a:endParaRPr>
          </a:p>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dirty="0">
                <a:ln>
                  <a:noFill/>
                </a:ln>
                <a:solidFill>
                  <a:srgbClr val="0067A4"/>
                </a:solidFill>
                <a:effectLst/>
                <a:uLnTx/>
                <a:uFillTx/>
                <a:latin typeface="Montserrat"/>
              </a:rPr>
              <a:t> </a:t>
            </a:r>
            <a:endParaRPr lang="en-US" sz="1200" i="0" u="none" strike="noStrike" kern="1200" cap="none" spc="0" normalizeH="0" baseline="0" noProof="0" dirty="0">
              <a:ln>
                <a:noFill/>
              </a:ln>
              <a:solidFill>
                <a:srgbClr val="0067A4"/>
              </a:solidFill>
              <a:effectLst/>
              <a:uLnTx/>
              <a:uFillTx/>
              <a:latin typeface="Montserrat"/>
            </a:endParaRPr>
          </a:p>
        </p:txBody>
      </p:sp>
      <p:graphicFrame>
        <p:nvGraphicFramePr>
          <p:cNvPr id="11" name="Table 10">
            <a:extLst>
              <a:ext uri="{FF2B5EF4-FFF2-40B4-BE49-F238E27FC236}">
                <a16:creationId xmlns:a16="http://schemas.microsoft.com/office/drawing/2014/main" id="{17F055A7-BB2E-3BF1-B0E5-02D3240DD088}"/>
              </a:ext>
            </a:extLst>
          </p:cNvPr>
          <p:cNvGraphicFramePr>
            <a:graphicFrameLocks noGrp="1"/>
          </p:cNvGraphicFramePr>
          <p:nvPr>
            <p:extLst>
              <p:ext uri="{D42A27DB-BD31-4B8C-83A1-F6EECF244321}">
                <p14:modId xmlns:p14="http://schemas.microsoft.com/office/powerpoint/2010/main" val="1408191848"/>
              </p:ext>
            </p:extLst>
          </p:nvPr>
        </p:nvGraphicFramePr>
        <p:xfrm>
          <a:off x="420567" y="1240385"/>
          <a:ext cx="11599853" cy="2407920"/>
        </p:xfrm>
        <a:graphic>
          <a:graphicData uri="http://schemas.openxmlformats.org/drawingml/2006/table">
            <a:tbl>
              <a:tblPr firstRow="1" bandRow="1">
                <a:tableStyleId>{5C22544A-7EE6-4342-B048-85BDC9FD1C3A}</a:tableStyleId>
              </a:tblPr>
              <a:tblGrid>
                <a:gridCol w="1780032">
                  <a:extLst>
                    <a:ext uri="{9D8B030D-6E8A-4147-A177-3AD203B41FA5}">
                      <a16:colId xmlns:a16="http://schemas.microsoft.com/office/drawing/2014/main" val="1046793142"/>
                    </a:ext>
                  </a:extLst>
                </a:gridCol>
                <a:gridCol w="1072893">
                  <a:extLst>
                    <a:ext uri="{9D8B030D-6E8A-4147-A177-3AD203B41FA5}">
                      <a16:colId xmlns:a16="http://schemas.microsoft.com/office/drawing/2014/main" val="1451434593"/>
                    </a:ext>
                  </a:extLst>
                </a:gridCol>
                <a:gridCol w="1743454">
                  <a:extLst>
                    <a:ext uri="{9D8B030D-6E8A-4147-A177-3AD203B41FA5}">
                      <a16:colId xmlns:a16="http://schemas.microsoft.com/office/drawing/2014/main" val="4290049925"/>
                    </a:ext>
                  </a:extLst>
                </a:gridCol>
                <a:gridCol w="2426208">
                  <a:extLst>
                    <a:ext uri="{9D8B030D-6E8A-4147-A177-3AD203B41FA5}">
                      <a16:colId xmlns:a16="http://schemas.microsoft.com/office/drawing/2014/main" val="3896140478"/>
                    </a:ext>
                  </a:extLst>
                </a:gridCol>
                <a:gridCol w="1353312">
                  <a:extLst>
                    <a:ext uri="{9D8B030D-6E8A-4147-A177-3AD203B41FA5}">
                      <a16:colId xmlns:a16="http://schemas.microsoft.com/office/drawing/2014/main" val="578382920"/>
                    </a:ext>
                  </a:extLst>
                </a:gridCol>
                <a:gridCol w="1950720">
                  <a:extLst>
                    <a:ext uri="{9D8B030D-6E8A-4147-A177-3AD203B41FA5}">
                      <a16:colId xmlns:a16="http://schemas.microsoft.com/office/drawing/2014/main" val="2744401575"/>
                    </a:ext>
                  </a:extLst>
                </a:gridCol>
                <a:gridCol w="1273234">
                  <a:extLst>
                    <a:ext uri="{9D8B030D-6E8A-4147-A177-3AD203B41FA5}">
                      <a16:colId xmlns:a16="http://schemas.microsoft.com/office/drawing/2014/main" val="2844718432"/>
                    </a:ext>
                  </a:extLst>
                </a:gridCol>
              </a:tblGrid>
              <a:tr h="398063">
                <a:tc>
                  <a:txBody>
                    <a:bodyPr/>
                    <a:lstStyle/>
                    <a:p>
                      <a:pPr algn="l" fontAlgn="base">
                        <a:lnSpc>
                          <a:spcPts val="1650"/>
                        </a:lnSpc>
                        <a:buNone/>
                      </a:pPr>
                      <a:r>
                        <a:rPr lang="en-US" sz="1400" b="1" i="0">
                          <a:solidFill>
                            <a:srgbClr val="FFFFFF"/>
                          </a:solidFill>
                          <a:effectLst/>
                          <a:latin typeface="Montserrat"/>
                        </a:rPr>
                        <a:t>Workshop/PDD </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1</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2</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3</a:t>
                      </a:r>
                      <a:endParaRPr lang="en-US" sz="1400" b="1">
                        <a:solidFill>
                          <a:srgbClr val="231F20"/>
                        </a:solidFill>
                        <a:effectLst/>
                        <a:latin typeface="Montserrat"/>
                      </a:endParaRPr>
                    </a:p>
                  </a:txBody>
                  <a:tcPr anchor="ctr"/>
                </a:tc>
                <a:tc>
                  <a:txBody>
                    <a:bodyPr/>
                    <a:lstStyle/>
                    <a:p>
                      <a:pPr lvl="0" algn="l">
                        <a:buNone/>
                      </a:pPr>
                      <a:r>
                        <a:rPr lang="en-US" sz="1400"/>
                        <a:t>Teams Impacted</a:t>
                      </a:r>
                    </a:p>
                  </a:txBody>
                  <a:tcPr anchor="ctr"/>
                </a:tc>
                <a:tc>
                  <a:txBody>
                    <a:bodyPr/>
                    <a:lstStyle/>
                    <a:p>
                      <a:pPr lvl="0" algn="l">
                        <a:buNone/>
                      </a:pPr>
                      <a:r>
                        <a:rPr lang="en-US" sz="1400"/>
                        <a:t>Business Process Owner</a:t>
                      </a:r>
                    </a:p>
                  </a:txBody>
                  <a:tcPr anchor="ctr"/>
                </a:tc>
                <a:tc>
                  <a:txBody>
                    <a:bodyPr/>
                    <a:lstStyle/>
                    <a:p>
                      <a:pPr lvl="0" algn="l">
                        <a:buNone/>
                      </a:pPr>
                      <a:r>
                        <a:rPr lang="en-US" sz="1400"/>
                        <a:t>Reviewer</a:t>
                      </a:r>
                    </a:p>
                  </a:txBody>
                  <a:tcPr anchor="ctr"/>
                </a:tc>
                <a:extLst>
                  <a:ext uri="{0D108BD9-81ED-4DB2-BD59-A6C34878D82A}">
                    <a16:rowId xmlns:a16="http://schemas.microsoft.com/office/drawing/2014/main" val="2713717236"/>
                  </a:ext>
                </a:extLst>
              </a:tr>
              <a:tr h="772713">
                <a:tc rowSpan="2">
                  <a:txBody>
                    <a:bodyPr/>
                    <a:lstStyle/>
                    <a:p>
                      <a:pPr marL="0" marR="0" lvl="0" indent="0" algn="l" rtl="0">
                        <a:lnSpc>
                          <a:spcPts val="1650"/>
                        </a:lnSpc>
                        <a:spcBef>
                          <a:spcPts val="0"/>
                        </a:spcBef>
                        <a:spcAft>
                          <a:spcPts val="0"/>
                        </a:spcAft>
                        <a:buClrTx/>
                        <a:buSzTx/>
                        <a:buFontTx/>
                        <a:buNone/>
                      </a:pPr>
                      <a:r>
                        <a:rPr lang="en-US" sz="1400" b="0" i="0">
                          <a:solidFill>
                            <a:srgbClr val="000000"/>
                          </a:solidFill>
                          <a:effectLst/>
                          <a:latin typeface="Montserrat"/>
                        </a:rPr>
                        <a:t>20.0 A-1 Handle Case Management</a:t>
                      </a:r>
                      <a:endParaRPr lang="en-US"/>
                    </a:p>
                  </a:txBody>
                  <a:tcPr anchor="ctr"/>
                </a:tc>
                <a:tc rowSpan="2">
                  <a:txBody>
                    <a:bodyPr/>
                    <a:lstStyle/>
                    <a:p>
                      <a:pPr marL="0" marR="0" lvl="0" indent="0" algn="l" rtl="0">
                        <a:lnSpc>
                          <a:spcPts val="1650"/>
                        </a:lnSpc>
                        <a:spcBef>
                          <a:spcPts val="0"/>
                        </a:spcBef>
                        <a:spcAft>
                          <a:spcPts val="0"/>
                        </a:spcAft>
                        <a:buClrTx/>
                        <a:buSzTx/>
                        <a:buFontTx/>
                        <a:buNone/>
                      </a:pPr>
                      <a:r>
                        <a:rPr lang="en-US" sz="1400" i="0">
                          <a:solidFill>
                            <a:srgbClr val="000000"/>
                          </a:solidFill>
                          <a:effectLst/>
                          <a:latin typeface="Montserrat"/>
                        </a:rPr>
                        <a:t>Manage Customer Service</a:t>
                      </a:r>
                      <a:endParaRPr lang="en-US" sz="1400">
                        <a:solidFill>
                          <a:srgbClr val="231F20"/>
                        </a:solidFill>
                        <a:effectLst/>
                        <a:latin typeface="Montserrat"/>
                      </a:endParaRPr>
                    </a:p>
                  </a:txBody>
                  <a:tcPr anchor="ctr"/>
                </a:tc>
                <a:tc rowSpan="2">
                  <a:txBody>
                    <a:bodyPr/>
                    <a:lstStyle/>
                    <a:p>
                      <a:pPr marL="0" marR="0" lvl="0" indent="0" algn="l">
                        <a:lnSpc>
                          <a:spcPts val="1650"/>
                        </a:lnSpc>
                        <a:spcBef>
                          <a:spcPts val="0"/>
                        </a:spcBef>
                        <a:spcAft>
                          <a:spcPts val="0"/>
                        </a:spcAft>
                        <a:buNone/>
                      </a:pPr>
                      <a:r>
                        <a:rPr lang="en-US" sz="1400" b="1" i="0">
                          <a:solidFill>
                            <a:srgbClr val="000000"/>
                          </a:solidFill>
                          <a:effectLst/>
                          <a:latin typeface="Montserrat"/>
                        </a:rPr>
                        <a:t>Handle Case Management</a:t>
                      </a:r>
                    </a:p>
                  </a:txBody>
                  <a:tcPr anchor="ctr"/>
                </a:tc>
                <a:tc>
                  <a:txBody>
                    <a:bodyPr/>
                    <a:lstStyle/>
                    <a:p>
                      <a:pPr fontAlgn="base">
                        <a:lnSpc>
                          <a:spcPts val="1650"/>
                        </a:lnSpc>
                        <a:buNone/>
                      </a:pPr>
                      <a:r>
                        <a:rPr lang="en-US" sz="1400" b="1">
                          <a:solidFill>
                            <a:srgbClr val="000000"/>
                          </a:solidFill>
                          <a:effectLst/>
                        </a:rPr>
                        <a:t>20.1 Manage Cases</a:t>
                      </a:r>
                      <a:endParaRPr lang="en-US" sz="1400" b="1">
                        <a:solidFill>
                          <a:srgbClr val="231F20"/>
                        </a:solidFill>
                        <a:effectLst/>
                        <a:latin typeface="Montserrat"/>
                      </a:endParaRPr>
                    </a:p>
                  </a:txBody>
                  <a:tcPr marL="9525" marR="9525" marT="9525" anchor="ctr"/>
                </a:tc>
                <a:tc>
                  <a:txBody>
                    <a:bodyPr/>
                    <a:lstStyle/>
                    <a:p>
                      <a:pPr lvl="0">
                        <a:buNone/>
                      </a:pPr>
                      <a:r>
                        <a:rPr lang="en-US" sz="1400" b="0"/>
                        <a:t>Customer</a:t>
                      </a:r>
                    </a:p>
                  </a:txBody>
                  <a:tcPr/>
                </a:tc>
                <a:tc>
                  <a:txBody>
                    <a:bodyPr/>
                    <a:lstStyle/>
                    <a:p>
                      <a:pPr lvl="0" algn="l">
                        <a:lnSpc>
                          <a:spcPct val="100000"/>
                        </a:lnSpc>
                        <a:spcBef>
                          <a:spcPts val="0"/>
                        </a:spcBef>
                        <a:spcAft>
                          <a:spcPts val="0"/>
                        </a:spcAft>
                        <a:buNone/>
                      </a:pPr>
                      <a:r>
                        <a:rPr lang="en-US" sz="1400" b="1"/>
                        <a:t>Stephanie Koczenasz, </a:t>
                      </a:r>
                      <a:r>
                        <a:rPr lang="en-US" sz="1400" b="1" i="0" u="none" strike="noStrike" noProof="0">
                          <a:latin typeface="Montserrat"/>
                        </a:rPr>
                        <a:t>Melissa</a:t>
                      </a:r>
                      <a:endParaRPr lang="en-US" b="1"/>
                    </a:p>
                    <a:p>
                      <a:pPr lvl="0">
                        <a:buNone/>
                      </a:pPr>
                      <a:r>
                        <a:rPr lang="en-US" sz="1400" b="1" i="0" u="none" strike="noStrike" noProof="0">
                          <a:latin typeface="Montserrat"/>
                        </a:rPr>
                        <a:t>Howe</a:t>
                      </a:r>
                    </a:p>
                  </a:txBody>
                  <a:tcPr/>
                </a:tc>
                <a:tc>
                  <a:txBody>
                    <a:bodyPr/>
                    <a:lstStyle/>
                    <a:p>
                      <a:pPr lvl="0">
                        <a:buNone/>
                      </a:pPr>
                      <a:r>
                        <a:rPr lang="en-US" sz="1400" b="0" i="0" u="none" strike="noStrike" noProof="0">
                          <a:solidFill>
                            <a:srgbClr val="000000"/>
                          </a:solidFill>
                          <a:latin typeface="Montserrat"/>
                        </a:rPr>
                        <a:t>Customer Core Team</a:t>
                      </a:r>
                    </a:p>
                  </a:txBody>
                  <a:tcPr/>
                </a:tc>
                <a:extLst>
                  <a:ext uri="{0D108BD9-81ED-4DB2-BD59-A6C34878D82A}">
                    <a16:rowId xmlns:a16="http://schemas.microsoft.com/office/drawing/2014/main" val="2026243378"/>
                  </a:ext>
                </a:extLst>
              </a:tr>
              <a:tr h="690758">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a:txBody>
                    <a:bodyPr/>
                    <a:lstStyle/>
                    <a:p>
                      <a:pPr lvl="0" algn="l">
                        <a:lnSpc>
                          <a:spcPct val="100000"/>
                        </a:lnSpc>
                        <a:spcBef>
                          <a:spcPts val="0"/>
                        </a:spcBef>
                        <a:spcAft>
                          <a:spcPts val="0"/>
                        </a:spcAft>
                        <a:buNone/>
                      </a:pPr>
                      <a:r>
                        <a:rPr lang="en-US" sz="1400" b="1" i="0" u="none" strike="noStrike" noProof="0">
                          <a:solidFill>
                            <a:srgbClr val="000000"/>
                          </a:solidFill>
                          <a:effectLst/>
                          <a:latin typeface="Montserrat"/>
                        </a:rPr>
                        <a:t>20.2 Process High Bill Inquiry</a:t>
                      </a:r>
                      <a:endParaRPr lang="en-US" sz="1400" b="0" i="0" u="none" strike="noStrike" noProof="0">
                        <a:solidFill>
                          <a:srgbClr val="000000"/>
                        </a:solidFill>
                        <a:effectLst/>
                        <a:latin typeface="Montserrat"/>
                      </a:endParaRPr>
                    </a:p>
                  </a:txBody>
                  <a:tcPr marL="9525" marR="9525" marT="9525" anchor="ctr"/>
                </a:tc>
                <a:tc>
                  <a:txBody>
                    <a:bodyPr/>
                    <a:lstStyle/>
                    <a:p>
                      <a:pPr lvl="0">
                        <a:buNone/>
                      </a:pPr>
                      <a:r>
                        <a:rPr lang="en-US" sz="1400" b="0" i="0" u="none" strike="noStrike" noProof="0">
                          <a:solidFill>
                            <a:srgbClr val="000000"/>
                          </a:solidFill>
                          <a:latin typeface="Montserrat"/>
                        </a:rPr>
                        <a:t>Customer, Finance</a:t>
                      </a:r>
                    </a:p>
                  </a:txBody>
                  <a:tcPr/>
                </a:tc>
                <a:tc>
                  <a:txBody>
                    <a:bodyPr/>
                    <a:lstStyle/>
                    <a:p>
                      <a:pPr lvl="0" algn="l">
                        <a:lnSpc>
                          <a:spcPct val="100000"/>
                        </a:lnSpc>
                        <a:spcBef>
                          <a:spcPts val="0"/>
                        </a:spcBef>
                        <a:spcAft>
                          <a:spcPts val="0"/>
                        </a:spcAft>
                        <a:buNone/>
                      </a:pPr>
                      <a:r>
                        <a:rPr lang="en-US" sz="1400" b="1" i="0" u="none" strike="noStrike" noProof="0">
                          <a:solidFill>
                            <a:srgbClr val="000000"/>
                          </a:solidFill>
                          <a:latin typeface="Montserrat"/>
                        </a:rPr>
                        <a:t>Stephanie Koczenasz, Melissa</a:t>
                      </a:r>
                      <a:endParaRPr lang="en-US" sz="1400" b="0" i="0" u="none" strike="noStrike" noProof="0">
                        <a:solidFill>
                          <a:srgbClr val="000000"/>
                        </a:solidFill>
                        <a:latin typeface="Montserrat"/>
                      </a:endParaRPr>
                    </a:p>
                    <a:p>
                      <a:pPr lvl="0">
                        <a:buNone/>
                      </a:pPr>
                      <a:r>
                        <a:rPr lang="en-US" sz="1400" b="1" i="0" u="none" strike="noStrike" noProof="0">
                          <a:solidFill>
                            <a:srgbClr val="000000"/>
                          </a:solidFill>
                          <a:latin typeface="Montserrat"/>
                        </a:rPr>
                        <a:t>Howe</a:t>
                      </a:r>
                      <a:endParaRPr lang="en-US"/>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ontserrat"/>
                        </a:rPr>
                        <a:t>Customer Core Team</a:t>
                      </a:r>
                      <a:endParaRPr lang="en-US" b="0"/>
                    </a:p>
                  </a:txBody>
                  <a:tcPr/>
                </a:tc>
                <a:extLst>
                  <a:ext uri="{0D108BD9-81ED-4DB2-BD59-A6C34878D82A}">
                    <a16:rowId xmlns:a16="http://schemas.microsoft.com/office/drawing/2014/main" val="2228202409"/>
                  </a:ext>
                </a:extLst>
              </a:tr>
            </a:tbl>
          </a:graphicData>
        </a:graphic>
      </p:graphicFrame>
    </p:spTree>
    <p:extLst>
      <p:ext uri="{BB962C8B-B14F-4D97-AF65-F5344CB8AC3E}">
        <p14:creationId xmlns:p14="http://schemas.microsoft.com/office/powerpoint/2010/main" val="36926385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55766" y="4425702"/>
            <a:ext cx="6483035" cy="1887074"/>
          </a:xfrm>
        </p:spPr>
        <p:txBody>
          <a:bodyPr/>
          <a:lstStyle/>
          <a:p>
            <a:r>
              <a:rPr lang="en-US" sz="4250" b="1">
                <a:latin typeface="Montserrat"/>
              </a:rPr>
              <a:t>02</a:t>
            </a:r>
            <a:r>
              <a:rPr lang="en-US" sz="4250">
                <a:latin typeface="Montserrat"/>
              </a:rPr>
              <a:t> (L3) Manage Cases</a:t>
            </a:r>
            <a:endParaRPr lang="en-US" sz="4400" dirty="0"/>
          </a:p>
        </p:txBody>
      </p:sp>
    </p:spTree>
    <p:extLst>
      <p:ext uri="{BB962C8B-B14F-4D97-AF65-F5344CB8AC3E}">
        <p14:creationId xmlns:p14="http://schemas.microsoft.com/office/powerpoint/2010/main" val="28280658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Rounded Corners 91">
            <a:extLst>
              <a:ext uri="{FF2B5EF4-FFF2-40B4-BE49-F238E27FC236}">
                <a16:creationId xmlns:a16="http://schemas.microsoft.com/office/drawing/2014/main" id="{0AB86EF9-2D01-F434-611E-E555C3502DC0}"/>
              </a:ext>
            </a:extLst>
          </p:cNvPr>
          <p:cNvSpPr/>
          <p:nvPr/>
        </p:nvSpPr>
        <p:spPr>
          <a:xfrm>
            <a:off x="2042379" y="2701392"/>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90" name="Oval 89">
            <a:extLst>
              <a:ext uri="{FF2B5EF4-FFF2-40B4-BE49-F238E27FC236}">
                <a16:creationId xmlns:a16="http://schemas.microsoft.com/office/drawing/2014/main" id="{35AA8B03-71E7-8230-A0AE-C1C6235547E1}"/>
              </a:ext>
            </a:extLst>
          </p:cNvPr>
          <p:cNvSpPr/>
          <p:nvPr/>
        </p:nvSpPr>
        <p:spPr>
          <a:xfrm>
            <a:off x="7871003" y="3217200"/>
            <a:ext cx="1092970" cy="957716"/>
          </a:xfrm>
          <a:prstGeom prst="ellipse">
            <a:avLst/>
          </a:prstGeom>
          <a:solidFill>
            <a:schemeClr val="accent2">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3" name="Title 2">
            <a:extLst>
              <a:ext uri="{FF2B5EF4-FFF2-40B4-BE49-F238E27FC236}">
                <a16:creationId xmlns:a16="http://schemas.microsoft.com/office/drawing/2014/main" id="{9226ABEE-849D-82D2-D349-1095B8FEDDE8}"/>
              </a:ext>
            </a:extLst>
          </p:cNvPr>
          <p:cNvSpPr>
            <a:spLocks noGrp="1"/>
          </p:cNvSpPr>
          <p:nvPr>
            <p:ph type="title"/>
          </p:nvPr>
        </p:nvSpPr>
        <p:spPr>
          <a:xfrm>
            <a:off x="-1" y="64562"/>
            <a:ext cx="12191999" cy="609600"/>
          </a:xfrm>
        </p:spPr>
        <p:txBody>
          <a:bodyPr/>
          <a:lstStyle/>
          <a:p>
            <a:r>
              <a:rPr lang="en-US" dirty="0">
                <a:latin typeface="Montserrat"/>
              </a:rPr>
              <a:t>What is Case Management? </a:t>
            </a:r>
            <a:endParaRPr lang="en-US" dirty="0"/>
          </a:p>
        </p:txBody>
      </p:sp>
      <p:sp>
        <p:nvSpPr>
          <p:cNvPr id="5" name="TextBox 4">
            <a:extLst>
              <a:ext uri="{FF2B5EF4-FFF2-40B4-BE49-F238E27FC236}">
                <a16:creationId xmlns:a16="http://schemas.microsoft.com/office/drawing/2014/main" id="{3AF27D0B-B027-2EB6-FFD0-1DC50E023F7C}"/>
              </a:ext>
            </a:extLst>
          </p:cNvPr>
          <p:cNvSpPr txBox="1"/>
          <p:nvPr/>
        </p:nvSpPr>
        <p:spPr>
          <a:xfrm>
            <a:off x="0" y="652695"/>
            <a:ext cx="12191999" cy="1938992"/>
          </a:xfrm>
          <a:prstGeom prst="rect">
            <a:avLst/>
          </a:prstGeom>
          <a:noFill/>
          <a:ln>
            <a:noFill/>
          </a:ln>
        </p:spPr>
        <p:txBody>
          <a:bodyPr wrap="square" rtlCol="0">
            <a:spAutoFit/>
          </a:bodyPr>
          <a:lstStyle/>
          <a:p>
            <a:r>
              <a:rPr lang="en-US" sz="1200" b="1" dirty="0">
                <a:solidFill>
                  <a:srgbClr val="000000"/>
                </a:solidFill>
              </a:rPr>
              <a:t>Case Management </a:t>
            </a:r>
            <a:r>
              <a:rPr lang="en-US" sz="1200" dirty="0">
                <a:solidFill>
                  <a:srgbClr val="000000"/>
                </a:solidFill>
              </a:rPr>
              <a:t>serves as a front office service container where agents/CSRs can track interactions with the service requestor. </a:t>
            </a:r>
            <a:r>
              <a:rPr lang="en-US" sz="1200" b="1" dirty="0">
                <a:solidFill>
                  <a:srgbClr val="000000"/>
                </a:solidFill>
                <a:ea typeface="+mj-ea"/>
                <a:cs typeface="+mj-cs"/>
              </a:rPr>
              <a:t>A case </a:t>
            </a:r>
            <a:r>
              <a:rPr lang="en-US" sz="1200" dirty="0">
                <a:solidFill>
                  <a:srgbClr val="000000"/>
                </a:solidFill>
                <a:ea typeface="+mj-ea"/>
                <a:cs typeface="+mj-cs"/>
              </a:rPr>
              <a:t>is a request for some type of service or support from an account, customer, or contact person. Cases provide the agents/CSRs to:</a:t>
            </a:r>
          </a:p>
          <a:p>
            <a:endParaRPr lang="en-US" sz="1200" dirty="0">
              <a:solidFill>
                <a:srgbClr val="000000"/>
              </a:solidFill>
              <a:ea typeface="+mj-ea"/>
              <a:cs typeface="+mj-cs"/>
            </a:endParaRPr>
          </a:p>
          <a:p>
            <a:pPr marL="285750" indent="-285750">
              <a:buFont typeface="Wingdings" panose="05000000000000000000" pitchFamily="2" charset="2"/>
              <a:buChar char="§"/>
            </a:pPr>
            <a:r>
              <a:rPr lang="en-US" sz="1200" dirty="0">
                <a:solidFill>
                  <a:srgbClr val="000000"/>
                </a:solidFill>
                <a:ea typeface="+mj-ea"/>
                <a:cs typeface="+mj-cs"/>
              </a:rPr>
              <a:t>Intake the request or complaint</a:t>
            </a:r>
          </a:p>
          <a:p>
            <a:pPr marL="285750" indent="-285750">
              <a:buFont typeface="Wingdings" panose="05000000000000000000" pitchFamily="2" charset="2"/>
              <a:buChar char="§"/>
            </a:pPr>
            <a:r>
              <a:rPr lang="en-US" sz="1200" dirty="0">
                <a:solidFill>
                  <a:srgbClr val="000000"/>
                </a:solidFill>
                <a:ea typeface="+mj-ea"/>
                <a:cs typeface="+mj-cs"/>
              </a:rPr>
              <a:t>Capture guided information</a:t>
            </a:r>
          </a:p>
          <a:p>
            <a:pPr marL="285750" indent="-285750">
              <a:buFont typeface="Wingdings" panose="05000000000000000000" pitchFamily="2" charset="2"/>
              <a:buChar char="§"/>
            </a:pPr>
            <a:r>
              <a:rPr lang="en-US" sz="1200" dirty="0">
                <a:solidFill>
                  <a:srgbClr val="000000"/>
                </a:solidFill>
                <a:ea typeface="+mj-ea"/>
                <a:cs typeface="+mj-cs"/>
              </a:rPr>
              <a:t>Track interactions</a:t>
            </a:r>
          </a:p>
          <a:p>
            <a:pPr marL="285750" indent="-285750">
              <a:buFont typeface="Wingdings" panose="05000000000000000000" pitchFamily="2" charset="2"/>
              <a:buChar char="§"/>
            </a:pPr>
            <a:r>
              <a:rPr lang="en-US" sz="1200" dirty="0">
                <a:solidFill>
                  <a:srgbClr val="000000"/>
                </a:solidFill>
                <a:ea typeface="+mj-ea"/>
                <a:cs typeface="+mj-cs"/>
              </a:rPr>
              <a:t>Collaborate and manage the resolution</a:t>
            </a:r>
          </a:p>
          <a:p>
            <a:endParaRPr lang="en-US" sz="1200" dirty="0">
              <a:solidFill>
                <a:srgbClr val="000000"/>
              </a:solidFill>
              <a:ea typeface="+mj-ea"/>
              <a:cs typeface="+mj-cs"/>
            </a:endParaRPr>
          </a:p>
          <a:p>
            <a:r>
              <a:rPr lang="en-US" sz="1200" dirty="0">
                <a:solidFill>
                  <a:srgbClr val="000000"/>
                </a:solidFill>
                <a:ea typeface="+mj-ea"/>
                <a:cs typeface="+mj-cs"/>
              </a:rPr>
              <a:t>Cases can record details like how much time has passed since the case was created, what actions were taken to resolve the issue, priority, associated equipment impacted, etc. Cases can orchestrate downstream utility actions like creating a service notification, service order, etc. if necessary. </a:t>
            </a:r>
          </a:p>
        </p:txBody>
      </p:sp>
      <p:sp>
        <p:nvSpPr>
          <p:cNvPr id="24" name="Rectangle: Rounded Corners 23">
            <a:extLst>
              <a:ext uri="{FF2B5EF4-FFF2-40B4-BE49-F238E27FC236}">
                <a16:creationId xmlns:a16="http://schemas.microsoft.com/office/drawing/2014/main" id="{C2F5530C-962E-200A-0BC8-84442E3509B4}"/>
              </a:ext>
            </a:extLst>
          </p:cNvPr>
          <p:cNvSpPr/>
          <p:nvPr/>
        </p:nvSpPr>
        <p:spPr>
          <a:xfrm>
            <a:off x="155448" y="2701392"/>
            <a:ext cx="1444752" cy="1709928"/>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25" name="Rectangle: Rounded Corners 24">
            <a:extLst>
              <a:ext uri="{FF2B5EF4-FFF2-40B4-BE49-F238E27FC236}">
                <a16:creationId xmlns:a16="http://schemas.microsoft.com/office/drawing/2014/main" id="{83BCFE87-0214-07C7-2B4E-A34CC357B676}"/>
              </a:ext>
            </a:extLst>
          </p:cNvPr>
          <p:cNvSpPr/>
          <p:nvPr/>
        </p:nvSpPr>
        <p:spPr>
          <a:xfrm>
            <a:off x="9081516" y="4695332"/>
            <a:ext cx="2808709" cy="1511725"/>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26" name="Rectangle: Rounded Corners 25">
            <a:extLst>
              <a:ext uri="{FF2B5EF4-FFF2-40B4-BE49-F238E27FC236}">
                <a16:creationId xmlns:a16="http://schemas.microsoft.com/office/drawing/2014/main" id="{41403FC7-0C55-24C7-B9FD-AF6333CB4A54}"/>
              </a:ext>
            </a:extLst>
          </p:cNvPr>
          <p:cNvSpPr/>
          <p:nvPr/>
        </p:nvSpPr>
        <p:spPr>
          <a:xfrm>
            <a:off x="3916680" y="2701392"/>
            <a:ext cx="1444752" cy="1709928"/>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27" name="Rectangle: Rounded Corners 26">
            <a:extLst>
              <a:ext uri="{FF2B5EF4-FFF2-40B4-BE49-F238E27FC236}">
                <a16:creationId xmlns:a16="http://schemas.microsoft.com/office/drawing/2014/main" id="{59B5BB45-C218-ED83-0FAA-4DC3C884DF2B}"/>
              </a:ext>
            </a:extLst>
          </p:cNvPr>
          <p:cNvSpPr/>
          <p:nvPr/>
        </p:nvSpPr>
        <p:spPr>
          <a:xfrm>
            <a:off x="155448" y="2701392"/>
            <a:ext cx="1444752" cy="286024"/>
          </a:xfrm>
          <a:prstGeom prst="roundRec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1. Incoming Request</a:t>
            </a:r>
          </a:p>
        </p:txBody>
      </p:sp>
      <p:sp>
        <p:nvSpPr>
          <p:cNvPr id="28" name="Rectangle: Rounded Corners 27">
            <a:extLst>
              <a:ext uri="{FF2B5EF4-FFF2-40B4-BE49-F238E27FC236}">
                <a16:creationId xmlns:a16="http://schemas.microsoft.com/office/drawing/2014/main" id="{4319670E-6E2A-28AC-4B39-091BF7702031}"/>
              </a:ext>
            </a:extLst>
          </p:cNvPr>
          <p:cNvSpPr/>
          <p:nvPr/>
        </p:nvSpPr>
        <p:spPr>
          <a:xfrm>
            <a:off x="2036064" y="2701392"/>
            <a:ext cx="1444752" cy="286024"/>
          </a:xfrm>
          <a:prstGeom prst="roundRect">
            <a:avLst/>
          </a:prstGeom>
          <a:solidFill>
            <a:srgbClr val="04AC9C"/>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2. Multiple Channels</a:t>
            </a:r>
          </a:p>
        </p:txBody>
      </p:sp>
      <p:sp>
        <p:nvSpPr>
          <p:cNvPr id="29" name="Rectangle: Rounded Corners 28">
            <a:extLst>
              <a:ext uri="{FF2B5EF4-FFF2-40B4-BE49-F238E27FC236}">
                <a16:creationId xmlns:a16="http://schemas.microsoft.com/office/drawing/2014/main" id="{B2211605-EE9F-0303-80C1-AB76AF7B7F1C}"/>
              </a:ext>
            </a:extLst>
          </p:cNvPr>
          <p:cNvSpPr/>
          <p:nvPr/>
        </p:nvSpPr>
        <p:spPr>
          <a:xfrm>
            <a:off x="3916680" y="2701392"/>
            <a:ext cx="1444752" cy="286024"/>
          </a:xfrm>
          <a:prstGeom prst="roundRec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3. Case Created</a:t>
            </a:r>
          </a:p>
        </p:txBody>
      </p:sp>
      <p:pic>
        <p:nvPicPr>
          <p:cNvPr id="31" name="Graphic 30" descr="User outline">
            <a:extLst>
              <a:ext uri="{FF2B5EF4-FFF2-40B4-BE49-F238E27FC236}">
                <a16:creationId xmlns:a16="http://schemas.microsoft.com/office/drawing/2014/main" id="{4AA9D71C-68FF-3E87-8913-EE9854965F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6764" y="3277988"/>
            <a:ext cx="712184" cy="712184"/>
          </a:xfrm>
          <a:prstGeom prst="rect">
            <a:avLst/>
          </a:prstGeom>
        </p:spPr>
      </p:pic>
      <p:sp>
        <p:nvSpPr>
          <p:cNvPr id="32" name="Speech Bubble: Oval 31">
            <a:extLst>
              <a:ext uri="{FF2B5EF4-FFF2-40B4-BE49-F238E27FC236}">
                <a16:creationId xmlns:a16="http://schemas.microsoft.com/office/drawing/2014/main" id="{EE8CBF2A-BF89-460E-6944-71F2F84050AA}"/>
              </a:ext>
            </a:extLst>
          </p:cNvPr>
          <p:cNvSpPr/>
          <p:nvPr/>
        </p:nvSpPr>
        <p:spPr>
          <a:xfrm>
            <a:off x="902208" y="3034100"/>
            <a:ext cx="548640" cy="286024"/>
          </a:xfrm>
          <a:prstGeom prst="wedgeEllipseCallou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a:t>
            </a:r>
          </a:p>
        </p:txBody>
      </p:sp>
      <p:sp>
        <p:nvSpPr>
          <p:cNvPr id="33" name="TextBox 32">
            <a:extLst>
              <a:ext uri="{FF2B5EF4-FFF2-40B4-BE49-F238E27FC236}">
                <a16:creationId xmlns:a16="http://schemas.microsoft.com/office/drawing/2014/main" id="{2A4765FF-214B-4E6E-C709-BF8326B5E643}"/>
              </a:ext>
            </a:extLst>
          </p:cNvPr>
          <p:cNvSpPr txBox="1"/>
          <p:nvPr/>
        </p:nvSpPr>
        <p:spPr>
          <a:xfrm>
            <a:off x="155448" y="3996351"/>
            <a:ext cx="1444752" cy="307777"/>
          </a:xfrm>
          <a:prstGeom prst="rect">
            <a:avLst/>
          </a:prstGeom>
          <a:noFill/>
          <a:ln>
            <a:noFill/>
          </a:ln>
        </p:spPr>
        <p:txBody>
          <a:bodyPr wrap="square" rtlCol="0">
            <a:spAutoFit/>
          </a:bodyPr>
          <a:lstStyle/>
          <a:p>
            <a:pPr algn="l"/>
            <a:r>
              <a:rPr lang="en-US" sz="700" dirty="0">
                <a:latin typeface="Montserrat" pitchFamily="2" charset="77"/>
              </a:rPr>
              <a:t>Customer Reaches out through any channel</a:t>
            </a:r>
          </a:p>
        </p:txBody>
      </p:sp>
      <p:pic>
        <p:nvPicPr>
          <p:cNvPr id="35" name="Graphic 34" descr="Chat outline">
            <a:extLst>
              <a:ext uri="{FF2B5EF4-FFF2-40B4-BE49-F238E27FC236}">
                <a16:creationId xmlns:a16="http://schemas.microsoft.com/office/drawing/2014/main" id="{B5F05823-1B83-6249-E3F9-BAC0ECF1A1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5644" y="2994262"/>
            <a:ext cx="346948" cy="346948"/>
          </a:xfrm>
          <a:prstGeom prst="rect">
            <a:avLst/>
          </a:prstGeom>
        </p:spPr>
      </p:pic>
      <p:pic>
        <p:nvPicPr>
          <p:cNvPr id="37" name="Graphic 36" descr="Speaker phone outline">
            <a:extLst>
              <a:ext uri="{FF2B5EF4-FFF2-40B4-BE49-F238E27FC236}">
                <a16:creationId xmlns:a16="http://schemas.microsoft.com/office/drawing/2014/main" id="{77A47176-BCF7-654E-6EE2-4D9A5FCCE6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5644" y="3320124"/>
            <a:ext cx="346948" cy="346948"/>
          </a:xfrm>
          <a:prstGeom prst="rect">
            <a:avLst/>
          </a:prstGeom>
        </p:spPr>
      </p:pic>
      <p:pic>
        <p:nvPicPr>
          <p:cNvPr id="39" name="Graphic 38" descr="Envelope outline">
            <a:extLst>
              <a:ext uri="{FF2B5EF4-FFF2-40B4-BE49-F238E27FC236}">
                <a16:creationId xmlns:a16="http://schemas.microsoft.com/office/drawing/2014/main" id="{62B6E1B3-0A36-3693-9A8E-613A934EC0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05644" y="3667072"/>
            <a:ext cx="346948" cy="346948"/>
          </a:xfrm>
          <a:prstGeom prst="rect">
            <a:avLst/>
          </a:prstGeom>
        </p:spPr>
      </p:pic>
      <p:pic>
        <p:nvPicPr>
          <p:cNvPr id="41" name="Graphic 40" descr="Wi-Fi outline">
            <a:extLst>
              <a:ext uri="{FF2B5EF4-FFF2-40B4-BE49-F238E27FC236}">
                <a16:creationId xmlns:a16="http://schemas.microsoft.com/office/drawing/2014/main" id="{A1E88A1A-BA8F-1521-7E00-FBF12E81F6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05644" y="3957180"/>
            <a:ext cx="346948" cy="346948"/>
          </a:xfrm>
          <a:prstGeom prst="rect">
            <a:avLst/>
          </a:prstGeom>
        </p:spPr>
      </p:pic>
      <p:pic>
        <p:nvPicPr>
          <p:cNvPr id="43" name="Graphic 42" descr="Smart Phone outline">
            <a:extLst>
              <a:ext uri="{FF2B5EF4-FFF2-40B4-BE49-F238E27FC236}">
                <a16:creationId xmlns:a16="http://schemas.microsoft.com/office/drawing/2014/main" id="{D25DE5CB-E032-263A-1F45-BCF9D9AB6C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05644" y="4300282"/>
            <a:ext cx="346948" cy="346948"/>
          </a:xfrm>
          <a:prstGeom prst="rect">
            <a:avLst/>
          </a:prstGeom>
        </p:spPr>
      </p:pic>
      <p:sp>
        <p:nvSpPr>
          <p:cNvPr id="44" name="TextBox 43">
            <a:extLst>
              <a:ext uri="{FF2B5EF4-FFF2-40B4-BE49-F238E27FC236}">
                <a16:creationId xmlns:a16="http://schemas.microsoft.com/office/drawing/2014/main" id="{87DFB5E9-7240-2F46-6DCE-8D5FD277D5B8}"/>
              </a:ext>
            </a:extLst>
          </p:cNvPr>
          <p:cNvSpPr txBox="1"/>
          <p:nvPr/>
        </p:nvSpPr>
        <p:spPr>
          <a:xfrm>
            <a:off x="2379440" y="3047673"/>
            <a:ext cx="908046" cy="200055"/>
          </a:xfrm>
          <a:prstGeom prst="rect">
            <a:avLst/>
          </a:prstGeom>
          <a:noFill/>
          <a:ln>
            <a:noFill/>
          </a:ln>
        </p:spPr>
        <p:txBody>
          <a:bodyPr wrap="square" rtlCol="0">
            <a:spAutoFit/>
          </a:bodyPr>
          <a:lstStyle/>
          <a:p>
            <a:pPr algn="l"/>
            <a:r>
              <a:rPr lang="en-US" sz="700" dirty="0">
                <a:latin typeface="Montserrat" pitchFamily="2" charset="77"/>
              </a:rPr>
              <a:t>Social Media</a:t>
            </a:r>
          </a:p>
        </p:txBody>
      </p:sp>
      <p:sp>
        <p:nvSpPr>
          <p:cNvPr id="45" name="TextBox 44">
            <a:extLst>
              <a:ext uri="{FF2B5EF4-FFF2-40B4-BE49-F238E27FC236}">
                <a16:creationId xmlns:a16="http://schemas.microsoft.com/office/drawing/2014/main" id="{30725763-7903-443F-45BF-B8E0457E944A}"/>
              </a:ext>
            </a:extLst>
          </p:cNvPr>
          <p:cNvSpPr txBox="1"/>
          <p:nvPr/>
        </p:nvSpPr>
        <p:spPr>
          <a:xfrm>
            <a:off x="2379440" y="3395976"/>
            <a:ext cx="908046" cy="200055"/>
          </a:xfrm>
          <a:prstGeom prst="rect">
            <a:avLst/>
          </a:prstGeom>
          <a:noFill/>
          <a:ln>
            <a:noFill/>
          </a:ln>
        </p:spPr>
        <p:txBody>
          <a:bodyPr wrap="square" rtlCol="0">
            <a:spAutoFit/>
          </a:bodyPr>
          <a:lstStyle/>
          <a:p>
            <a:pPr algn="l"/>
            <a:r>
              <a:rPr lang="en-US" sz="700" dirty="0">
                <a:latin typeface="Montserrat" pitchFamily="2" charset="77"/>
              </a:rPr>
              <a:t>Social Media</a:t>
            </a:r>
          </a:p>
        </p:txBody>
      </p:sp>
      <p:sp>
        <p:nvSpPr>
          <p:cNvPr id="46" name="TextBox 45">
            <a:extLst>
              <a:ext uri="{FF2B5EF4-FFF2-40B4-BE49-F238E27FC236}">
                <a16:creationId xmlns:a16="http://schemas.microsoft.com/office/drawing/2014/main" id="{6A1BBBA5-7620-B754-E644-C72F17ADD1C2}"/>
              </a:ext>
            </a:extLst>
          </p:cNvPr>
          <p:cNvSpPr txBox="1"/>
          <p:nvPr/>
        </p:nvSpPr>
        <p:spPr>
          <a:xfrm>
            <a:off x="2379440" y="3753174"/>
            <a:ext cx="908046" cy="200055"/>
          </a:xfrm>
          <a:prstGeom prst="rect">
            <a:avLst/>
          </a:prstGeom>
          <a:noFill/>
          <a:ln>
            <a:noFill/>
          </a:ln>
        </p:spPr>
        <p:txBody>
          <a:bodyPr wrap="square" rtlCol="0">
            <a:spAutoFit/>
          </a:bodyPr>
          <a:lstStyle/>
          <a:p>
            <a:pPr algn="l"/>
            <a:r>
              <a:rPr lang="en-US" sz="700" dirty="0">
                <a:latin typeface="Montserrat" pitchFamily="2" charset="77"/>
              </a:rPr>
              <a:t>Email</a:t>
            </a:r>
          </a:p>
        </p:txBody>
      </p:sp>
      <p:sp>
        <p:nvSpPr>
          <p:cNvPr id="47" name="TextBox 46">
            <a:extLst>
              <a:ext uri="{FF2B5EF4-FFF2-40B4-BE49-F238E27FC236}">
                <a16:creationId xmlns:a16="http://schemas.microsoft.com/office/drawing/2014/main" id="{1484B0DB-5EAB-C32D-2158-9D01ABE019D8}"/>
              </a:ext>
            </a:extLst>
          </p:cNvPr>
          <p:cNvSpPr txBox="1"/>
          <p:nvPr/>
        </p:nvSpPr>
        <p:spPr>
          <a:xfrm>
            <a:off x="2379440" y="4039146"/>
            <a:ext cx="908046" cy="200055"/>
          </a:xfrm>
          <a:prstGeom prst="rect">
            <a:avLst/>
          </a:prstGeom>
          <a:noFill/>
          <a:ln>
            <a:noFill/>
          </a:ln>
        </p:spPr>
        <p:txBody>
          <a:bodyPr wrap="square" rtlCol="0">
            <a:spAutoFit/>
          </a:bodyPr>
          <a:lstStyle/>
          <a:p>
            <a:pPr algn="l"/>
            <a:r>
              <a:rPr lang="en-US" sz="700" dirty="0">
                <a:latin typeface="Montserrat" pitchFamily="2" charset="77"/>
              </a:rPr>
              <a:t>Web ./ Portal</a:t>
            </a:r>
          </a:p>
        </p:txBody>
      </p:sp>
      <p:sp>
        <p:nvSpPr>
          <p:cNvPr id="48" name="TextBox 47">
            <a:extLst>
              <a:ext uri="{FF2B5EF4-FFF2-40B4-BE49-F238E27FC236}">
                <a16:creationId xmlns:a16="http://schemas.microsoft.com/office/drawing/2014/main" id="{6A2DB26C-D639-0B21-19A4-AA4C12586866}"/>
              </a:ext>
            </a:extLst>
          </p:cNvPr>
          <p:cNvSpPr txBox="1"/>
          <p:nvPr/>
        </p:nvSpPr>
        <p:spPr>
          <a:xfrm>
            <a:off x="2380222" y="4354412"/>
            <a:ext cx="908046" cy="200055"/>
          </a:xfrm>
          <a:prstGeom prst="rect">
            <a:avLst/>
          </a:prstGeom>
          <a:noFill/>
          <a:ln>
            <a:noFill/>
          </a:ln>
        </p:spPr>
        <p:txBody>
          <a:bodyPr wrap="square" rtlCol="0">
            <a:spAutoFit/>
          </a:bodyPr>
          <a:lstStyle/>
          <a:p>
            <a:pPr algn="l"/>
            <a:r>
              <a:rPr lang="en-US" sz="700" dirty="0">
                <a:latin typeface="Montserrat" pitchFamily="2" charset="77"/>
              </a:rPr>
              <a:t>Mobile App</a:t>
            </a:r>
          </a:p>
        </p:txBody>
      </p:sp>
      <p:sp>
        <p:nvSpPr>
          <p:cNvPr id="52" name="Rectangle: Rounded Corners 51">
            <a:extLst>
              <a:ext uri="{FF2B5EF4-FFF2-40B4-BE49-F238E27FC236}">
                <a16:creationId xmlns:a16="http://schemas.microsoft.com/office/drawing/2014/main" id="{222330CA-036B-AFAB-2525-E43641AAE611}"/>
              </a:ext>
            </a:extLst>
          </p:cNvPr>
          <p:cNvSpPr/>
          <p:nvPr/>
        </p:nvSpPr>
        <p:spPr>
          <a:xfrm>
            <a:off x="3916680" y="4603433"/>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54" name="Graphic 53" descr="Clipboard Checked outline">
            <a:extLst>
              <a:ext uri="{FF2B5EF4-FFF2-40B4-BE49-F238E27FC236}">
                <a16:creationId xmlns:a16="http://schemas.microsoft.com/office/drawing/2014/main" id="{942166C9-EDEB-8484-6A8A-D6D8B9B0E2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83241" y="4615595"/>
            <a:ext cx="343900" cy="343900"/>
          </a:xfrm>
          <a:prstGeom prst="rect">
            <a:avLst/>
          </a:prstGeom>
        </p:spPr>
      </p:pic>
      <p:sp>
        <p:nvSpPr>
          <p:cNvPr id="55" name="Oval 54">
            <a:extLst>
              <a:ext uri="{FF2B5EF4-FFF2-40B4-BE49-F238E27FC236}">
                <a16:creationId xmlns:a16="http://schemas.microsoft.com/office/drawing/2014/main" id="{FEDE1DD9-FF5B-E23D-ED8D-7FBDE850754B}"/>
              </a:ext>
            </a:extLst>
          </p:cNvPr>
          <p:cNvSpPr/>
          <p:nvPr/>
        </p:nvSpPr>
        <p:spPr>
          <a:xfrm>
            <a:off x="4088630" y="3177112"/>
            <a:ext cx="1092970" cy="957716"/>
          </a:xfrm>
          <a:prstGeom prst="ellipse">
            <a:avLst/>
          </a:prstGeom>
          <a:solidFill>
            <a:schemeClr val="accent1">
              <a:lumMod val="60000"/>
              <a:lumOff val="4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50" name="Graphic 49" descr="Folder outline">
            <a:extLst>
              <a:ext uri="{FF2B5EF4-FFF2-40B4-BE49-F238E27FC236}">
                <a16:creationId xmlns:a16="http://schemas.microsoft.com/office/drawing/2014/main" id="{EB453C5E-C8EC-2852-BA77-C098C6D0CA6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81856" y="3167736"/>
            <a:ext cx="914400" cy="914400"/>
          </a:xfrm>
          <a:prstGeom prst="rect">
            <a:avLst/>
          </a:prstGeom>
        </p:spPr>
      </p:pic>
      <p:sp>
        <p:nvSpPr>
          <p:cNvPr id="51" name="TextBox 50">
            <a:extLst>
              <a:ext uri="{FF2B5EF4-FFF2-40B4-BE49-F238E27FC236}">
                <a16:creationId xmlns:a16="http://schemas.microsoft.com/office/drawing/2014/main" id="{4E10B037-CC39-0BDE-59EF-C8DEAA24BD9B}"/>
              </a:ext>
            </a:extLst>
          </p:cNvPr>
          <p:cNvSpPr txBox="1"/>
          <p:nvPr/>
        </p:nvSpPr>
        <p:spPr>
          <a:xfrm>
            <a:off x="4371995" y="3543961"/>
            <a:ext cx="534121" cy="246221"/>
          </a:xfrm>
          <a:prstGeom prst="rect">
            <a:avLst/>
          </a:prstGeom>
          <a:noFill/>
          <a:ln>
            <a:noFill/>
          </a:ln>
        </p:spPr>
        <p:txBody>
          <a:bodyPr wrap="none" rtlCol="0">
            <a:spAutoFit/>
          </a:bodyPr>
          <a:lstStyle/>
          <a:p>
            <a:pPr algn="l"/>
            <a:r>
              <a:rPr lang="en-US" sz="1000" dirty="0">
                <a:solidFill>
                  <a:schemeClr val="bg1"/>
                </a:solidFill>
                <a:latin typeface="Montserrat" pitchFamily="2" charset="77"/>
              </a:rPr>
              <a:t>CASE</a:t>
            </a:r>
          </a:p>
        </p:txBody>
      </p:sp>
      <p:sp>
        <p:nvSpPr>
          <p:cNvPr id="56" name="TextBox 55">
            <a:extLst>
              <a:ext uri="{FF2B5EF4-FFF2-40B4-BE49-F238E27FC236}">
                <a16:creationId xmlns:a16="http://schemas.microsoft.com/office/drawing/2014/main" id="{F89D0D21-4451-8129-6329-0026C9A2BCA1}"/>
              </a:ext>
            </a:extLst>
          </p:cNvPr>
          <p:cNvSpPr txBox="1"/>
          <p:nvPr/>
        </p:nvSpPr>
        <p:spPr>
          <a:xfrm>
            <a:off x="4088630" y="4620618"/>
            <a:ext cx="1444752" cy="200055"/>
          </a:xfrm>
          <a:prstGeom prst="rect">
            <a:avLst/>
          </a:prstGeom>
          <a:noFill/>
          <a:ln>
            <a:noFill/>
          </a:ln>
        </p:spPr>
        <p:txBody>
          <a:bodyPr wrap="square" rtlCol="0">
            <a:spAutoFit/>
          </a:bodyPr>
          <a:lstStyle/>
          <a:p>
            <a:pPr algn="l"/>
            <a:r>
              <a:rPr lang="en-US" sz="700" dirty="0">
                <a:latin typeface="Montserrat" pitchFamily="2" charset="77"/>
              </a:rPr>
              <a:t>Case Triage &amp; Assignment</a:t>
            </a:r>
          </a:p>
        </p:txBody>
      </p:sp>
      <p:sp>
        <p:nvSpPr>
          <p:cNvPr id="57" name="TextBox 56">
            <a:extLst>
              <a:ext uri="{FF2B5EF4-FFF2-40B4-BE49-F238E27FC236}">
                <a16:creationId xmlns:a16="http://schemas.microsoft.com/office/drawing/2014/main" id="{A58DE54E-372E-192C-75DE-C647318D31D9}"/>
              </a:ext>
            </a:extLst>
          </p:cNvPr>
          <p:cNvSpPr txBox="1"/>
          <p:nvPr/>
        </p:nvSpPr>
        <p:spPr>
          <a:xfrm>
            <a:off x="4088630" y="4771602"/>
            <a:ext cx="1444752" cy="200055"/>
          </a:xfrm>
          <a:prstGeom prst="rect">
            <a:avLst/>
          </a:prstGeom>
          <a:noFill/>
          <a:ln>
            <a:noFill/>
          </a:ln>
        </p:spPr>
        <p:txBody>
          <a:bodyPr wrap="square" rtlCol="0">
            <a:spAutoFit/>
          </a:bodyPr>
          <a:lstStyle/>
          <a:p>
            <a:pPr algn="l"/>
            <a:r>
              <a:rPr lang="en-US" sz="700" dirty="0">
                <a:latin typeface="Montserrat" pitchFamily="2" charset="77"/>
              </a:rPr>
              <a:t>Route to right expert/team</a:t>
            </a:r>
          </a:p>
        </p:txBody>
      </p:sp>
      <p:sp>
        <p:nvSpPr>
          <p:cNvPr id="58" name="Rectangle: Rounded Corners 57">
            <a:extLst>
              <a:ext uri="{FF2B5EF4-FFF2-40B4-BE49-F238E27FC236}">
                <a16:creationId xmlns:a16="http://schemas.microsoft.com/office/drawing/2014/main" id="{EED86B41-594F-9599-14E5-0BDC500AE16E}"/>
              </a:ext>
            </a:extLst>
          </p:cNvPr>
          <p:cNvSpPr/>
          <p:nvPr/>
        </p:nvSpPr>
        <p:spPr>
          <a:xfrm>
            <a:off x="3916680" y="5110479"/>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60" name="Graphic 59" descr="Construction worker male outline">
            <a:extLst>
              <a:ext uri="{FF2B5EF4-FFF2-40B4-BE49-F238E27FC236}">
                <a16:creationId xmlns:a16="http://schemas.microsoft.com/office/drawing/2014/main" id="{8D47F1BB-C351-5128-6998-128B55524CF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83241" y="5134803"/>
            <a:ext cx="343900" cy="343900"/>
          </a:xfrm>
          <a:prstGeom prst="rect">
            <a:avLst/>
          </a:prstGeom>
        </p:spPr>
      </p:pic>
      <p:sp>
        <p:nvSpPr>
          <p:cNvPr id="61" name="TextBox 60">
            <a:extLst>
              <a:ext uri="{FF2B5EF4-FFF2-40B4-BE49-F238E27FC236}">
                <a16:creationId xmlns:a16="http://schemas.microsoft.com/office/drawing/2014/main" id="{78D4F68B-C5B2-EBA2-A6AE-2A242BC2E563}"/>
              </a:ext>
            </a:extLst>
          </p:cNvPr>
          <p:cNvSpPr txBox="1"/>
          <p:nvPr/>
        </p:nvSpPr>
        <p:spPr>
          <a:xfrm>
            <a:off x="4055191" y="5134803"/>
            <a:ext cx="1444752" cy="200055"/>
          </a:xfrm>
          <a:prstGeom prst="rect">
            <a:avLst/>
          </a:prstGeom>
          <a:noFill/>
          <a:ln>
            <a:noFill/>
          </a:ln>
        </p:spPr>
        <p:txBody>
          <a:bodyPr wrap="square" rtlCol="0">
            <a:spAutoFit/>
          </a:bodyPr>
          <a:lstStyle/>
          <a:p>
            <a:pPr algn="l"/>
            <a:r>
              <a:rPr lang="en-US" sz="700" dirty="0">
                <a:latin typeface="Montserrat" pitchFamily="2" charset="77"/>
              </a:rPr>
              <a:t>Field/Back Office Execution</a:t>
            </a:r>
          </a:p>
        </p:txBody>
      </p:sp>
      <p:sp>
        <p:nvSpPr>
          <p:cNvPr id="62" name="TextBox 61">
            <a:extLst>
              <a:ext uri="{FF2B5EF4-FFF2-40B4-BE49-F238E27FC236}">
                <a16:creationId xmlns:a16="http://schemas.microsoft.com/office/drawing/2014/main" id="{1D817780-5CD0-25B1-0719-1DB73E03F1FA}"/>
              </a:ext>
            </a:extLst>
          </p:cNvPr>
          <p:cNvSpPr txBox="1"/>
          <p:nvPr/>
        </p:nvSpPr>
        <p:spPr>
          <a:xfrm>
            <a:off x="4071911" y="5284058"/>
            <a:ext cx="1444752" cy="200055"/>
          </a:xfrm>
          <a:prstGeom prst="rect">
            <a:avLst/>
          </a:prstGeom>
          <a:noFill/>
          <a:ln>
            <a:noFill/>
          </a:ln>
        </p:spPr>
        <p:txBody>
          <a:bodyPr wrap="square" rtlCol="0">
            <a:spAutoFit/>
          </a:bodyPr>
          <a:lstStyle/>
          <a:p>
            <a:pPr algn="l"/>
            <a:r>
              <a:rPr lang="en-US" sz="700" dirty="0">
                <a:latin typeface="Montserrat" pitchFamily="2" charset="77"/>
              </a:rPr>
              <a:t>Notifications, Work Orders</a:t>
            </a:r>
          </a:p>
        </p:txBody>
      </p:sp>
      <p:sp>
        <p:nvSpPr>
          <p:cNvPr id="63" name="Rectangle: Rounded Corners 62">
            <a:extLst>
              <a:ext uri="{FF2B5EF4-FFF2-40B4-BE49-F238E27FC236}">
                <a16:creationId xmlns:a16="http://schemas.microsoft.com/office/drawing/2014/main" id="{9FC56E38-4BEC-2EC1-F634-E89D52F6ED3C}"/>
              </a:ext>
            </a:extLst>
          </p:cNvPr>
          <p:cNvSpPr/>
          <p:nvPr/>
        </p:nvSpPr>
        <p:spPr>
          <a:xfrm>
            <a:off x="3916680" y="5617525"/>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65" name="Graphic 64" descr="Bar chart outline">
            <a:extLst>
              <a:ext uri="{FF2B5EF4-FFF2-40B4-BE49-F238E27FC236}">
                <a16:creationId xmlns:a16="http://schemas.microsoft.com/office/drawing/2014/main" id="{1AE5AA44-BCAB-513D-6716-BC6ABFBC7C0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899960" y="5633368"/>
            <a:ext cx="343901" cy="343901"/>
          </a:xfrm>
          <a:prstGeom prst="rect">
            <a:avLst/>
          </a:prstGeom>
        </p:spPr>
      </p:pic>
      <p:sp>
        <p:nvSpPr>
          <p:cNvPr id="66" name="TextBox 65">
            <a:extLst>
              <a:ext uri="{FF2B5EF4-FFF2-40B4-BE49-F238E27FC236}">
                <a16:creationId xmlns:a16="http://schemas.microsoft.com/office/drawing/2014/main" id="{4C4A5B5F-648C-1CB1-4691-69E08F713BE0}"/>
              </a:ext>
            </a:extLst>
          </p:cNvPr>
          <p:cNvSpPr txBox="1"/>
          <p:nvPr/>
        </p:nvSpPr>
        <p:spPr>
          <a:xfrm>
            <a:off x="4181856" y="5633368"/>
            <a:ext cx="1444752" cy="200055"/>
          </a:xfrm>
          <a:prstGeom prst="rect">
            <a:avLst/>
          </a:prstGeom>
          <a:noFill/>
          <a:ln>
            <a:noFill/>
          </a:ln>
        </p:spPr>
        <p:txBody>
          <a:bodyPr wrap="square" rtlCol="0">
            <a:spAutoFit/>
          </a:bodyPr>
          <a:lstStyle/>
          <a:p>
            <a:pPr algn="l"/>
            <a:r>
              <a:rPr lang="en-US" sz="700" dirty="0">
                <a:latin typeface="Montserrat" pitchFamily="2" charset="77"/>
              </a:rPr>
              <a:t>Monitoring &amp; Status</a:t>
            </a:r>
          </a:p>
        </p:txBody>
      </p:sp>
      <p:sp>
        <p:nvSpPr>
          <p:cNvPr id="67" name="TextBox 66">
            <a:extLst>
              <a:ext uri="{FF2B5EF4-FFF2-40B4-BE49-F238E27FC236}">
                <a16:creationId xmlns:a16="http://schemas.microsoft.com/office/drawing/2014/main" id="{A714BD2E-D8AA-3620-A9E9-7670F422D82A}"/>
              </a:ext>
            </a:extLst>
          </p:cNvPr>
          <p:cNvSpPr txBox="1"/>
          <p:nvPr/>
        </p:nvSpPr>
        <p:spPr>
          <a:xfrm>
            <a:off x="4154859" y="5777214"/>
            <a:ext cx="1444752" cy="200055"/>
          </a:xfrm>
          <a:prstGeom prst="rect">
            <a:avLst/>
          </a:prstGeom>
          <a:noFill/>
          <a:ln>
            <a:noFill/>
          </a:ln>
        </p:spPr>
        <p:txBody>
          <a:bodyPr wrap="square" rtlCol="0">
            <a:spAutoFit/>
          </a:bodyPr>
          <a:lstStyle/>
          <a:p>
            <a:pPr algn="l"/>
            <a:r>
              <a:rPr lang="en-US" sz="700" dirty="0">
                <a:latin typeface="Montserrat" pitchFamily="2" charset="77"/>
              </a:rPr>
              <a:t>Track Progress</a:t>
            </a:r>
          </a:p>
        </p:txBody>
      </p:sp>
      <p:sp>
        <p:nvSpPr>
          <p:cNvPr id="68" name="Rectangle: Rounded Corners 67">
            <a:extLst>
              <a:ext uri="{FF2B5EF4-FFF2-40B4-BE49-F238E27FC236}">
                <a16:creationId xmlns:a16="http://schemas.microsoft.com/office/drawing/2014/main" id="{33AD190D-BE23-39B9-7150-54B1E9077594}"/>
              </a:ext>
            </a:extLst>
          </p:cNvPr>
          <p:cNvSpPr/>
          <p:nvPr/>
        </p:nvSpPr>
        <p:spPr>
          <a:xfrm>
            <a:off x="5797296" y="2708238"/>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69" name="Rectangle: Rounded Corners 68">
            <a:extLst>
              <a:ext uri="{FF2B5EF4-FFF2-40B4-BE49-F238E27FC236}">
                <a16:creationId xmlns:a16="http://schemas.microsoft.com/office/drawing/2014/main" id="{7AC6CE1E-CBB0-B512-B854-F166AD18F438}"/>
              </a:ext>
            </a:extLst>
          </p:cNvPr>
          <p:cNvSpPr/>
          <p:nvPr/>
        </p:nvSpPr>
        <p:spPr>
          <a:xfrm>
            <a:off x="5797296" y="2701392"/>
            <a:ext cx="1444752" cy="286024"/>
          </a:xfrm>
          <a:prstGeom prst="roundRect">
            <a:avLst/>
          </a:prstGeom>
          <a:solidFill>
            <a:schemeClr val="accent5">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4. Manage &amp; Collaborate</a:t>
            </a:r>
          </a:p>
        </p:txBody>
      </p:sp>
      <p:pic>
        <p:nvPicPr>
          <p:cNvPr id="71" name="Graphic 70" descr="Users outline">
            <a:extLst>
              <a:ext uri="{FF2B5EF4-FFF2-40B4-BE49-F238E27FC236}">
                <a16:creationId xmlns:a16="http://schemas.microsoft.com/office/drawing/2014/main" id="{BA5F68D0-8910-B8D3-8027-48F5403C592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59908" y="3086282"/>
            <a:ext cx="380437" cy="380437"/>
          </a:xfrm>
          <a:prstGeom prst="rect">
            <a:avLst/>
          </a:prstGeom>
        </p:spPr>
      </p:pic>
      <p:pic>
        <p:nvPicPr>
          <p:cNvPr id="73" name="Graphic 72" descr="Open book outline">
            <a:extLst>
              <a:ext uri="{FF2B5EF4-FFF2-40B4-BE49-F238E27FC236}">
                <a16:creationId xmlns:a16="http://schemas.microsoft.com/office/drawing/2014/main" id="{BF89EFE4-1E42-B5FF-1444-98C319AF4A8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05780" y="3634080"/>
            <a:ext cx="380438" cy="380438"/>
          </a:xfrm>
          <a:prstGeom prst="rect">
            <a:avLst/>
          </a:prstGeom>
        </p:spPr>
      </p:pic>
      <p:pic>
        <p:nvPicPr>
          <p:cNvPr id="79" name="Graphic 78" descr="Search Inventory outline">
            <a:extLst>
              <a:ext uri="{FF2B5EF4-FFF2-40B4-BE49-F238E27FC236}">
                <a16:creationId xmlns:a16="http://schemas.microsoft.com/office/drawing/2014/main" id="{565DC1D6-01DC-1ABA-7BDD-9066D2FDC8A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905780" y="4223421"/>
            <a:ext cx="380437" cy="380437"/>
          </a:xfrm>
          <a:prstGeom prst="rect">
            <a:avLst/>
          </a:prstGeom>
        </p:spPr>
      </p:pic>
      <p:sp>
        <p:nvSpPr>
          <p:cNvPr id="80" name="TextBox 79">
            <a:extLst>
              <a:ext uri="{FF2B5EF4-FFF2-40B4-BE49-F238E27FC236}">
                <a16:creationId xmlns:a16="http://schemas.microsoft.com/office/drawing/2014/main" id="{D665994F-744D-991E-C008-07A3F0B47664}"/>
              </a:ext>
            </a:extLst>
          </p:cNvPr>
          <p:cNvSpPr txBox="1"/>
          <p:nvPr/>
        </p:nvSpPr>
        <p:spPr>
          <a:xfrm>
            <a:off x="6250360" y="3055034"/>
            <a:ext cx="908046" cy="200055"/>
          </a:xfrm>
          <a:prstGeom prst="rect">
            <a:avLst/>
          </a:prstGeom>
          <a:noFill/>
          <a:ln>
            <a:noFill/>
          </a:ln>
        </p:spPr>
        <p:txBody>
          <a:bodyPr wrap="square" rtlCol="0">
            <a:spAutoFit/>
          </a:bodyPr>
          <a:lstStyle/>
          <a:p>
            <a:pPr algn="l"/>
            <a:r>
              <a:rPr lang="en-US" sz="700" b="1" dirty="0">
                <a:latin typeface="Montserrat" pitchFamily="2" charset="77"/>
              </a:rPr>
              <a:t>Collaboration</a:t>
            </a:r>
          </a:p>
        </p:txBody>
      </p:sp>
      <p:sp>
        <p:nvSpPr>
          <p:cNvPr id="81" name="TextBox 80">
            <a:extLst>
              <a:ext uri="{FF2B5EF4-FFF2-40B4-BE49-F238E27FC236}">
                <a16:creationId xmlns:a16="http://schemas.microsoft.com/office/drawing/2014/main" id="{99627004-6A0D-9436-534B-CA2A1DC47A14}"/>
              </a:ext>
            </a:extLst>
          </p:cNvPr>
          <p:cNvSpPr txBox="1"/>
          <p:nvPr/>
        </p:nvSpPr>
        <p:spPr>
          <a:xfrm>
            <a:off x="6250360" y="3177112"/>
            <a:ext cx="972236" cy="307777"/>
          </a:xfrm>
          <a:prstGeom prst="rect">
            <a:avLst/>
          </a:prstGeom>
          <a:noFill/>
          <a:ln>
            <a:noFill/>
          </a:ln>
        </p:spPr>
        <p:txBody>
          <a:bodyPr wrap="square" rtlCol="0">
            <a:spAutoFit/>
          </a:bodyPr>
          <a:lstStyle/>
          <a:p>
            <a:pPr algn="l"/>
            <a:r>
              <a:rPr lang="en-US" sz="700" dirty="0">
                <a:latin typeface="Montserrat" pitchFamily="2" charset="77"/>
              </a:rPr>
              <a:t>Work together across teams </a:t>
            </a:r>
          </a:p>
        </p:txBody>
      </p:sp>
      <p:sp>
        <p:nvSpPr>
          <p:cNvPr id="82" name="TextBox 81">
            <a:extLst>
              <a:ext uri="{FF2B5EF4-FFF2-40B4-BE49-F238E27FC236}">
                <a16:creationId xmlns:a16="http://schemas.microsoft.com/office/drawing/2014/main" id="{075EEA38-541B-78D7-936E-6CE10A2CFEB2}"/>
              </a:ext>
            </a:extLst>
          </p:cNvPr>
          <p:cNvSpPr txBox="1"/>
          <p:nvPr/>
        </p:nvSpPr>
        <p:spPr>
          <a:xfrm>
            <a:off x="6250360" y="3596031"/>
            <a:ext cx="972236" cy="200055"/>
          </a:xfrm>
          <a:prstGeom prst="rect">
            <a:avLst/>
          </a:prstGeom>
          <a:noFill/>
          <a:ln>
            <a:noFill/>
          </a:ln>
        </p:spPr>
        <p:txBody>
          <a:bodyPr wrap="square" rtlCol="0">
            <a:spAutoFit/>
          </a:bodyPr>
          <a:lstStyle/>
          <a:p>
            <a:pPr algn="l"/>
            <a:r>
              <a:rPr lang="en-US" sz="700" b="1" dirty="0">
                <a:latin typeface="Montserrat" pitchFamily="2" charset="77"/>
              </a:rPr>
              <a:t>Knowledge Base</a:t>
            </a:r>
          </a:p>
        </p:txBody>
      </p:sp>
      <p:sp>
        <p:nvSpPr>
          <p:cNvPr id="83" name="TextBox 82">
            <a:extLst>
              <a:ext uri="{FF2B5EF4-FFF2-40B4-BE49-F238E27FC236}">
                <a16:creationId xmlns:a16="http://schemas.microsoft.com/office/drawing/2014/main" id="{6A02A6B7-FA05-334C-3977-05B24F2AD320}"/>
              </a:ext>
            </a:extLst>
          </p:cNvPr>
          <p:cNvSpPr txBox="1"/>
          <p:nvPr/>
        </p:nvSpPr>
        <p:spPr>
          <a:xfrm>
            <a:off x="6250360" y="3734554"/>
            <a:ext cx="972236" cy="415498"/>
          </a:xfrm>
          <a:prstGeom prst="rect">
            <a:avLst/>
          </a:prstGeom>
          <a:noFill/>
          <a:ln>
            <a:noFill/>
          </a:ln>
        </p:spPr>
        <p:txBody>
          <a:bodyPr wrap="square" rtlCol="0">
            <a:spAutoFit/>
          </a:bodyPr>
          <a:lstStyle/>
          <a:p>
            <a:pPr algn="l"/>
            <a:r>
              <a:rPr lang="en-US" sz="700" dirty="0">
                <a:latin typeface="Montserrat" pitchFamily="2" charset="77"/>
              </a:rPr>
              <a:t>Find answers &amp; shares knowledge</a:t>
            </a:r>
          </a:p>
        </p:txBody>
      </p:sp>
      <p:sp>
        <p:nvSpPr>
          <p:cNvPr id="84" name="Rectangle: Rounded Corners 83">
            <a:extLst>
              <a:ext uri="{FF2B5EF4-FFF2-40B4-BE49-F238E27FC236}">
                <a16:creationId xmlns:a16="http://schemas.microsoft.com/office/drawing/2014/main" id="{AC537E1F-2084-7F49-C14F-80839D87D003}"/>
              </a:ext>
            </a:extLst>
          </p:cNvPr>
          <p:cNvSpPr/>
          <p:nvPr/>
        </p:nvSpPr>
        <p:spPr>
          <a:xfrm>
            <a:off x="7695112" y="2697575"/>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85" name="Rectangle: Rounded Corners 84">
            <a:extLst>
              <a:ext uri="{FF2B5EF4-FFF2-40B4-BE49-F238E27FC236}">
                <a16:creationId xmlns:a16="http://schemas.microsoft.com/office/drawing/2014/main" id="{9CBC38EC-611E-FF0E-9CA2-4CCFBCE9DDBD}"/>
              </a:ext>
            </a:extLst>
          </p:cNvPr>
          <p:cNvSpPr/>
          <p:nvPr/>
        </p:nvSpPr>
        <p:spPr>
          <a:xfrm>
            <a:off x="7695112" y="2697575"/>
            <a:ext cx="1444752" cy="286024"/>
          </a:xfrm>
          <a:prstGeom prst="roundRect">
            <a:avLst/>
          </a:prstGeom>
          <a:solidFill>
            <a:srgbClr val="00B050"/>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5. Resolution &amp; Customer Service</a:t>
            </a:r>
          </a:p>
        </p:txBody>
      </p:sp>
      <p:pic>
        <p:nvPicPr>
          <p:cNvPr id="86" name="Graphic 85" descr="User outline">
            <a:extLst>
              <a:ext uri="{FF2B5EF4-FFF2-40B4-BE49-F238E27FC236}">
                <a16:creationId xmlns:a16="http://schemas.microsoft.com/office/drawing/2014/main" id="{AA0D2E7A-7569-BBD0-867C-5F6941C49F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1396" y="3277988"/>
            <a:ext cx="712184" cy="712184"/>
          </a:xfrm>
          <a:prstGeom prst="rect">
            <a:avLst/>
          </a:prstGeom>
        </p:spPr>
      </p:pic>
      <p:pic>
        <p:nvPicPr>
          <p:cNvPr id="88" name="Graphic 87" descr="Star with solid fill">
            <a:extLst>
              <a:ext uri="{FF2B5EF4-FFF2-40B4-BE49-F238E27FC236}">
                <a16:creationId xmlns:a16="http://schemas.microsoft.com/office/drawing/2014/main" id="{B8E02995-35AE-0818-757B-F1B69E1A8F11}"/>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460693" y="3645930"/>
            <a:ext cx="411164" cy="411164"/>
          </a:xfrm>
          <a:prstGeom prst="rect">
            <a:avLst/>
          </a:prstGeom>
        </p:spPr>
      </p:pic>
      <p:sp>
        <p:nvSpPr>
          <p:cNvPr id="93" name="Rectangle: Rounded Corners 92">
            <a:extLst>
              <a:ext uri="{FF2B5EF4-FFF2-40B4-BE49-F238E27FC236}">
                <a16:creationId xmlns:a16="http://schemas.microsoft.com/office/drawing/2014/main" id="{8AB313B0-9178-1615-22DA-DCDED3C94AFE}"/>
              </a:ext>
            </a:extLst>
          </p:cNvPr>
          <p:cNvSpPr/>
          <p:nvPr/>
        </p:nvSpPr>
        <p:spPr>
          <a:xfrm>
            <a:off x="9081515" y="4695332"/>
            <a:ext cx="2808709" cy="309178"/>
          </a:xfrm>
          <a:prstGeom prst="roundRect">
            <a:avLst/>
          </a:prstGeom>
          <a:solidFill>
            <a:schemeClr val="accent1">
              <a:lumMod val="40000"/>
              <a:lumOff val="6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latin typeface="Montserrat" pitchFamily="2" charset="77"/>
              </a:rPr>
              <a:t>Integrations &amp; Actions (as needed) </a:t>
            </a:r>
          </a:p>
        </p:txBody>
      </p:sp>
      <p:pic>
        <p:nvPicPr>
          <p:cNvPr id="95" name="Graphic 94" descr="Tools outline">
            <a:extLst>
              <a:ext uri="{FF2B5EF4-FFF2-40B4-BE49-F238E27FC236}">
                <a16:creationId xmlns:a16="http://schemas.microsoft.com/office/drawing/2014/main" id="{AE714FDA-2000-D0E7-BA77-BABB1565ED3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205530" y="5095517"/>
            <a:ext cx="330355" cy="330355"/>
          </a:xfrm>
          <a:prstGeom prst="rect">
            <a:avLst/>
          </a:prstGeom>
        </p:spPr>
      </p:pic>
      <p:pic>
        <p:nvPicPr>
          <p:cNvPr id="97" name="Graphic 96" descr="Truck outline">
            <a:extLst>
              <a:ext uri="{FF2B5EF4-FFF2-40B4-BE49-F238E27FC236}">
                <a16:creationId xmlns:a16="http://schemas.microsoft.com/office/drawing/2014/main" id="{182FB547-123A-5C3D-DA39-0A253DD9023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05530" y="5490014"/>
            <a:ext cx="330355" cy="330355"/>
          </a:xfrm>
          <a:prstGeom prst="rect">
            <a:avLst/>
          </a:prstGeom>
        </p:spPr>
      </p:pic>
      <p:pic>
        <p:nvPicPr>
          <p:cNvPr id="99" name="Graphic 98" descr="Single gear outline">
            <a:extLst>
              <a:ext uri="{FF2B5EF4-FFF2-40B4-BE49-F238E27FC236}">
                <a16:creationId xmlns:a16="http://schemas.microsoft.com/office/drawing/2014/main" id="{13EF265B-776B-53BB-A17C-66813ABE9F6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205530" y="5849045"/>
            <a:ext cx="330356" cy="330356"/>
          </a:xfrm>
          <a:prstGeom prst="rect">
            <a:avLst/>
          </a:prstGeom>
        </p:spPr>
      </p:pic>
      <p:sp>
        <p:nvSpPr>
          <p:cNvPr id="101" name="TextBox 100">
            <a:extLst>
              <a:ext uri="{FF2B5EF4-FFF2-40B4-BE49-F238E27FC236}">
                <a16:creationId xmlns:a16="http://schemas.microsoft.com/office/drawing/2014/main" id="{CF5B6F9D-6413-DAC2-777D-BE655C73F0EF}"/>
              </a:ext>
            </a:extLst>
          </p:cNvPr>
          <p:cNvSpPr txBox="1"/>
          <p:nvPr/>
        </p:nvSpPr>
        <p:spPr>
          <a:xfrm>
            <a:off x="9628000" y="5159266"/>
            <a:ext cx="2808709" cy="200055"/>
          </a:xfrm>
          <a:prstGeom prst="rect">
            <a:avLst/>
          </a:prstGeom>
          <a:noFill/>
          <a:ln>
            <a:noFill/>
          </a:ln>
        </p:spPr>
        <p:txBody>
          <a:bodyPr wrap="square" rtlCol="0">
            <a:spAutoFit/>
          </a:bodyPr>
          <a:lstStyle/>
          <a:p>
            <a:pPr algn="l"/>
            <a:r>
              <a:rPr lang="en-US" sz="700" dirty="0">
                <a:latin typeface="Montserrat" pitchFamily="2" charset="77"/>
              </a:rPr>
              <a:t>Service Notification</a:t>
            </a:r>
          </a:p>
        </p:txBody>
      </p:sp>
      <p:sp>
        <p:nvSpPr>
          <p:cNvPr id="102" name="TextBox 101">
            <a:extLst>
              <a:ext uri="{FF2B5EF4-FFF2-40B4-BE49-F238E27FC236}">
                <a16:creationId xmlns:a16="http://schemas.microsoft.com/office/drawing/2014/main" id="{E710ECC3-56AC-FE51-DB0C-EFA69065E00D}"/>
              </a:ext>
            </a:extLst>
          </p:cNvPr>
          <p:cNvSpPr txBox="1"/>
          <p:nvPr/>
        </p:nvSpPr>
        <p:spPr>
          <a:xfrm>
            <a:off x="9627999" y="5555969"/>
            <a:ext cx="2808709" cy="200055"/>
          </a:xfrm>
          <a:prstGeom prst="rect">
            <a:avLst/>
          </a:prstGeom>
          <a:noFill/>
          <a:ln>
            <a:noFill/>
          </a:ln>
        </p:spPr>
        <p:txBody>
          <a:bodyPr wrap="square" rtlCol="0">
            <a:spAutoFit/>
          </a:bodyPr>
          <a:lstStyle/>
          <a:p>
            <a:pPr algn="l"/>
            <a:r>
              <a:rPr lang="en-US" sz="700" dirty="0">
                <a:latin typeface="Montserrat" pitchFamily="2" charset="77"/>
              </a:rPr>
              <a:t>Service Order / Service Request / Field Service</a:t>
            </a:r>
          </a:p>
        </p:txBody>
      </p:sp>
      <p:sp>
        <p:nvSpPr>
          <p:cNvPr id="103" name="TextBox 102">
            <a:extLst>
              <a:ext uri="{FF2B5EF4-FFF2-40B4-BE49-F238E27FC236}">
                <a16:creationId xmlns:a16="http://schemas.microsoft.com/office/drawing/2014/main" id="{06E84BC4-2613-3386-6C68-D14284564C3B}"/>
              </a:ext>
            </a:extLst>
          </p:cNvPr>
          <p:cNvSpPr txBox="1"/>
          <p:nvPr/>
        </p:nvSpPr>
        <p:spPr>
          <a:xfrm>
            <a:off x="9627999" y="5952672"/>
            <a:ext cx="2808709" cy="200055"/>
          </a:xfrm>
          <a:prstGeom prst="rect">
            <a:avLst/>
          </a:prstGeom>
          <a:noFill/>
          <a:ln>
            <a:noFill/>
          </a:ln>
        </p:spPr>
        <p:txBody>
          <a:bodyPr wrap="square" rtlCol="0">
            <a:spAutoFit/>
          </a:bodyPr>
          <a:lstStyle/>
          <a:p>
            <a:pPr algn="l"/>
            <a:r>
              <a:rPr lang="en-US" sz="700" dirty="0">
                <a:latin typeface="Montserrat" pitchFamily="2" charset="77"/>
              </a:rPr>
              <a:t>External Systems / Workflows </a:t>
            </a:r>
          </a:p>
        </p:txBody>
      </p:sp>
      <p:sp>
        <p:nvSpPr>
          <p:cNvPr id="109" name="Rectangle: Rounded Corners 108">
            <a:extLst>
              <a:ext uri="{FF2B5EF4-FFF2-40B4-BE49-F238E27FC236}">
                <a16:creationId xmlns:a16="http://schemas.microsoft.com/office/drawing/2014/main" id="{0F4144FE-9FB4-82D4-1BFE-6A1FC4903968}"/>
              </a:ext>
            </a:extLst>
          </p:cNvPr>
          <p:cNvSpPr/>
          <p:nvPr/>
        </p:nvSpPr>
        <p:spPr>
          <a:xfrm>
            <a:off x="5781839" y="4695332"/>
            <a:ext cx="2808709" cy="1511725"/>
          </a:xfrm>
          <a:prstGeom prst="roundRect">
            <a:avLst/>
          </a:prstGeom>
          <a:solidFill>
            <a:srgbClr val="FFFFCC"/>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14" name="TextBox 113">
            <a:extLst>
              <a:ext uri="{FF2B5EF4-FFF2-40B4-BE49-F238E27FC236}">
                <a16:creationId xmlns:a16="http://schemas.microsoft.com/office/drawing/2014/main" id="{E3F81DDB-D435-61EB-3610-A4B7AACE7EF4}"/>
              </a:ext>
            </a:extLst>
          </p:cNvPr>
          <p:cNvSpPr txBox="1"/>
          <p:nvPr/>
        </p:nvSpPr>
        <p:spPr>
          <a:xfrm>
            <a:off x="6240345" y="4173037"/>
            <a:ext cx="972236" cy="200055"/>
          </a:xfrm>
          <a:prstGeom prst="rect">
            <a:avLst/>
          </a:prstGeom>
          <a:noFill/>
          <a:ln>
            <a:noFill/>
          </a:ln>
        </p:spPr>
        <p:txBody>
          <a:bodyPr wrap="square" rtlCol="0">
            <a:spAutoFit/>
          </a:bodyPr>
          <a:lstStyle/>
          <a:p>
            <a:pPr algn="l"/>
            <a:r>
              <a:rPr lang="en-US" sz="700" b="1" dirty="0">
                <a:latin typeface="Montserrat" pitchFamily="2" charset="77"/>
              </a:rPr>
              <a:t>ML / AI</a:t>
            </a:r>
          </a:p>
        </p:txBody>
      </p:sp>
      <p:sp>
        <p:nvSpPr>
          <p:cNvPr id="115" name="TextBox 114">
            <a:extLst>
              <a:ext uri="{FF2B5EF4-FFF2-40B4-BE49-F238E27FC236}">
                <a16:creationId xmlns:a16="http://schemas.microsoft.com/office/drawing/2014/main" id="{339B919F-9099-33FA-F1E3-3F825B29A44C}"/>
              </a:ext>
            </a:extLst>
          </p:cNvPr>
          <p:cNvSpPr txBox="1"/>
          <p:nvPr/>
        </p:nvSpPr>
        <p:spPr>
          <a:xfrm>
            <a:off x="6235963" y="4311294"/>
            <a:ext cx="972236" cy="307777"/>
          </a:xfrm>
          <a:prstGeom prst="rect">
            <a:avLst/>
          </a:prstGeom>
          <a:noFill/>
          <a:ln>
            <a:noFill/>
          </a:ln>
        </p:spPr>
        <p:txBody>
          <a:bodyPr wrap="square" rtlCol="0">
            <a:spAutoFit/>
          </a:bodyPr>
          <a:lstStyle/>
          <a:p>
            <a:pPr algn="l"/>
            <a:r>
              <a:rPr lang="en-US" sz="700" dirty="0">
                <a:latin typeface="Montserrat" pitchFamily="2" charset="77"/>
              </a:rPr>
              <a:t>Find similar cases </a:t>
            </a:r>
          </a:p>
          <a:p>
            <a:pPr algn="l"/>
            <a:r>
              <a:rPr lang="en-US" sz="700" dirty="0">
                <a:latin typeface="Montserrat" pitchFamily="2" charset="77"/>
              </a:rPr>
              <a:t>Case Summary</a:t>
            </a:r>
          </a:p>
        </p:txBody>
      </p:sp>
      <p:pic>
        <p:nvPicPr>
          <p:cNvPr id="117" name="Graphic 116" descr="Siren outline">
            <a:extLst>
              <a:ext uri="{FF2B5EF4-FFF2-40B4-BE49-F238E27FC236}">
                <a16:creationId xmlns:a16="http://schemas.microsoft.com/office/drawing/2014/main" id="{59D8F6E8-A17E-91DD-3738-9117F15F9C7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817119" y="5080525"/>
            <a:ext cx="818978" cy="818978"/>
          </a:xfrm>
          <a:prstGeom prst="rect">
            <a:avLst/>
          </a:prstGeom>
        </p:spPr>
      </p:pic>
      <p:sp>
        <p:nvSpPr>
          <p:cNvPr id="118" name="TextBox 117">
            <a:extLst>
              <a:ext uri="{FF2B5EF4-FFF2-40B4-BE49-F238E27FC236}">
                <a16:creationId xmlns:a16="http://schemas.microsoft.com/office/drawing/2014/main" id="{12F59C92-9710-D494-C700-C76BB70C4EE7}"/>
              </a:ext>
            </a:extLst>
          </p:cNvPr>
          <p:cNvSpPr txBox="1"/>
          <p:nvPr/>
        </p:nvSpPr>
        <p:spPr>
          <a:xfrm>
            <a:off x="6286217" y="4757328"/>
            <a:ext cx="2339611" cy="246221"/>
          </a:xfrm>
          <a:prstGeom prst="rect">
            <a:avLst/>
          </a:prstGeom>
          <a:noFill/>
          <a:ln>
            <a:noFill/>
          </a:ln>
        </p:spPr>
        <p:txBody>
          <a:bodyPr wrap="square" rtlCol="0">
            <a:spAutoFit/>
          </a:bodyPr>
          <a:lstStyle/>
          <a:p>
            <a:pPr algn="l"/>
            <a:r>
              <a:rPr lang="en-US" sz="1000" b="1" dirty="0">
                <a:latin typeface="Montserrat" pitchFamily="2" charset="77"/>
              </a:rPr>
              <a:t>SLA &amp; Escalation Management</a:t>
            </a:r>
          </a:p>
        </p:txBody>
      </p:sp>
      <p:sp>
        <p:nvSpPr>
          <p:cNvPr id="119" name="TextBox 118">
            <a:extLst>
              <a:ext uri="{FF2B5EF4-FFF2-40B4-BE49-F238E27FC236}">
                <a16:creationId xmlns:a16="http://schemas.microsoft.com/office/drawing/2014/main" id="{56ADE5A9-885E-B07F-FF73-E05257D6541A}"/>
              </a:ext>
            </a:extLst>
          </p:cNvPr>
          <p:cNvSpPr txBox="1"/>
          <p:nvPr/>
        </p:nvSpPr>
        <p:spPr>
          <a:xfrm>
            <a:off x="6532414" y="5095517"/>
            <a:ext cx="2093414" cy="507831"/>
          </a:xfrm>
          <a:prstGeom prst="rect">
            <a:avLst/>
          </a:prstGeom>
          <a:noFill/>
          <a:ln>
            <a:noFill/>
          </a:ln>
        </p:spPr>
        <p:txBody>
          <a:bodyPr wrap="square" rtlCol="0">
            <a:spAutoFit/>
          </a:bodyPr>
          <a:lstStyle/>
          <a:p>
            <a:pPr algn="l"/>
            <a:r>
              <a:rPr lang="en-US" sz="900" dirty="0">
                <a:latin typeface="Montserrat" pitchFamily="2" charset="77"/>
              </a:rPr>
              <a:t>Monitor response and resolution targets, trigger alerts, and escalate at-risk cases</a:t>
            </a:r>
          </a:p>
        </p:txBody>
      </p:sp>
      <p:sp>
        <p:nvSpPr>
          <p:cNvPr id="120" name="TextBox 119">
            <a:extLst>
              <a:ext uri="{FF2B5EF4-FFF2-40B4-BE49-F238E27FC236}">
                <a16:creationId xmlns:a16="http://schemas.microsoft.com/office/drawing/2014/main" id="{4DFF6AFA-743F-DABC-687F-16F9057FC9A9}"/>
              </a:ext>
            </a:extLst>
          </p:cNvPr>
          <p:cNvSpPr txBox="1"/>
          <p:nvPr/>
        </p:nvSpPr>
        <p:spPr>
          <a:xfrm>
            <a:off x="7918130" y="4245288"/>
            <a:ext cx="1287400" cy="307777"/>
          </a:xfrm>
          <a:prstGeom prst="rect">
            <a:avLst/>
          </a:prstGeom>
          <a:noFill/>
          <a:ln>
            <a:noFill/>
          </a:ln>
        </p:spPr>
        <p:txBody>
          <a:bodyPr wrap="square" rtlCol="0">
            <a:spAutoFit/>
          </a:bodyPr>
          <a:lstStyle/>
          <a:p>
            <a:pPr algn="l"/>
            <a:r>
              <a:rPr lang="en-US" sz="700" dirty="0">
                <a:latin typeface="Montserrat" pitchFamily="2" charset="77"/>
              </a:rPr>
              <a:t>Issued resolved and customer satisfied</a:t>
            </a:r>
          </a:p>
        </p:txBody>
      </p:sp>
      <p:pic>
        <p:nvPicPr>
          <p:cNvPr id="123" name="Graphic 122" descr="Stopwatch outline">
            <a:extLst>
              <a:ext uri="{FF2B5EF4-FFF2-40B4-BE49-F238E27FC236}">
                <a16:creationId xmlns:a16="http://schemas.microsoft.com/office/drawing/2014/main" id="{28A2F22D-B113-5D3C-F37F-E4A45E1D0EF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959927" y="5835638"/>
            <a:ext cx="300221" cy="300221"/>
          </a:xfrm>
          <a:prstGeom prst="rect">
            <a:avLst/>
          </a:prstGeom>
        </p:spPr>
      </p:pic>
      <p:sp>
        <p:nvSpPr>
          <p:cNvPr id="124" name="TextBox 123">
            <a:extLst>
              <a:ext uri="{FF2B5EF4-FFF2-40B4-BE49-F238E27FC236}">
                <a16:creationId xmlns:a16="http://schemas.microsoft.com/office/drawing/2014/main" id="{63CDE32C-15C7-B1DF-D699-73A8C8D8D9B8}"/>
              </a:ext>
            </a:extLst>
          </p:cNvPr>
          <p:cNvSpPr txBox="1"/>
          <p:nvPr/>
        </p:nvSpPr>
        <p:spPr>
          <a:xfrm>
            <a:off x="6194438" y="5914495"/>
            <a:ext cx="972236" cy="200055"/>
          </a:xfrm>
          <a:prstGeom prst="rect">
            <a:avLst/>
          </a:prstGeom>
          <a:noFill/>
          <a:ln>
            <a:noFill/>
          </a:ln>
        </p:spPr>
        <p:txBody>
          <a:bodyPr wrap="square" rtlCol="0">
            <a:spAutoFit/>
          </a:bodyPr>
          <a:lstStyle/>
          <a:p>
            <a:pPr algn="l"/>
            <a:r>
              <a:rPr lang="en-US" sz="700" dirty="0">
                <a:latin typeface="Montserrat" pitchFamily="2" charset="77"/>
              </a:rPr>
              <a:t>SLA Targets</a:t>
            </a:r>
          </a:p>
        </p:txBody>
      </p:sp>
      <p:pic>
        <p:nvPicPr>
          <p:cNvPr id="126" name="Graphic 125" descr="Warning outline">
            <a:extLst>
              <a:ext uri="{FF2B5EF4-FFF2-40B4-BE49-F238E27FC236}">
                <a16:creationId xmlns:a16="http://schemas.microsoft.com/office/drawing/2014/main" id="{CB5F66B2-3F50-3DEC-1E7E-7FACD6B9C6B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866452" y="5848070"/>
            <a:ext cx="300222" cy="300222"/>
          </a:xfrm>
          <a:prstGeom prst="rect">
            <a:avLst/>
          </a:prstGeom>
        </p:spPr>
      </p:pic>
      <p:sp>
        <p:nvSpPr>
          <p:cNvPr id="127" name="TextBox 126">
            <a:extLst>
              <a:ext uri="{FF2B5EF4-FFF2-40B4-BE49-F238E27FC236}">
                <a16:creationId xmlns:a16="http://schemas.microsoft.com/office/drawing/2014/main" id="{D2E89038-EA50-C3B7-E0FD-67377F8EBC3E}"/>
              </a:ext>
            </a:extLst>
          </p:cNvPr>
          <p:cNvSpPr txBox="1"/>
          <p:nvPr/>
        </p:nvSpPr>
        <p:spPr>
          <a:xfrm>
            <a:off x="7166674" y="5912691"/>
            <a:ext cx="972236" cy="200055"/>
          </a:xfrm>
          <a:prstGeom prst="rect">
            <a:avLst/>
          </a:prstGeom>
          <a:noFill/>
          <a:ln>
            <a:noFill/>
          </a:ln>
        </p:spPr>
        <p:txBody>
          <a:bodyPr wrap="square" rtlCol="0">
            <a:spAutoFit/>
          </a:bodyPr>
          <a:lstStyle/>
          <a:p>
            <a:pPr algn="l"/>
            <a:r>
              <a:rPr lang="en-US" sz="700" dirty="0">
                <a:latin typeface="Montserrat" pitchFamily="2" charset="77"/>
              </a:rPr>
              <a:t>Alerts</a:t>
            </a:r>
          </a:p>
        </p:txBody>
      </p:sp>
      <p:pic>
        <p:nvPicPr>
          <p:cNvPr id="129" name="Graphic 128" descr="Arrow: Clockwise curve outline">
            <a:extLst>
              <a:ext uri="{FF2B5EF4-FFF2-40B4-BE49-F238E27FC236}">
                <a16:creationId xmlns:a16="http://schemas.microsoft.com/office/drawing/2014/main" id="{BF926B80-0480-5914-76D6-D32D694E8ED0}"/>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543115" y="5858312"/>
            <a:ext cx="303993" cy="303993"/>
          </a:xfrm>
          <a:prstGeom prst="rect">
            <a:avLst/>
          </a:prstGeom>
        </p:spPr>
      </p:pic>
      <p:sp>
        <p:nvSpPr>
          <p:cNvPr id="130" name="TextBox 129">
            <a:extLst>
              <a:ext uri="{FF2B5EF4-FFF2-40B4-BE49-F238E27FC236}">
                <a16:creationId xmlns:a16="http://schemas.microsoft.com/office/drawing/2014/main" id="{C7D1A3EF-0C86-26A3-5D96-61F4319758F8}"/>
              </a:ext>
            </a:extLst>
          </p:cNvPr>
          <p:cNvSpPr txBox="1"/>
          <p:nvPr/>
        </p:nvSpPr>
        <p:spPr>
          <a:xfrm>
            <a:off x="7742326" y="5906065"/>
            <a:ext cx="972236" cy="200055"/>
          </a:xfrm>
          <a:prstGeom prst="rect">
            <a:avLst/>
          </a:prstGeom>
          <a:noFill/>
          <a:ln>
            <a:noFill/>
          </a:ln>
        </p:spPr>
        <p:txBody>
          <a:bodyPr wrap="square" rtlCol="0">
            <a:spAutoFit/>
          </a:bodyPr>
          <a:lstStyle/>
          <a:p>
            <a:pPr algn="l"/>
            <a:r>
              <a:rPr lang="en-US" sz="700" dirty="0">
                <a:latin typeface="Montserrat" pitchFamily="2" charset="77"/>
              </a:rPr>
              <a:t>Escalations</a:t>
            </a:r>
          </a:p>
        </p:txBody>
      </p:sp>
      <p:sp>
        <p:nvSpPr>
          <p:cNvPr id="131" name="Arrow: Right 130">
            <a:extLst>
              <a:ext uri="{FF2B5EF4-FFF2-40B4-BE49-F238E27FC236}">
                <a16:creationId xmlns:a16="http://schemas.microsoft.com/office/drawing/2014/main" id="{C1243D8E-1E8D-18C4-0EE1-2AB6E7AAD214}"/>
              </a:ext>
            </a:extLst>
          </p:cNvPr>
          <p:cNvSpPr/>
          <p:nvPr/>
        </p:nvSpPr>
        <p:spPr>
          <a:xfrm>
            <a:off x="1610215" y="3395976"/>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2" name="Arrow: Right 131">
            <a:extLst>
              <a:ext uri="{FF2B5EF4-FFF2-40B4-BE49-F238E27FC236}">
                <a16:creationId xmlns:a16="http://schemas.microsoft.com/office/drawing/2014/main" id="{62CBF6B8-F14F-2A53-C0B5-941360D1CB9E}"/>
              </a:ext>
            </a:extLst>
          </p:cNvPr>
          <p:cNvSpPr/>
          <p:nvPr/>
        </p:nvSpPr>
        <p:spPr>
          <a:xfrm>
            <a:off x="3503461" y="3401314"/>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3" name="Arrow: Right 132">
            <a:extLst>
              <a:ext uri="{FF2B5EF4-FFF2-40B4-BE49-F238E27FC236}">
                <a16:creationId xmlns:a16="http://schemas.microsoft.com/office/drawing/2014/main" id="{BF269AAB-3148-F7AC-34C9-4D0ED76DACCB}"/>
              </a:ext>
            </a:extLst>
          </p:cNvPr>
          <p:cNvSpPr/>
          <p:nvPr/>
        </p:nvSpPr>
        <p:spPr>
          <a:xfrm>
            <a:off x="5375778" y="3426011"/>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4" name="Arrow: Right 133">
            <a:extLst>
              <a:ext uri="{FF2B5EF4-FFF2-40B4-BE49-F238E27FC236}">
                <a16:creationId xmlns:a16="http://schemas.microsoft.com/office/drawing/2014/main" id="{636CC3B3-C963-282B-3B34-0F16B2F86880}"/>
              </a:ext>
            </a:extLst>
          </p:cNvPr>
          <p:cNvSpPr/>
          <p:nvPr/>
        </p:nvSpPr>
        <p:spPr>
          <a:xfrm>
            <a:off x="7245480" y="3423350"/>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5" name="Arrow: Down 134">
            <a:extLst>
              <a:ext uri="{FF2B5EF4-FFF2-40B4-BE49-F238E27FC236}">
                <a16:creationId xmlns:a16="http://schemas.microsoft.com/office/drawing/2014/main" id="{7AA1875C-DA4C-E81D-B435-7453B5A72C42}"/>
              </a:ext>
            </a:extLst>
          </p:cNvPr>
          <p:cNvSpPr/>
          <p:nvPr/>
        </p:nvSpPr>
        <p:spPr>
          <a:xfrm>
            <a:off x="4593268" y="4435643"/>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6" name="Arrow: Down 135">
            <a:extLst>
              <a:ext uri="{FF2B5EF4-FFF2-40B4-BE49-F238E27FC236}">
                <a16:creationId xmlns:a16="http://schemas.microsoft.com/office/drawing/2014/main" id="{6C22071B-923E-64AC-76A2-7EE468D1EDCC}"/>
              </a:ext>
            </a:extLst>
          </p:cNvPr>
          <p:cNvSpPr/>
          <p:nvPr/>
        </p:nvSpPr>
        <p:spPr>
          <a:xfrm>
            <a:off x="4589730" y="4967014"/>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37" name="Arrow: Down 136">
            <a:extLst>
              <a:ext uri="{FF2B5EF4-FFF2-40B4-BE49-F238E27FC236}">
                <a16:creationId xmlns:a16="http://schemas.microsoft.com/office/drawing/2014/main" id="{79BC3898-FCBB-4C7E-7375-C8976CE03268}"/>
              </a:ext>
            </a:extLst>
          </p:cNvPr>
          <p:cNvSpPr/>
          <p:nvPr/>
        </p:nvSpPr>
        <p:spPr>
          <a:xfrm>
            <a:off x="4589730" y="5468270"/>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39" name="Connector: Elbow 138">
            <a:extLst>
              <a:ext uri="{FF2B5EF4-FFF2-40B4-BE49-F238E27FC236}">
                <a16:creationId xmlns:a16="http://schemas.microsoft.com/office/drawing/2014/main" id="{C0DBFAC8-630F-6D8C-F960-69852AA7F8D6}"/>
              </a:ext>
            </a:extLst>
          </p:cNvPr>
          <p:cNvCxnSpPr>
            <a:cxnSpLocks/>
            <a:stCxn id="109" idx="1"/>
          </p:cNvCxnSpPr>
          <p:nvPr/>
        </p:nvCxnSpPr>
        <p:spPr>
          <a:xfrm rot="10800000" flipV="1">
            <a:off x="5357317" y="5451194"/>
            <a:ext cx="424523" cy="396875"/>
          </a:xfrm>
          <a:prstGeom prst="bentConnector3">
            <a:avLst>
              <a:gd name="adj1" fmla="val 50000"/>
            </a:avLst>
          </a:prstGeom>
          <a:ln w="19050" cap="flat" cmpd="sng" algn="ctr">
            <a:solidFill>
              <a:schemeClr val="accent1">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5" name="Connector: Elbow 144">
            <a:extLst>
              <a:ext uri="{FF2B5EF4-FFF2-40B4-BE49-F238E27FC236}">
                <a16:creationId xmlns:a16="http://schemas.microsoft.com/office/drawing/2014/main" id="{B4777BD4-92BE-95D8-D090-CCB20C9CC93B}"/>
              </a:ext>
            </a:extLst>
          </p:cNvPr>
          <p:cNvCxnSpPr>
            <a:cxnSpLocks/>
            <a:stCxn id="119" idx="3"/>
            <a:endCxn id="25" idx="1"/>
          </p:cNvCxnSpPr>
          <p:nvPr/>
        </p:nvCxnSpPr>
        <p:spPr>
          <a:xfrm>
            <a:off x="8625828" y="5349433"/>
            <a:ext cx="455688" cy="101762"/>
          </a:xfrm>
          <a:prstGeom prst="bentConnector3">
            <a:avLst/>
          </a:prstGeom>
          <a:ln w="19050" cap="flat" cmpd="sng" algn="ctr">
            <a:solidFill>
              <a:schemeClr val="accent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8" name="Connector: Elbow 147">
            <a:extLst>
              <a:ext uri="{FF2B5EF4-FFF2-40B4-BE49-F238E27FC236}">
                <a16:creationId xmlns:a16="http://schemas.microsoft.com/office/drawing/2014/main" id="{EBA2752D-EA06-23A9-419D-7BE51E101FD5}"/>
              </a:ext>
            </a:extLst>
          </p:cNvPr>
          <p:cNvCxnSpPr>
            <a:cxnSpLocks/>
            <a:stCxn id="93" idx="0"/>
          </p:cNvCxnSpPr>
          <p:nvPr/>
        </p:nvCxnSpPr>
        <p:spPr>
          <a:xfrm rot="16200000" flipV="1">
            <a:off x="9281884" y="3491346"/>
            <a:ext cx="1151371" cy="1256602"/>
          </a:xfrm>
          <a:prstGeom prst="bentConnector2">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216595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B1A29-ECCD-4F70-B4C3-D875B0904F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682FC9-0EDD-421B-88D7-96FEE48159BC}"/>
              </a:ext>
            </a:extLst>
          </p:cNvPr>
          <p:cNvSpPr>
            <a:spLocks noGrp="1"/>
          </p:cNvSpPr>
          <p:nvPr>
            <p:ph type="title"/>
          </p:nvPr>
        </p:nvSpPr>
        <p:spPr>
          <a:xfrm>
            <a:off x="-1" y="109653"/>
            <a:ext cx="11375136" cy="609600"/>
          </a:xfrm>
        </p:spPr>
        <p:txBody>
          <a:bodyPr/>
          <a:lstStyle/>
          <a:p>
            <a:r>
              <a:rPr lang="en-US" dirty="0">
                <a:latin typeface="Montserrat"/>
              </a:rPr>
              <a:t>What Actions A Case Can Do</a:t>
            </a:r>
            <a:endParaRPr lang="en-US" dirty="0"/>
          </a:p>
        </p:txBody>
      </p:sp>
      <p:graphicFrame>
        <p:nvGraphicFramePr>
          <p:cNvPr id="24" name="Diagram 23">
            <a:extLst>
              <a:ext uri="{FF2B5EF4-FFF2-40B4-BE49-F238E27FC236}">
                <a16:creationId xmlns:a16="http://schemas.microsoft.com/office/drawing/2014/main" id="{1537098F-32B4-83A3-0720-E234AF0E0EE0}"/>
              </a:ext>
            </a:extLst>
          </p:cNvPr>
          <p:cNvGraphicFramePr/>
          <p:nvPr>
            <p:extLst>
              <p:ext uri="{D42A27DB-BD31-4B8C-83A1-F6EECF244321}">
                <p14:modId xmlns:p14="http://schemas.microsoft.com/office/powerpoint/2010/main" val="1591144844"/>
              </p:ext>
            </p:extLst>
          </p:nvPr>
        </p:nvGraphicFramePr>
        <p:xfrm>
          <a:off x="-1" y="719253"/>
          <a:ext cx="1216315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F380FDDF-00AC-7202-0B7A-755C027DCC4E}"/>
              </a:ext>
            </a:extLst>
          </p:cNvPr>
          <p:cNvSpPr txBox="1"/>
          <p:nvPr/>
        </p:nvSpPr>
        <p:spPr>
          <a:xfrm>
            <a:off x="76200" y="1371600"/>
            <a:ext cx="2971800" cy="707886"/>
          </a:xfrm>
          <a:prstGeom prst="rect">
            <a:avLst/>
          </a:prstGeom>
          <a:noFill/>
          <a:ln>
            <a:solidFill>
              <a:schemeClr val="bg2"/>
            </a:solidFill>
          </a:ln>
        </p:spPr>
        <p:txBody>
          <a:bodyPr wrap="square" rtlCol="0">
            <a:spAutoFit/>
          </a:bodyPr>
          <a:lstStyle/>
          <a:p>
            <a:pPr algn="l"/>
            <a:r>
              <a:rPr lang="en-US" sz="1000" dirty="0">
                <a:latin typeface="Montserrat" pitchFamily="2" charset="77"/>
              </a:rPr>
              <a:t>Cases can perform multiple actions based on the business case. For example, </a:t>
            </a:r>
          </a:p>
          <a:p>
            <a:pPr algn="l"/>
            <a:endParaRPr lang="en-US" sz="1000" dirty="0">
              <a:latin typeface="Montserrat" pitchFamily="2" charset="77"/>
            </a:endParaRPr>
          </a:p>
          <a:p>
            <a:pPr algn="l"/>
            <a:r>
              <a:rPr lang="en-US" sz="1000" dirty="0">
                <a:latin typeface="Montserrat" pitchFamily="2" charset="77"/>
              </a:rPr>
              <a:t>Damage Claim Case gets created:</a:t>
            </a:r>
          </a:p>
        </p:txBody>
      </p:sp>
    </p:spTree>
    <p:extLst>
      <p:ext uri="{BB962C8B-B14F-4D97-AF65-F5344CB8AC3E}">
        <p14:creationId xmlns:p14="http://schemas.microsoft.com/office/powerpoint/2010/main" val="3278423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1520A-BD81-7A29-DC37-0E4427C7B6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3DCBF8-DBF7-DB98-B078-C122036FB901}"/>
              </a:ext>
            </a:extLst>
          </p:cNvPr>
          <p:cNvSpPr>
            <a:spLocks noGrp="1"/>
          </p:cNvSpPr>
          <p:nvPr>
            <p:ph type="title"/>
          </p:nvPr>
        </p:nvSpPr>
        <p:spPr>
          <a:xfrm>
            <a:off x="28845" y="109653"/>
            <a:ext cx="11375136" cy="609600"/>
          </a:xfrm>
        </p:spPr>
        <p:txBody>
          <a:bodyPr/>
          <a:lstStyle/>
          <a:p>
            <a:r>
              <a:rPr lang="en-US" dirty="0">
                <a:latin typeface="Montserrat"/>
              </a:rPr>
              <a:t>Scope of </a:t>
            </a:r>
            <a:r>
              <a:rPr lang="en-US">
                <a:latin typeface="Montserrat"/>
              </a:rPr>
              <a:t>Case Management</a:t>
            </a:r>
            <a:endParaRPr lang="en-US" dirty="0"/>
          </a:p>
        </p:txBody>
      </p:sp>
      <p:sp>
        <p:nvSpPr>
          <p:cNvPr id="5" name="Rectangle 4">
            <a:extLst>
              <a:ext uri="{FF2B5EF4-FFF2-40B4-BE49-F238E27FC236}">
                <a16:creationId xmlns:a16="http://schemas.microsoft.com/office/drawing/2014/main" id="{B6F92403-4F5F-F88E-5838-6CE00D1DD751}"/>
              </a:ext>
            </a:extLst>
          </p:cNvPr>
          <p:cNvSpPr/>
          <p:nvPr/>
        </p:nvSpPr>
        <p:spPr>
          <a:xfrm>
            <a:off x="0" y="2408656"/>
            <a:ext cx="12192000" cy="2219093"/>
          </a:xfrm>
          <a:prstGeom prst="rect">
            <a:avLst/>
          </a:prstGeom>
          <a:solidFill>
            <a:schemeClr val="accent1">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6" name="Rectangle 5">
            <a:extLst>
              <a:ext uri="{FF2B5EF4-FFF2-40B4-BE49-F238E27FC236}">
                <a16:creationId xmlns:a16="http://schemas.microsoft.com/office/drawing/2014/main" id="{BB9C44DE-22BA-8CCA-11D7-5A8B7B903CE5}"/>
              </a:ext>
            </a:extLst>
          </p:cNvPr>
          <p:cNvSpPr/>
          <p:nvPr/>
        </p:nvSpPr>
        <p:spPr>
          <a:xfrm>
            <a:off x="0" y="4644477"/>
            <a:ext cx="12192000" cy="2219093"/>
          </a:xfrm>
          <a:prstGeom prst="rect">
            <a:avLst/>
          </a:prstGeom>
          <a:solidFill>
            <a:schemeClr val="accent2">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7" name="TextBox 6">
            <a:extLst>
              <a:ext uri="{FF2B5EF4-FFF2-40B4-BE49-F238E27FC236}">
                <a16:creationId xmlns:a16="http://schemas.microsoft.com/office/drawing/2014/main" id="{682B06DA-C491-AE85-84A2-3AC5991991B9}"/>
              </a:ext>
            </a:extLst>
          </p:cNvPr>
          <p:cNvSpPr txBox="1"/>
          <p:nvPr/>
        </p:nvSpPr>
        <p:spPr>
          <a:xfrm>
            <a:off x="0" y="2509017"/>
            <a:ext cx="1059366" cy="246221"/>
          </a:xfrm>
          <a:prstGeom prst="rect">
            <a:avLst/>
          </a:prstGeom>
          <a:noFill/>
          <a:ln>
            <a:noFill/>
          </a:ln>
        </p:spPr>
        <p:txBody>
          <a:bodyPr wrap="square" rtlCol="0">
            <a:spAutoFit/>
          </a:bodyPr>
          <a:lstStyle/>
          <a:p>
            <a:pPr algn="l"/>
            <a:r>
              <a:rPr lang="en-US" sz="1000" dirty="0">
                <a:latin typeface="Montserrat" pitchFamily="2" charset="77"/>
              </a:rPr>
              <a:t>Current State </a:t>
            </a:r>
          </a:p>
        </p:txBody>
      </p:sp>
      <p:sp>
        <p:nvSpPr>
          <p:cNvPr id="8" name="TextBox 7">
            <a:extLst>
              <a:ext uri="{FF2B5EF4-FFF2-40B4-BE49-F238E27FC236}">
                <a16:creationId xmlns:a16="http://schemas.microsoft.com/office/drawing/2014/main" id="{8AF9131F-D70E-37CE-E915-F9F04C27B0FC}"/>
              </a:ext>
            </a:extLst>
          </p:cNvPr>
          <p:cNvSpPr txBox="1"/>
          <p:nvPr/>
        </p:nvSpPr>
        <p:spPr>
          <a:xfrm>
            <a:off x="0" y="4728110"/>
            <a:ext cx="1059366" cy="246221"/>
          </a:xfrm>
          <a:prstGeom prst="rect">
            <a:avLst/>
          </a:prstGeom>
          <a:noFill/>
          <a:ln>
            <a:noFill/>
          </a:ln>
        </p:spPr>
        <p:txBody>
          <a:bodyPr wrap="square" rtlCol="0">
            <a:spAutoFit/>
          </a:bodyPr>
          <a:lstStyle/>
          <a:p>
            <a:pPr algn="l"/>
            <a:r>
              <a:rPr lang="en-US" sz="1000" dirty="0">
                <a:latin typeface="Montserrat" pitchFamily="2" charset="77"/>
              </a:rPr>
              <a:t>Future State </a:t>
            </a:r>
          </a:p>
        </p:txBody>
      </p:sp>
      <p:sp>
        <p:nvSpPr>
          <p:cNvPr id="10" name="Rectangle 9">
            <a:extLst>
              <a:ext uri="{FF2B5EF4-FFF2-40B4-BE49-F238E27FC236}">
                <a16:creationId xmlns:a16="http://schemas.microsoft.com/office/drawing/2014/main" id="{1D9EE56C-DAAA-4AD1-4E5D-E1B3811F404C}"/>
              </a:ext>
            </a:extLst>
          </p:cNvPr>
          <p:cNvSpPr/>
          <p:nvPr/>
        </p:nvSpPr>
        <p:spPr>
          <a:xfrm>
            <a:off x="414528"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CRM7 Order Management</a:t>
            </a:r>
          </a:p>
        </p:txBody>
      </p:sp>
      <p:sp>
        <p:nvSpPr>
          <p:cNvPr id="11" name="Rectangle 10">
            <a:extLst>
              <a:ext uri="{FF2B5EF4-FFF2-40B4-BE49-F238E27FC236}">
                <a16:creationId xmlns:a16="http://schemas.microsoft.com/office/drawing/2014/main" id="{4F246FEC-C0CD-741F-4B63-19DEEDFD12AB}"/>
              </a:ext>
            </a:extLst>
          </p:cNvPr>
          <p:cNvSpPr/>
          <p:nvPr/>
        </p:nvSpPr>
        <p:spPr>
          <a:xfrm>
            <a:off x="414528" y="5380904"/>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Service Cloud v2 Case Management</a:t>
            </a:r>
          </a:p>
        </p:txBody>
      </p:sp>
      <p:sp>
        <p:nvSpPr>
          <p:cNvPr id="12" name="Rectangle 11">
            <a:extLst>
              <a:ext uri="{FF2B5EF4-FFF2-40B4-BE49-F238E27FC236}">
                <a16:creationId xmlns:a16="http://schemas.microsoft.com/office/drawing/2014/main" id="{250D2E3B-3D36-E8BF-5CD5-75E31E38BA3E}"/>
              </a:ext>
            </a:extLst>
          </p:cNvPr>
          <p:cNvSpPr/>
          <p:nvPr/>
        </p:nvSpPr>
        <p:spPr>
          <a:xfrm>
            <a:off x="3471300"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CRM7 Middleware / RFC</a:t>
            </a:r>
          </a:p>
        </p:txBody>
      </p:sp>
      <p:sp>
        <p:nvSpPr>
          <p:cNvPr id="13" name="Rectangle 12">
            <a:extLst>
              <a:ext uri="{FF2B5EF4-FFF2-40B4-BE49-F238E27FC236}">
                <a16:creationId xmlns:a16="http://schemas.microsoft.com/office/drawing/2014/main" id="{BD389BB5-5AAE-9997-B579-3AE7816F0502}"/>
              </a:ext>
            </a:extLst>
          </p:cNvPr>
          <p:cNvSpPr/>
          <p:nvPr/>
        </p:nvSpPr>
        <p:spPr>
          <a:xfrm>
            <a:off x="6528072"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Service Notification Created </a:t>
            </a:r>
          </a:p>
        </p:txBody>
      </p:sp>
      <p:sp>
        <p:nvSpPr>
          <p:cNvPr id="14" name="Rectangle 13">
            <a:extLst>
              <a:ext uri="{FF2B5EF4-FFF2-40B4-BE49-F238E27FC236}">
                <a16:creationId xmlns:a16="http://schemas.microsoft.com/office/drawing/2014/main" id="{0E452427-3470-5EE3-D840-AAE063F283DF}"/>
              </a:ext>
            </a:extLst>
          </p:cNvPr>
          <p:cNvSpPr/>
          <p:nvPr/>
        </p:nvSpPr>
        <p:spPr>
          <a:xfrm>
            <a:off x="9584844"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Service Order then created if required</a:t>
            </a:r>
          </a:p>
        </p:txBody>
      </p:sp>
      <p:sp>
        <p:nvSpPr>
          <p:cNvPr id="15" name="Arrow: Right 14">
            <a:extLst>
              <a:ext uri="{FF2B5EF4-FFF2-40B4-BE49-F238E27FC236}">
                <a16:creationId xmlns:a16="http://schemas.microsoft.com/office/drawing/2014/main" id="{81E326DC-6010-8F7D-FA73-78BFA31F313E}"/>
              </a:ext>
            </a:extLst>
          </p:cNvPr>
          <p:cNvSpPr/>
          <p:nvPr/>
        </p:nvSpPr>
        <p:spPr>
          <a:xfrm>
            <a:off x="2319454"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6" name="Arrow: Right 15">
            <a:extLst>
              <a:ext uri="{FF2B5EF4-FFF2-40B4-BE49-F238E27FC236}">
                <a16:creationId xmlns:a16="http://schemas.microsoft.com/office/drawing/2014/main" id="{777EEBB3-5A77-3319-FEF9-3EB4C5B10C00}"/>
              </a:ext>
            </a:extLst>
          </p:cNvPr>
          <p:cNvSpPr/>
          <p:nvPr/>
        </p:nvSpPr>
        <p:spPr>
          <a:xfrm>
            <a:off x="5376226"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7" name="Arrow: Right 16">
            <a:extLst>
              <a:ext uri="{FF2B5EF4-FFF2-40B4-BE49-F238E27FC236}">
                <a16:creationId xmlns:a16="http://schemas.microsoft.com/office/drawing/2014/main" id="{D752A0BA-DAA8-7112-EA64-D9AE48FBAEF1}"/>
              </a:ext>
            </a:extLst>
          </p:cNvPr>
          <p:cNvSpPr/>
          <p:nvPr/>
        </p:nvSpPr>
        <p:spPr>
          <a:xfrm>
            <a:off x="8432998"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8" name="Rectangle 17">
            <a:extLst>
              <a:ext uri="{FF2B5EF4-FFF2-40B4-BE49-F238E27FC236}">
                <a16:creationId xmlns:a16="http://schemas.microsoft.com/office/drawing/2014/main" id="{5129211D-F921-1B88-202E-BAA23D73FFC8}"/>
              </a:ext>
            </a:extLst>
          </p:cNvPr>
          <p:cNvSpPr/>
          <p:nvPr/>
        </p:nvSpPr>
        <p:spPr>
          <a:xfrm>
            <a:off x="3471300" y="5380903"/>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BTP Integration Suite</a:t>
            </a:r>
          </a:p>
        </p:txBody>
      </p:sp>
      <p:sp>
        <p:nvSpPr>
          <p:cNvPr id="20" name="Rectangle 19">
            <a:extLst>
              <a:ext uri="{FF2B5EF4-FFF2-40B4-BE49-F238E27FC236}">
                <a16:creationId xmlns:a16="http://schemas.microsoft.com/office/drawing/2014/main" id="{3E49799C-9556-0024-38F7-0B2F6A5B8887}"/>
              </a:ext>
            </a:extLst>
          </p:cNvPr>
          <p:cNvSpPr/>
          <p:nvPr/>
        </p:nvSpPr>
        <p:spPr>
          <a:xfrm>
            <a:off x="6528072" y="5380902"/>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latin typeface="Montserrat" pitchFamily="2" charset="77"/>
              </a:rPr>
              <a:t>Notification / Order / Service Request (as required)</a:t>
            </a:r>
          </a:p>
        </p:txBody>
      </p:sp>
      <p:sp>
        <p:nvSpPr>
          <p:cNvPr id="21" name="TextBox 20">
            <a:extLst>
              <a:ext uri="{FF2B5EF4-FFF2-40B4-BE49-F238E27FC236}">
                <a16:creationId xmlns:a16="http://schemas.microsoft.com/office/drawing/2014/main" id="{AC8B0C5D-D131-1722-1173-4EA499E798EE}"/>
              </a:ext>
            </a:extLst>
          </p:cNvPr>
          <p:cNvSpPr txBox="1"/>
          <p:nvPr/>
        </p:nvSpPr>
        <p:spPr>
          <a:xfrm>
            <a:off x="0" y="719253"/>
            <a:ext cx="12192000" cy="1754326"/>
          </a:xfrm>
          <a:prstGeom prst="rect">
            <a:avLst/>
          </a:prstGeom>
          <a:noFill/>
          <a:ln>
            <a:noFill/>
          </a:ln>
        </p:spPr>
        <p:txBody>
          <a:bodyPr wrap="square" rtlCol="0">
            <a:spAutoFit/>
          </a:bodyPr>
          <a:lstStyle/>
          <a:p>
            <a:pPr algn="l"/>
            <a:r>
              <a:rPr lang="en-US" sz="1200" dirty="0">
                <a:solidFill>
                  <a:srgbClr val="000000"/>
                </a:solidFill>
                <a:ea typeface="+mj-ea"/>
                <a:cs typeface="+mj-cs"/>
              </a:rPr>
              <a:t>Today Consumers utilizes the front office order management to create service notifications. Service Notifications is used to log and track maintenance and service requests. Some service notifications turn into service orders based on the notification type and the configuration settings. For example, a complaint does not turn into a service order, but a D2 – Gas Meter request will create an order. </a:t>
            </a:r>
            <a:r>
              <a:rPr lang="en-US" sz="1200" b="1" dirty="0">
                <a:solidFill>
                  <a:srgbClr val="000000"/>
                </a:solidFill>
                <a:ea typeface="+mj-ea"/>
                <a:cs typeface="+mj-cs"/>
              </a:rPr>
              <a:t>In the future state, Consumers will utilize case management in the front office to record requests, assist in resolution, and track progress. Cases can be maintained directly in Service Cloud v2 or trigger the creation of a service notification in S4HANA to maintain current procedures for the near future. </a:t>
            </a:r>
          </a:p>
          <a:p>
            <a:pPr algn="l"/>
            <a:endParaRPr lang="en-US" sz="1200" dirty="0">
              <a:solidFill>
                <a:srgbClr val="000000"/>
              </a:solidFill>
              <a:ea typeface="+mj-ea"/>
              <a:cs typeface="+mj-cs"/>
            </a:endParaRPr>
          </a:p>
          <a:p>
            <a:pPr algn="l"/>
            <a:r>
              <a:rPr lang="en-US" sz="1200" dirty="0">
                <a:solidFill>
                  <a:srgbClr val="000000"/>
                </a:solidFill>
                <a:ea typeface="+mj-ea"/>
                <a:cs typeface="+mj-cs"/>
              </a:rPr>
              <a:t>Consumers heavily utilizes Service Notifications that is maintained in the Plant Maintenance and Customer Service function in SAP ECC. SAP plans to sunset this functionality by 2030. </a:t>
            </a:r>
            <a:r>
              <a:rPr lang="en-US" sz="1200" b="1" dirty="0">
                <a:solidFill>
                  <a:srgbClr val="000000"/>
                </a:solidFill>
                <a:ea typeface="+mj-ea"/>
                <a:cs typeface="+mj-cs"/>
              </a:rPr>
              <a:t>SAP Service Cloud v2 is AGNOSTIC to the future state decision as to what component will replace service notifications. If required, cases can trigger events to SAP S/4HANA.  </a:t>
            </a:r>
          </a:p>
        </p:txBody>
      </p:sp>
      <p:sp>
        <p:nvSpPr>
          <p:cNvPr id="22" name="Arrow: Right 21">
            <a:extLst>
              <a:ext uri="{FF2B5EF4-FFF2-40B4-BE49-F238E27FC236}">
                <a16:creationId xmlns:a16="http://schemas.microsoft.com/office/drawing/2014/main" id="{1EF75C70-2301-A439-2F37-53D0377E36BC}"/>
              </a:ext>
            </a:extLst>
          </p:cNvPr>
          <p:cNvSpPr/>
          <p:nvPr/>
        </p:nvSpPr>
        <p:spPr>
          <a:xfrm>
            <a:off x="2319454" y="5818588"/>
            <a:ext cx="1151846" cy="197489"/>
          </a:xfrm>
          <a:prstGeom prst="rightArrow">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23" name="Arrow: Right 22">
            <a:extLst>
              <a:ext uri="{FF2B5EF4-FFF2-40B4-BE49-F238E27FC236}">
                <a16:creationId xmlns:a16="http://schemas.microsoft.com/office/drawing/2014/main" id="{726C206B-4D2F-092E-64C1-597F7D6EFA74}"/>
              </a:ext>
            </a:extLst>
          </p:cNvPr>
          <p:cNvSpPr/>
          <p:nvPr/>
        </p:nvSpPr>
        <p:spPr>
          <a:xfrm>
            <a:off x="5376226" y="5818587"/>
            <a:ext cx="1151846" cy="197489"/>
          </a:xfrm>
          <a:prstGeom prst="rightArrow">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8846153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4A239-8D6A-6628-8CEE-287B190D53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F8F25-8A05-322D-57D9-D5A5F89E80D0}"/>
              </a:ext>
            </a:extLst>
          </p:cNvPr>
          <p:cNvSpPr>
            <a:spLocks noGrp="1"/>
          </p:cNvSpPr>
          <p:nvPr>
            <p:ph type="title"/>
          </p:nvPr>
        </p:nvSpPr>
        <p:spPr>
          <a:xfrm>
            <a:off x="0" y="93225"/>
            <a:ext cx="11375136" cy="609600"/>
          </a:xfrm>
        </p:spPr>
        <p:txBody>
          <a:bodyPr/>
          <a:lstStyle/>
          <a:p>
            <a:r>
              <a:rPr lang="en-US" dirty="0">
                <a:latin typeface="Montserrat"/>
              </a:rPr>
              <a:t>Service Notification’s Maintained</a:t>
            </a:r>
            <a:endParaRPr lang="en-US" dirty="0"/>
          </a:p>
        </p:txBody>
      </p:sp>
      <p:pic>
        <p:nvPicPr>
          <p:cNvPr id="12" name="Picture 11">
            <a:extLst>
              <a:ext uri="{FF2B5EF4-FFF2-40B4-BE49-F238E27FC236}">
                <a16:creationId xmlns:a16="http://schemas.microsoft.com/office/drawing/2014/main" id="{7D1785CD-2552-36CF-D070-E5D8877B8D4B}"/>
              </a:ext>
            </a:extLst>
          </p:cNvPr>
          <p:cNvPicPr>
            <a:picLocks noChangeAspect="1"/>
          </p:cNvPicPr>
          <p:nvPr/>
        </p:nvPicPr>
        <p:blipFill>
          <a:blip r:embed="rId2"/>
          <a:stretch>
            <a:fillRect/>
          </a:stretch>
        </p:blipFill>
        <p:spPr>
          <a:xfrm>
            <a:off x="0" y="2080327"/>
            <a:ext cx="4883401" cy="3587934"/>
          </a:xfrm>
          <a:prstGeom prst="rect">
            <a:avLst/>
          </a:prstGeom>
        </p:spPr>
      </p:pic>
      <p:sp>
        <p:nvSpPr>
          <p:cNvPr id="4" name="TextBox 3">
            <a:extLst>
              <a:ext uri="{FF2B5EF4-FFF2-40B4-BE49-F238E27FC236}">
                <a16:creationId xmlns:a16="http://schemas.microsoft.com/office/drawing/2014/main" id="{54C1F89D-9C22-DA58-C741-AE28EBB0C972}"/>
              </a:ext>
            </a:extLst>
          </p:cNvPr>
          <p:cNvSpPr txBox="1"/>
          <p:nvPr/>
        </p:nvSpPr>
        <p:spPr>
          <a:xfrm>
            <a:off x="0" y="728816"/>
            <a:ext cx="12163155" cy="1477328"/>
          </a:xfrm>
          <a:prstGeom prst="rect">
            <a:avLst/>
          </a:prstGeom>
          <a:noFill/>
          <a:ln>
            <a:noFill/>
          </a:ln>
        </p:spPr>
        <p:txBody>
          <a:bodyPr wrap="square" lIns="91440" tIns="45720" rIns="91440" bIns="45720" rtlCol="0" anchor="t">
            <a:spAutoFit/>
          </a:bodyPr>
          <a:lstStyle/>
          <a:p>
            <a:r>
              <a:rPr lang="en-US" sz="1200" dirty="0">
                <a:solidFill>
                  <a:srgbClr val="000000"/>
                </a:solidFill>
                <a:ea typeface="+mj-ea"/>
                <a:cs typeface="+mj-cs"/>
              </a:rPr>
              <a:t>Today, ECC has 88 Notification Types configured. Each notification type is assigned a notification category. </a:t>
            </a:r>
          </a:p>
          <a:p>
            <a:endParaRPr lang="en-US" sz="1200" dirty="0">
              <a:solidFill>
                <a:srgbClr val="000000"/>
              </a:solidFill>
              <a:ea typeface="+mj-ea"/>
              <a:cs typeface="+mj-cs"/>
            </a:endParaRPr>
          </a:p>
          <a:p>
            <a:r>
              <a:rPr lang="en-US" sz="1200" dirty="0">
                <a:solidFill>
                  <a:srgbClr val="000000"/>
                </a:solidFill>
                <a:ea typeface="+mj-ea"/>
                <a:cs typeface="+mj-cs"/>
              </a:rPr>
              <a:t>10 are Quality Notification Types </a:t>
            </a:r>
          </a:p>
          <a:p>
            <a:r>
              <a:rPr lang="en-US" sz="1200" dirty="0">
                <a:solidFill>
                  <a:srgbClr val="000000"/>
                </a:solidFill>
                <a:ea typeface="+mj-ea"/>
                <a:cs typeface="+mj-cs"/>
              </a:rPr>
              <a:t>32 are Service Notifications Types</a:t>
            </a:r>
          </a:p>
          <a:p>
            <a:r>
              <a:rPr lang="en-US" sz="1200" dirty="0">
                <a:solidFill>
                  <a:srgbClr val="000000"/>
                </a:solidFill>
                <a:ea typeface="+mj-ea"/>
                <a:cs typeface="+mj-cs"/>
              </a:rPr>
              <a:t>25 are Maintenance Notifications</a:t>
            </a:r>
          </a:p>
          <a:p>
            <a:r>
              <a:rPr lang="en-US" sz="1200" dirty="0">
                <a:solidFill>
                  <a:srgbClr val="000000"/>
                </a:solidFill>
                <a:ea typeface="+mj-ea"/>
                <a:cs typeface="+mj-cs"/>
              </a:rPr>
              <a:t>21 are General Notifications </a:t>
            </a:r>
          </a:p>
          <a:p>
            <a:endParaRPr lang="en-US" dirty="0">
              <a:solidFill>
                <a:srgbClr val="000000"/>
              </a:solidFill>
              <a:ea typeface="+mj-ea"/>
              <a:cs typeface="+mj-cs"/>
            </a:endParaRPr>
          </a:p>
        </p:txBody>
      </p:sp>
      <p:sp>
        <p:nvSpPr>
          <p:cNvPr id="5" name="TextBox 4">
            <a:extLst>
              <a:ext uri="{FF2B5EF4-FFF2-40B4-BE49-F238E27FC236}">
                <a16:creationId xmlns:a16="http://schemas.microsoft.com/office/drawing/2014/main" id="{F943B832-BE91-211A-6591-1F08E94895D7}"/>
              </a:ext>
            </a:extLst>
          </p:cNvPr>
          <p:cNvSpPr txBox="1"/>
          <p:nvPr/>
        </p:nvSpPr>
        <p:spPr>
          <a:xfrm>
            <a:off x="1004669" y="6382427"/>
            <a:ext cx="5539006" cy="27699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FFFEFE"/>
                </a:solidFill>
                <a:latin typeface="Montserrat"/>
              </a:rPr>
              <a:t>Full list of Notification Types found here: </a:t>
            </a:r>
            <a:r>
              <a:rPr lang="en-US" sz="1200" dirty="0">
                <a:solidFill>
                  <a:srgbClr val="FFFEFE"/>
                </a:solidFill>
                <a:ea typeface="+mn-lt"/>
                <a:cs typeface="+mn-lt"/>
                <a:hlinkClick r:id="rId3">
                  <a:extLst>
                    <a:ext uri="{A12FA001-AC4F-418D-AE19-62706E023703}">
                      <ahyp:hlinkClr xmlns:ahyp="http://schemas.microsoft.com/office/drawing/2018/hyperlinkcolor" val="tx"/>
                    </a:ext>
                  </a:extLst>
                </a:hlinkClick>
              </a:rPr>
              <a:t>Handle Case Management</a:t>
            </a:r>
            <a:endParaRPr lang="en-US" sz="1200" dirty="0">
              <a:solidFill>
                <a:srgbClr val="FFFEFE"/>
              </a:solidFill>
              <a:latin typeface="Montserrat" pitchFamily="2" charset="77"/>
            </a:endParaRPr>
          </a:p>
        </p:txBody>
      </p:sp>
      <p:sp>
        <p:nvSpPr>
          <p:cNvPr id="13" name="TextBox 12">
            <a:extLst>
              <a:ext uri="{FF2B5EF4-FFF2-40B4-BE49-F238E27FC236}">
                <a16:creationId xmlns:a16="http://schemas.microsoft.com/office/drawing/2014/main" id="{6A800A21-80DE-365A-3D1F-5FF05F0DA79F}"/>
              </a:ext>
            </a:extLst>
          </p:cNvPr>
          <p:cNvSpPr txBox="1"/>
          <p:nvPr/>
        </p:nvSpPr>
        <p:spPr>
          <a:xfrm>
            <a:off x="5177166" y="1114743"/>
            <a:ext cx="6891008" cy="276999"/>
          </a:xfrm>
          <a:prstGeom prst="rect">
            <a:avLst/>
          </a:prstGeom>
          <a:noFill/>
          <a:ln>
            <a:noFill/>
          </a:ln>
        </p:spPr>
        <p:txBody>
          <a:bodyPr wrap="square" lIns="91440" tIns="45720" rIns="91440" bIns="45720" rtlCol="0" anchor="t">
            <a:spAutoFit/>
          </a:bodyPr>
          <a:lstStyle/>
          <a:p>
            <a:r>
              <a:rPr lang="en-US" sz="1200" dirty="0">
                <a:solidFill>
                  <a:srgbClr val="000000"/>
                </a:solidFill>
                <a:ea typeface="+mj-ea"/>
                <a:cs typeface="+mj-cs"/>
              </a:rPr>
              <a:t>Notification Types can also be assigned a catalog profile and a number range </a:t>
            </a:r>
          </a:p>
        </p:txBody>
      </p:sp>
      <p:graphicFrame>
        <p:nvGraphicFramePr>
          <p:cNvPr id="14" name="Table 13">
            <a:extLst>
              <a:ext uri="{FF2B5EF4-FFF2-40B4-BE49-F238E27FC236}">
                <a16:creationId xmlns:a16="http://schemas.microsoft.com/office/drawing/2014/main" id="{9785B19E-1196-C747-387E-70B81DA6835A}"/>
              </a:ext>
            </a:extLst>
          </p:cNvPr>
          <p:cNvGraphicFramePr>
            <a:graphicFrameLocks noGrp="1"/>
          </p:cNvGraphicFramePr>
          <p:nvPr>
            <p:extLst>
              <p:ext uri="{D42A27DB-BD31-4B8C-83A1-F6EECF244321}">
                <p14:modId xmlns:p14="http://schemas.microsoft.com/office/powerpoint/2010/main" val="498732519"/>
              </p:ext>
            </p:extLst>
          </p:nvPr>
        </p:nvGraphicFramePr>
        <p:xfrm>
          <a:off x="5990654" y="1483015"/>
          <a:ext cx="5255446" cy="1498239"/>
        </p:xfrm>
        <a:graphic>
          <a:graphicData uri="http://schemas.openxmlformats.org/drawingml/2006/table">
            <a:tbl>
              <a:tblPr firstRow="1" bandRow="1">
                <a:tableStyleId>{5C22544A-7EE6-4342-B048-85BDC9FD1C3A}</a:tableStyleId>
              </a:tblPr>
              <a:tblGrid>
                <a:gridCol w="533780">
                  <a:extLst>
                    <a:ext uri="{9D8B030D-6E8A-4147-A177-3AD203B41FA5}">
                      <a16:colId xmlns:a16="http://schemas.microsoft.com/office/drawing/2014/main" val="4045180678"/>
                    </a:ext>
                  </a:extLst>
                </a:gridCol>
                <a:gridCol w="1423937">
                  <a:extLst>
                    <a:ext uri="{9D8B030D-6E8A-4147-A177-3AD203B41FA5}">
                      <a16:colId xmlns:a16="http://schemas.microsoft.com/office/drawing/2014/main" val="2168080539"/>
                    </a:ext>
                  </a:extLst>
                </a:gridCol>
                <a:gridCol w="1348180">
                  <a:extLst>
                    <a:ext uri="{9D8B030D-6E8A-4147-A177-3AD203B41FA5}">
                      <a16:colId xmlns:a16="http://schemas.microsoft.com/office/drawing/2014/main" val="3734106868"/>
                    </a:ext>
                  </a:extLst>
                </a:gridCol>
                <a:gridCol w="1283469">
                  <a:extLst>
                    <a:ext uri="{9D8B030D-6E8A-4147-A177-3AD203B41FA5}">
                      <a16:colId xmlns:a16="http://schemas.microsoft.com/office/drawing/2014/main" val="1273517853"/>
                    </a:ext>
                  </a:extLst>
                </a:gridCol>
                <a:gridCol w="666080">
                  <a:extLst>
                    <a:ext uri="{9D8B030D-6E8A-4147-A177-3AD203B41FA5}">
                      <a16:colId xmlns:a16="http://schemas.microsoft.com/office/drawing/2014/main" val="3366857516"/>
                    </a:ext>
                  </a:extLst>
                </a:gridCol>
              </a:tblGrid>
              <a:tr h="362253">
                <a:tc>
                  <a:txBody>
                    <a:bodyPr/>
                    <a:lstStyle/>
                    <a:p>
                      <a:r>
                        <a:rPr lang="en-US" sz="1200" dirty="0"/>
                        <a:t>No</a:t>
                      </a:r>
                    </a:p>
                  </a:txBody>
                  <a:tcPr/>
                </a:tc>
                <a:tc>
                  <a:txBody>
                    <a:bodyPr/>
                    <a:lstStyle/>
                    <a:p>
                      <a:r>
                        <a:rPr lang="en-US" sz="1200" dirty="0"/>
                        <a:t>From No</a:t>
                      </a:r>
                    </a:p>
                  </a:txBody>
                  <a:tcPr/>
                </a:tc>
                <a:tc>
                  <a:txBody>
                    <a:bodyPr/>
                    <a:lstStyle/>
                    <a:p>
                      <a:r>
                        <a:rPr lang="en-US" sz="1200" dirty="0"/>
                        <a:t>To No</a:t>
                      </a:r>
                    </a:p>
                  </a:txBody>
                  <a:tcPr/>
                </a:tc>
                <a:tc>
                  <a:txBody>
                    <a:bodyPr/>
                    <a:lstStyle/>
                    <a:p>
                      <a:r>
                        <a:rPr lang="en-US" sz="1200" dirty="0"/>
                        <a:t>NR Status</a:t>
                      </a:r>
                    </a:p>
                  </a:txBody>
                  <a:tcPr/>
                </a:tc>
                <a:tc>
                  <a:txBody>
                    <a:bodyPr/>
                    <a:lstStyle/>
                    <a:p>
                      <a:r>
                        <a:rPr lang="en-US" sz="1200" dirty="0"/>
                        <a:t>Ext</a:t>
                      </a:r>
                    </a:p>
                  </a:txBody>
                  <a:tcPr/>
                </a:tc>
                <a:extLst>
                  <a:ext uri="{0D108BD9-81ED-4DB2-BD59-A6C34878D82A}">
                    <a16:rowId xmlns:a16="http://schemas.microsoft.com/office/drawing/2014/main" val="138549739"/>
                  </a:ext>
                </a:extLst>
              </a:tr>
              <a:tr h="362253">
                <a:tc>
                  <a:txBody>
                    <a:bodyPr/>
                    <a:lstStyle/>
                    <a:p>
                      <a:pPr marL="0" algn="l" defTabSz="609585" rtl="0" eaLnBrk="1" latinLnBrk="0" hangingPunct="1"/>
                      <a:r>
                        <a:rPr lang="en-US" sz="1050" kern="1200" dirty="0">
                          <a:solidFill>
                            <a:schemeClr val="dk1"/>
                          </a:solidFill>
                          <a:latin typeface="+mn-lt"/>
                          <a:ea typeface="+mn-ea"/>
                          <a:cs typeface="+mn-cs"/>
                        </a:rPr>
                        <a:t>01</a:t>
                      </a:r>
                    </a:p>
                  </a:txBody>
                  <a:tcPr/>
                </a:tc>
                <a:tc>
                  <a:txBody>
                    <a:bodyPr/>
                    <a:lstStyle/>
                    <a:p>
                      <a:pPr marL="0" algn="l" defTabSz="609585" rtl="0" eaLnBrk="1" latinLnBrk="0" hangingPunct="1"/>
                      <a:r>
                        <a:rPr lang="en-US" sz="1050" kern="1200" dirty="0">
                          <a:solidFill>
                            <a:schemeClr val="dk1"/>
                          </a:solidFill>
                          <a:latin typeface="+mn-lt"/>
                          <a:ea typeface="+mn-ea"/>
                          <a:cs typeface="+mn-cs"/>
                        </a:rPr>
                        <a:t>001000000000</a:t>
                      </a:r>
                    </a:p>
                  </a:txBody>
                  <a:tcPr/>
                </a:tc>
                <a:tc>
                  <a:txBody>
                    <a:bodyPr/>
                    <a:lstStyle/>
                    <a:p>
                      <a:pPr marL="0" algn="l" defTabSz="609585" rtl="0" eaLnBrk="1" latinLnBrk="0" hangingPunct="1"/>
                      <a:r>
                        <a:rPr lang="en-US" sz="1050" kern="1200" dirty="0">
                          <a:solidFill>
                            <a:schemeClr val="dk1"/>
                          </a:solidFill>
                          <a:latin typeface="+mn-lt"/>
                          <a:ea typeface="+mn-ea"/>
                          <a:cs typeface="+mn-cs"/>
                        </a:rPr>
                        <a:t>009999999999</a:t>
                      </a: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4014387397"/>
                  </a:ext>
                </a:extLst>
              </a:tr>
              <a:tr h="362253">
                <a:tc>
                  <a:txBody>
                    <a:bodyPr/>
                    <a:lstStyle/>
                    <a:p>
                      <a:pPr marL="0" algn="l" defTabSz="609585" rtl="0" eaLnBrk="1" latinLnBrk="0" hangingPunct="1"/>
                      <a:r>
                        <a:rPr lang="en-US" sz="1050" kern="1200" dirty="0">
                          <a:solidFill>
                            <a:schemeClr val="dk1"/>
                          </a:solidFill>
                          <a:latin typeface="+mn-lt"/>
                          <a:ea typeface="+mn-ea"/>
                          <a:cs typeface="+mn-cs"/>
                        </a:rPr>
                        <a:t>02</a:t>
                      </a:r>
                    </a:p>
                  </a:txBody>
                  <a:tcPr/>
                </a:tc>
                <a:tc>
                  <a:txBody>
                    <a:bodyPr/>
                    <a:lstStyle/>
                    <a:p>
                      <a:pPr marL="0" algn="l" defTabSz="609585" rtl="0" eaLnBrk="1" latinLnBrk="0" hangingPunct="1"/>
                      <a:r>
                        <a:rPr lang="en-US" sz="1050" kern="1200" dirty="0">
                          <a:solidFill>
                            <a:schemeClr val="dk1"/>
                          </a:solidFill>
                          <a:latin typeface="+mn-lt"/>
                          <a:ea typeface="+mn-ea"/>
                          <a:cs typeface="+mn-cs"/>
                        </a:rPr>
                        <a:t>000600000000</a:t>
                      </a:r>
                    </a:p>
                  </a:txBody>
                  <a:tcPr/>
                </a:tc>
                <a:tc>
                  <a:txBody>
                    <a:bodyPr/>
                    <a:lstStyle/>
                    <a:p>
                      <a:pPr marL="0" algn="l" defTabSz="609585" rtl="0" eaLnBrk="1" latinLnBrk="0" hangingPunct="1"/>
                      <a:r>
                        <a:rPr lang="en-US" sz="1050" kern="1200" dirty="0">
                          <a:solidFill>
                            <a:schemeClr val="dk1"/>
                          </a:solidFill>
                          <a:latin typeface="+mn-lt"/>
                          <a:ea typeface="+mn-ea"/>
                          <a:cs typeface="+mn-cs"/>
                        </a:rPr>
                        <a:t>000699999999</a:t>
                      </a: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881719420"/>
                  </a:ext>
                </a:extLst>
              </a:tr>
              <a:tr h="390570">
                <a:tc>
                  <a:txBody>
                    <a:bodyPr/>
                    <a:lstStyle/>
                    <a:p>
                      <a:pPr marL="0" algn="l" defTabSz="609585" rtl="0" eaLnBrk="1" latinLnBrk="0" hangingPunct="1"/>
                      <a:r>
                        <a:rPr lang="en-US" sz="1050" kern="1200" dirty="0">
                          <a:solidFill>
                            <a:schemeClr val="dk1"/>
                          </a:solidFill>
                          <a:latin typeface="+mn-lt"/>
                          <a:ea typeface="+mn-ea"/>
                          <a:cs typeface="+mn-cs"/>
                        </a:rPr>
                        <a:t>03</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dirty="0">
                          <a:solidFill>
                            <a:schemeClr val="dk1"/>
                          </a:solidFill>
                          <a:latin typeface="+mn-lt"/>
                          <a:ea typeface="+mn-ea"/>
                          <a:cs typeface="+mn-cs"/>
                        </a:rPr>
                        <a:t>000200000000</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dirty="0">
                          <a:solidFill>
                            <a:schemeClr val="dk1"/>
                          </a:solidFill>
                          <a:latin typeface="+mn-lt"/>
                          <a:ea typeface="+mn-ea"/>
                          <a:cs typeface="+mn-cs"/>
                        </a:rPr>
                        <a:t>000299999999</a:t>
                      </a:r>
                    </a:p>
                    <a:p>
                      <a:pPr marL="0" algn="l" defTabSz="609585" rtl="0" eaLnBrk="1" latinLnBrk="0" hangingPunct="1"/>
                      <a:endParaRPr lang="en-US" sz="1050" kern="1200" dirty="0">
                        <a:solidFill>
                          <a:schemeClr val="dk1"/>
                        </a:solidFill>
                        <a:latin typeface="+mn-lt"/>
                        <a:ea typeface="+mn-ea"/>
                        <a:cs typeface="+mn-cs"/>
                      </a:endParaRP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933445080"/>
                  </a:ext>
                </a:extLst>
              </a:tr>
            </a:tbl>
          </a:graphicData>
        </a:graphic>
      </p:graphicFrame>
      <p:sp>
        <p:nvSpPr>
          <p:cNvPr id="2" name="TextBox 1">
            <a:extLst>
              <a:ext uri="{FF2B5EF4-FFF2-40B4-BE49-F238E27FC236}">
                <a16:creationId xmlns:a16="http://schemas.microsoft.com/office/drawing/2014/main" id="{40385C23-22D6-4C19-A889-F4F4CB4EF20C}"/>
              </a:ext>
            </a:extLst>
          </p:cNvPr>
          <p:cNvSpPr txBox="1"/>
          <p:nvPr/>
        </p:nvSpPr>
        <p:spPr>
          <a:xfrm>
            <a:off x="5177166" y="3139590"/>
            <a:ext cx="6891008" cy="276999"/>
          </a:xfrm>
          <a:prstGeom prst="rect">
            <a:avLst/>
          </a:prstGeom>
          <a:noFill/>
          <a:ln>
            <a:noFill/>
          </a:ln>
        </p:spPr>
        <p:txBody>
          <a:bodyPr wrap="square" lIns="91440" tIns="45720" rIns="91440" bIns="45720" rtlCol="0" anchor="t">
            <a:spAutoFit/>
          </a:bodyPr>
          <a:lstStyle/>
          <a:p>
            <a:r>
              <a:rPr lang="en-US" sz="1200" dirty="0">
                <a:solidFill>
                  <a:srgbClr val="000000"/>
                </a:solidFill>
                <a:ea typeface="+mj-ea"/>
                <a:cs typeface="+mj-cs"/>
              </a:rPr>
              <a:t>Notification Types that only remain as notifications (</a:t>
            </a:r>
            <a:r>
              <a:rPr lang="en-US" sz="1200" b="1" dirty="0">
                <a:solidFill>
                  <a:srgbClr val="000000"/>
                </a:solidFill>
                <a:ea typeface="+mj-ea"/>
                <a:cs typeface="+mj-cs"/>
              </a:rPr>
              <a:t>NOT FINAL</a:t>
            </a:r>
            <a:r>
              <a:rPr lang="en-US" sz="1200" dirty="0">
                <a:solidFill>
                  <a:srgbClr val="000000"/>
                </a:solidFill>
                <a:ea typeface="+mj-ea"/>
                <a:cs typeface="+mj-cs"/>
              </a:rPr>
              <a:t>) </a:t>
            </a:r>
          </a:p>
        </p:txBody>
      </p:sp>
      <p:graphicFrame>
        <p:nvGraphicFramePr>
          <p:cNvPr id="7" name="Table 6">
            <a:extLst>
              <a:ext uri="{FF2B5EF4-FFF2-40B4-BE49-F238E27FC236}">
                <a16:creationId xmlns:a16="http://schemas.microsoft.com/office/drawing/2014/main" id="{BB249B87-B2A2-122C-42B0-9EB33D40865C}"/>
              </a:ext>
            </a:extLst>
          </p:cNvPr>
          <p:cNvGraphicFramePr>
            <a:graphicFrameLocks noGrp="1"/>
          </p:cNvGraphicFramePr>
          <p:nvPr>
            <p:extLst>
              <p:ext uri="{D42A27DB-BD31-4B8C-83A1-F6EECF244321}">
                <p14:modId xmlns:p14="http://schemas.microsoft.com/office/powerpoint/2010/main" val="1165227030"/>
              </p:ext>
            </p:extLst>
          </p:nvPr>
        </p:nvGraphicFramePr>
        <p:xfrm>
          <a:off x="5514404" y="3574925"/>
          <a:ext cx="6207945" cy="1524152"/>
        </p:xfrm>
        <a:graphic>
          <a:graphicData uri="http://schemas.openxmlformats.org/drawingml/2006/table">
            <a:tbl>
              <a:tblPr firstRow="1" bandRow="1">
                <a:tableStyleId>{5C22544A-7EE6-4342-B048-85BDC9FD1C3A}</a:tableStyleId>
              </a:tblPr>
              <a:tblGrid>
                <a:gridCol w="657796">
                  <a:extLst>
                    <a:ext uri="{9D8B030D-6E8A-4147-A177-3AD203B41FA5}">
                      <a16:colId xmlns:a16="http://schemas.microsoft.com/office/drawing/2014/main" val="4045180678"/>
                    </a:ext>
                  </a:extLst>
                </a:gridCol>
                <a:gridCol w="1362075">
                  <a:extLst>
                    <a:ext uri="{9D8B030D-6E8A-4147-A177-3AD203B41FA5}">
                      <a16:colId xmlns:a16="http://schemas.microsoft.com/office/drawing/2014/main" val="2168080539"/>
                    </a:ext>
                  </a:extLst>
                </a:gridCol>
                <a:gridCol w="1447800">
                  <a:extLst>
                    <a:ext uri="{9D8B030D-6E8A-4147-A177-3AD203B41FA5}">
                      <a16:colId xmlns:a16="http://schemas.microsoft.com/office/drawing/2014/main" val="3734106868"/>
                    </a:ext>
                  </a:extLst>
                </a:gridCol>
                <a:gridCol w="495300">
                  <a:extLst>
                    <a:ext uri="{9D8B030D-6E8A-4147-A177-3AD203B41FA5}">
                      <a16:colId xmlns:a16="http://schemas.microsoft.com/office/drawing/2014/main" val="1273517853"/>
                    </a:ext>
                  </a:extLst>
                </a:gridCol>
                <a:gridCol w="2244974">
                  <a:extLst>
                    <a:ext uri="{9D8B030D-6E8A-4147-A177-3AD203B41FA5}">
                      <a16:colId xmlns:a16="http://schemas.microsoft.com/office/drawing/2014/main" val="3366857516"/>
                    </a:ext>
                  </a:extLst>
                </a:gridCol>
              </a:tblGrid>
              <a:tr h="583515">
                <a:tc>
                  <a:txBody>
                    <a:bodyPr/>
                    <a:lstStyle/>
                    <a:p>
                      <a:pPr algn="ctr"/>
                      <a:r>
                        <a:rPr lang="en-US" sz="1200" dirty="0"/>
                        <a:t>Type</a:t>
                      </a:r>
                    </a:p>
                  </a:txBody>
                  <a:tcPr/>
                </a:tc>
                <a:tc>
                  <a:txBody>
                    <a:bodyPr/>
                    <a:lstStyle/>
                    <a:p>
                      <a:pPr algn="ctr"/>
                      <a:r>
                        <a:rPr lang="en-US" sz="1200" dirty="0"/>
                        <a:t>Notification Description</a:t>
                      </a:r>
                    </a:p>
                  </a:txBody>
                  <a:tcPr/>
                </a:tc>
                <a:tc>
                  <a:txBody>
                    <a:bodyPr/>
                    <a:lstStyle/>
                    <a:p>
                      <a:pPr algn="ctr"/>
                      <a:r>
                        <a:rPr lang="en-US" sz="1200" dirty="0"/>
                        <a:t>Catalog Profile</a:t>
                      </a:r>
                    </a:p>
                  </a:txBody>
                  <a:tcPr/>
                </a:tc>
                <a:tc>
                  <a:txBody>
                    <a:bodyPr/>
                    <a:lstStyle/>
                    <a:p>
                      <a:pPr algn="ctr"/>
                      <a:r>
                        <a:rPr lang="en-US" sz="1200" dirty="0"/>
                        <a:t>NR</a:t>
                      </a:r>
                    </a:p>
                  </a:txBody>
                  <a:tcPr/>
                </a:tc>
                <a:tc>
                  <a:txBody>
                    <a:bodyPr/>
                    <a:lstStyle/>
                    <a:p>
                      <a:pPr algn="ctr"/>
                      <a:endParaRPr lang="en-US" sz="1200" dirty="0"/>
                    </a:p>
                  </a:txBody>
                  <a:tcPr/>
                </a:tc>
                <a:extLst>
                  <a:ext uri="{0D108BD9-81ED-4DB2-BD59-A6C34878D82A}">
                    <a16:rowId xmlns:a16="http://schemas.microsoft.com/office/drawing/2014/main" val="138549739"/>
                  </a:ext>
                </a:extLst>
              </a:tr>
              <a:tr h="253121">
                <a:tc>
                  <a:txBody>
                    <a:bodyPr/>
                    <a:lstStyle/>
                    <a:p>
                      <a:pPr marL="0" algn="l" defTabSz="609585" rtl="0" eaLnBrk="1" latinLnBrk="0" hangingPunct="1"/>
                      <a:r>
                        <a:rPr lang="en-US" sz="1050" kern="1200" dirty="0">
                          <a:solidFill>
                            <a:schemeClr val="dk1"/>
                          </a:solidFill>
                          <a:latin typeface="+mn-lt"/>
                          <a:ea typeface="+mn-ea"/>
                          <a:cs typeface="+mn-cs"/>
                        </a:rPr>
                        <a:t>V2</a:t>
                      </a:r>
                    </a:p>
                  </a:txBody>
                  <a:tcPr/>
                </a:tc>
                <a:tc>
                  <a:txBody>
                    <a:bodyPr/>
                    <a:lstStyle/>
                    <a:p>
                      <a:pPr marL="0" algn="l" defTabSz="609585" rtl="0" eaLnBrk="1" latinLnBrk="0" hangingPunct="1"/>
                      <a:r>
                        <a:rPr lang="en-US" sz="1050" kern="1200" dirty="0">
                          <a:solidFill>
                            <a:schemeClr val="dk1"/>
                          </a:solidFill>
                          <a:latin typeface="+mn-lt"/>
                          <a:ea typeface="+mn-ea"/>
                          <a:cs typeface="+mn-cs"/>
                        </a:rPr>
                        <a:t>Customer Operations</a:t>
                      </a:r>
                    </a:p>
                  </a:txBody>
                  <a:tcPr/>
                </a:tc>
                <a:tc>
                  <a:txBody>
                    <a:bodyPr/>
                    <a:lstStyle/>
                    <a:p>
                      <a:pPr marL="0" algn="ctr" defTabSz="609585" rtl="0" eaLnBrk="1" latinLnBrk="0" hangingPunct="1"/>
                      <a:r>
                        <a:rPr lang="en-US" sz="1050" kern="1200" dirty="0">
                          <a:solidFill>
                            <a:schemeClr val="dk1"/>
                          </a:solidFill>
                          <a:latin typeface="+mn-lt"/>
                          <a:ea typeface="+mn-ea"/>
                          <a:cs typeface="+mn-cs"/>
                        </a:rPr>
                        <a:t>NO_V2</a:t>
                      </a:r>
                    </a:p>
                  </a:txBody>
                  <a:tcPr/>
                </a:tc>
                <a:tc>
                  <a:txBody>
                    <a:bodyPr/>
                    <a:lstStyle/>
                    <a:p>
                      <a:pPr marL="0" algn="ctr" defTabSz="609585" rtl="0" eaLnBrk="1" latinLnBrk="0" hangingPunct="1"/>
                      <a:r>
                        <a:rPr lang="en-US" sz="1100" kern="1200" dirty="0">
                          <a:solidFill>
                            <a:schemeClr val="dk1"/>
                          </a:solidFill>
                          <a:latin typeface="+mn-lt"/>
                          <a:ea typeface="+mn-ea"/>
                          <a:cs typeface="+mn-cs"/>
                        </a:rPr>
                        <a:t>01</a:t>
                      </a: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4014387397"/>
                  </a:ext>
                </a:extLst>
              </a:tr>
              <a:tr h="250496">
                <a:tc>
                  <a:txBody>
                    <a:bodyPr/>
                    <a:lstStyle/>
                    <a:p>
                      <a:pPr marL="0" algn="l" defTabSz="609585" rtl="0" eaLnBrk="1" latinLnBrk="0" hangingPunct="1"/>
                      <a:r>
                        <a:rPr lang="en-US" sz="1050" kern="1200" dirty="0">
                          <a:solidFill>
                            <a:schemeClr val="dk1"/>
                          </a:solidFill>
                          <a:latin typeface="+mn-lt"/>
                          <a:ea typeface="+mn-ea"/>
                          <a:cs typeface="+mn-cs"/>
                        </a:rPr>
                        <a:t>V5</a:t>
                      </a:r>
                    </a:p>
                  </a:txBody>
                  <a:tcPr/>
                </a:tc>
                <a:tc>
                  <a:txBody>
                    <a:bodyPr/>
                    <a:lstStyle/>
                    <a:p>
                      <a:pPr marL="0" algn="l" defTabSz="609585" rtl="0" eaLnBrk="1" latinLnBrk="0" hangingPunct="1"/>
                      <a:r>
                        <a:rPr lang="en-US" sz="1050" kern="1200" dirty="0">
                          <a:solidFill>
                            <a:schemeClr val="dk1"/>
                          </a:solidFill>
                          <a:latin typeface="+mn-lt"/>
                          <a:ea typeface="+mn-ea"/>
                          <a:cs typeface="+mn-cs"/>
                        </a:rPr>
                        <a:t>Claims</a:t>
                      </a:r>
                    </a:p>
                  </a:txBody>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050" kern="1200" dirty="0">
                          <a:solidFill>
                            <a:schemeClr val="dk1"/>
                          </a:solidFill>
                          <a:latin typeface="+mn-lt"/>
                          <a:ea typeface="+mn-ea"/>
                          <a:cs typeface="+mn-cs"/>
                        </a:rPr>
                        <a:t>NO_V5</a:t>
                      </a:r>
                    </a:p>
                  </a:txBody>
                  <a:tcPr/>
                </a:tc>
                <a:tc>
                  <a:txBody>
                    <a:bodyPr/>
                    <a:lstStyle/>
                    <a:p>
                      <a:pPr marL="0" algn="ctr" defTabSz="609585" rtl="0" eaLnBrk="1" latinLnBrk="0" hangingPunct="1"/>
                      <a:r>
                        <a:rPr lang="en-US" sz="1100" kern="1200" dirty="0">
                          <a:solidFill>
                            <a:schemeClr val="dk1"/>
                          </a:solidFill>
                          <a:latin typeface="+mn-lt"/>
                          <a:ea typeface="+mn-ea"/>
                          <a:cs typeface="+mn-cs"/>
                        </a:rPr>
                        <a:t>01</a:t>
                      </a:r>
                    </a:p>
                  </a:txBody>
                  <a:tcPr/>
                </a:tc>
                <a:tc>
                  <a:txBody>
                    <a:bodyPr/>
                    <a:lstStyle/>
                    <a:p>
                      <a:pPr marL="0" algn="l" defTabSz="609585" rtl="0" eaLnBrk="1" latinLnBrk="0" hangingPunct="1"/>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881719420"/>
                  </a:ext>
                </a:extLst>
              </a:tr>
              <a:tr h="270077">
                <a:tc>
                  <a:txBody>
                    <a:bodyPr/>
                    <a:lstStyle/>
                    <a:p>
                      <a:pPr marL="0" algn="l" defTabSz="609585" rtl="0" eaLnBrk="1" latinLnBrk="0" hangingPunct="1"/>
                      <a:r>
                        <a:rPr lang="en-US" sz="1050" kern="1200" dirty="0">
                          <a:solidFill>
                            <a:schemeClr val="dk1"/>
                          </a:solidFill>
                          <a:highlight>
                            <a:srgbClr val="FFFF00"/>
                          </a:highlight>
                          <a:latin typeface="+mn-lt"/>
                          <a:ea typeface="+mn-ea"/>
                          <a:cs typeface="+mn-cs"/>
                        </a:rPr>
                        <a:t>P6</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dirty="0">
                          <a:solidFill>
                            <a:schemeClr val="dk1"/>
                          </a:solidFill>
                          <a:highlight>
                            <a:srgbClr val="FFFF00"/>
                          </a:highlight>
                          <a:latin typeface="+mn-lt"/>
                          <a:ea typeface="+mn-ea"/>
                          <a:cs typeface="+mn-cs"/>
                        </a:rPr>
                        <a:t>OMS/Emergency</a:t>
                      </a:r>
                    </a:p>
                  </a:txBody>
                  <a:tcPr/>
                </a:tc>
                <a:tc>
                  <a:txBody>
                    <a:bodyPr/>
                    <a:lstStyle/>
                    <a:p>
                      <a:pPr marL="0" algn="ctr" defTabSz="609585" rtl="0" eaLnBrk="1" latinLnBrk="0" hangingPunct="1"/>
                      <a:r>
                        <a:rPr lang="en-US" sz="1050" kern="1200" dirty="0">
                          <a:solidFill>
                            <a:schemeClr val="dk1"/>
                          </a:solidFill>
                          <a:highlight>
                            <a:srgbClr val="FFFF00"/>
                          </a:highlight>
                          <a:latin typeface="+mn-lt"/>
                          <a:ea typeface="+mn-ea"/>
                          <a:cs typeface="+mn-cs"/>
                        </a:rPr>
                        <a:t>NO_P6</a:t>
                      </a:r>
                    </a:p>
                  </a:txBody>
                  <a:tcPr/>
                </a:tc>
                <a:tc>
                  <a:txBody>
                    <a:bodyPr/>
                    <a:lstStyle/>
                    <a:p>
                      <a:pPr marL="0" algn="ctr" defTabSz="609585" rtl="0" eaLnBrk="1" latinLnBrk="0" hangingPunct="1"/>
                      <a:r>
                        <a:rPr lang="en-US" sz="1100" kern="1200" dirty="0">
                          <a:solidFill>
                            <a:schemeClr val="dk1"/>
                          </a:solidFill>
                          <a:highlight>
                            <a:srgbClr val="FFFF00"/>
                          </a:highlight>
                          <a:latin typeface="+mn-lt"/>
                          <a:ea typeface="+mn-ea"/>
                          <a:cs typeface="+mn-cs"/>
                        </a:rPr>
                        <a:t>01</a:t>
                      </a:r>
                    </a:p>
                  </a:txBody>
                  <a:tcPr/>
                </a:tc>
                <a:tc>
                  <a:txBody>
                    <a:bodyPr/>
                    <a:lstStyle/>
                    <a:p>
                      <a:pPr marL="0" algn="l" defTabSz="609585" rtl="0" eaLnBrk="1" latinLnBrk="0" hangingPunct="1"/>
                      <a:r>
                        <a:rPr lang="en-US" sz="1100" kern="1200" dirty="0">
                          <a:solidFill>
                            <a:schemeClr val="dk1"/>
                          </a:solidFill>
                          <a:highlight>
                            <a:srgbClr val="FFFF00"/>
                          </a:highlight>
                          <a:latin typeface="+mn-lt"/>
                          <a:ea typeface="+mn-ea"/>
                          <a:cs typeface="+mn-cs"/>
                        </a:rPr>
                        <a:t>??</a:t>
                      </a:r>
                    </a:p>
                  </a:txBody>
                  <a:tcPr/>
                </a:tc>
                <a:extLst>
                  <a:ext uri="{0D108BD9-81ED-4DB2-BD59-A6C34878D82A}">
                    <a16:rowId xmlns:a16="http://schemas.microsoft.com/office/drawing/2014/main" val="933445080"/>
                  </a:ext>
                </a:extLst>
              </a:tr>
            </a:tbl>
          </a:graphicData>
        </a:graphic>
      </p:graphicFrame>
    </p:spTree>
    <p:extLst>
      <p:ext uri="{BB962C8B-B14F-4D97-AF65-F5344CB8AC3E}">
        <p14:creationId xmlns:p14="http://schemas.microsoft.com/office/powerpoint/2010/main" val="1156021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6917-082C-C59C-8EA5-59BCFD69394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B58636-C351-79E8-3E24-0CDA10682204}"/>
              </a:ext>
            </a:extLst>
          </p:cNvPr>
          <p:cNvSpPr>
            <a:spLocks noGrp="1"/>
          </p:cNvSpPr>
          <p:nvPr>
            <p:ph type="title"/>
          </p:nvPr>
        </p:nvSpPr>
        <p:spPr>
          <a:xfrm>
            <a:off x="255766" y="4425702"/>
            <a:ext cx="6483035" cy="1887074"/>
          </a:xfrm>
        </p:spPr>
        <p:txBody>
          <a:bodyPr/>
          <a:lstStyle/>
          <a:p>
            <a:r>
              <a:rPr lang="en-US" sz="4250" b="1" dirty="0">
                <a:latin typeface="Montserrat"/>
              </a:rPr>
              <a:t>02.1</a:t>
            </a:r>
            <a:r>
              <a:rPr lang="en-US" sz="4250" dirty="0">
                <a:latin typeface="Montserrat"/>
              </a:rPr>
              <a:t> (L3) Create Cases</a:t>
            </a:r>
            <a:endParaRPr lang="en-US" sz="4400" dirty="0"/>
          </a:p>
        </p:txBody>
      </p:sp>
    </p:spTree>
    <p:extLst>
      <p:ext uri="{BB962C8B-B14F-4D97-AF65-F5344CB8AC3E}">
        <p14:creationId xmlns:p14="http://schemas.microsoft.com/office/powerpoint/2010/main" val="393238848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7CEB-BA11-7DBC-BD0F-A7907C2A1F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235A6A-2D6A-F1BE-30B5-69810DF89471}"/>
              </a:ext>
            </a:extLst>
          </p:cNvPr>
          <p:cNvSpPr>
            <a:spLocks noGrp="1"/>
          </p:cNvSpPr>
          <p:nvPr>
            <p:ph type="title"/>
          </p:nvPr>
        </p:nvSpPr>
        <p:spPr>
          <a:xfrm>
            <a:off x="0" y="56839"/>
            <a:ext cx="11375136" cy="609600"/>
          </a:xfrm>
        </p:spPr>
        <p:txBody>
          <a:bodyPr/>
          <a:lstStyle/>
          <a:p>
            <a:r>
              <a:rPr lang="en-US" dirty="0">
                <a:latin typeface="Montserrat"/>
              </a:rPr>
              <a:t>Create Notification in CRM7</a:t>
            </a:r>
            <a:endParaRPr lang="en-US" dirty="0"/>
          </a:p>
        </p:txBody>
      </p:sp>
      <p:pic>
        <p:nvPicPr>
          <p:cNvPr id="10" name="Picture 9">
            <a:extLst>
              <a:ext uri="{FF2B5EF4-FFF2-40B4-BE49-F238E27FC236}">
                <a16:creationId xmlns:a16="http://schemas.microsoft.com/office/drawing/2014/main" id="{1BFA9092-9F51-D2E7-E8B8-A8634CDCD36C}"/>
              </a:ext>
            </a:extLst>
          </p:cNvPr>
          <p:cNvPicPr>
            <a:picLocks noChangeAspect="1"/>
          </p:cNvPicPr>
          <p:nvPr/>
        </p:nvPicPr>
        <p:blipFill>
          <a:blip r:embed="rId2"/>
          <a:stretch>
            <a:fillRect/>
          </a:stretch>
        </p:blipFill>
        <p:spPr>
          <a:xfrm>
            <a:off x="1" y="800113"/>
            <a:ext cx="5181600" cy="2895749"/>
          </a:xfrm>
          <a:prstGeom prst="rect">
            <a:avLst/>
          </a:prstGeom>
        </p:spPr>
      </p:pic>
      <p:cxnSp>
        <p:nvCxnSpPr>
          <p:cNvPr id="16" name="Connector: Elbow 15">
            <a:extLst>
              <a:ext uri="{FF2B5EF4-FFF2-40B4-BE49-F238E27FC236}">
                <a16:creationId xmlns:a16="http://schemas.microsoft.com/office/drawing/2014/main" id="{960FF714-C714-DE77-9FAA-BBC2C98E2F40}"/>
              </a:ext>
            </a:extLst>
          </p:cNvPr>
          <p:cNvCxnSpPr>
            <a:cxnSpLocks/>
            <a:stCxn id="10" idx="2"/>
            <a:endCxn id="18" idx="1"/>
          </p:cNvCxnSpPr>
          <p:nvPr/>
        </p:nvCxnSpPr>
        <p:spPr>
          <a:xfrm rot="16200000" flipH="1">
            <a:off x="1946139" y="4340523"/>
            <a:ext cx="1647899" cy="35857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00BAD58A-B88B-7F76-AE53-E7BA8046FC98}"/>
              </a:ext>
            </a:extLst>
          </p:cNvPr>
          <p:cNvPicPr>
            <a:picLocks noChangeAspect="1"/>
          </p:cNvPicPr>
          <p:nvPr/>
        </p:nvPicPr>
        <p:blipFill>
          <a:blip r:embed="rId3"/>
          <a:stretch>
            <a:fillRect/>
          </a:stretch>
        </p:blipFill>
        <p:spPr>
          <a:xfrm>
            <a:off x="2949376" y="3886361"/>
            <a:ext cx="7741048" cy="2914800"/>
          </a:xfrm>
          <a:prstGeom prst="rect">
            <a:avLst/>
          </a:prstGeom>
        </p:spPr>
      </p:pic>
      <p:sp>
        <p:nvSpPr>
          <p:cNvPr id="26" name="Oval 25">
            <a:extLst>
              <a:ext uri="{FF2B5EF4-FFF2-40B4-BE49-F238E27FC236}">
                <a16:creationId xmlns:a16="http://schemas.microsoft.com/office/drawing/2014/main" id="{5F0194A8-E865-9418-7500-E8701D3EF50C}"/>
              </a:ext>
            </a:extLst>
          </p:cNvPr>
          <p:cNvSpPr/>
          <p:nvPr/>
        </p:nvSpPr>
        <p:spPr>
          <a:xfrm>
            <a:off x="666750" y="3753011"/>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1</a:t>
            </a:r>
          </a:p>
        </p:txBody>
      </p:sp>
      <p:sp>
        <p:nvSpPr>
          <p:cNvPr id="27" name="Oval 26">
            <a:extLst>
              <a:ext uri="{FF2B5EF4-FFF2-40B4-BE49-F238E27FC236}">
                <a16:creationId xmlns:a16="http://schemas.microsoft.com/office/drawing/2014/main" id="{0E8260BB-BA42-9416-FA77-41F51B5414D9}"/>
              </a:ext>
            </a:extLst>
          </p:cNvPr>
          <p:cNvSpPr/>
          <p:nvPr/>
        </p:nvSpPr>
        <p:spPr>
          <a:xfrm>
            <a:off x="1827114" y="5438936"/>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2</a:t>
            </a:r>
          </a:p>
        </p:txBody>
      </p:sp>
      <p:cxnSp>
        <p:nvCxnSpPr>
          <p:cNvPr id="29" name="Connector: Elbow 28">
            <a:extLst>
              <a:ext uri="{FF2B5EF4-FFF2-40B4-BE49-F238E27FC236}">
                <a16:creationId xmlns:a16="http://schemas.microsoft.com/office/drawing/2014/main" id="{441EDB43-DF38-571B-4BBA-5874BAAC42C2}"/>
              </a:ext>
            </a:extLst>
          </p:cNvPr>
          <p:cNvCxnSpPr>
            <a:cxnSpLocks/>
            <a:stCxn id="18" idx="3"/>
          </p:cNvCxnSpPr>
          <p:nvPr/>
        </p:nvCxnSpPr>
        <p:spPr>
          <a:xfrm flipV="1">
            <a:off x="10690424" y="3651187"/>
            <a:ext cx="387151" cy="169257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2F3AA5A8-1739-E779-5C89-AB7853E18FEA}"/>
              </a:ext>
            </a:extLst>
          </p:cNvPr>
          <p:cNvSpPr/>
          <p:nvPr/>
        </p:nvSpPr>
        <p:spPr>
          <a:xfrm>
            <a:off x="11144250" y="3695861"/>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3</a:t>
            </a:r>
          </a:p>
        </p:txBody>
      </p:sp>
      <p:pic>
        <p:nvPicPr>
          <p:cNvPr id="4" name="Picture 3">
            <a:extLst>
              <a:ext uri="{FF2B5EF4-FFF2-40B4-BE49-F238E27FC236}">
                <a16:creationId xmlns:a16="http://schemas.microsoft.com/office/drawing/2014/main" id="{97191C70-48C6-7019-49E3-5EE2BA87917D}"/>
              </a:ext>
            </a:extLst>
          </p:cNvPr>
          <p:cNvPicPr>
            <a:picLocks noChangeAspect="1"/>
          </p:cNvPicPr>
          <p:nvPr/>
        </p:nvPicPr>
        <p:blipFill>
          <a:blip r:embed="rId4"/>
          <a:stretch>
            <a:fillRect/>
          </a:stretch>
        </p:blipFill>
        <p:spPr>
          <a:xfrm>
            <a:off x="5786381" y="361639"/>
            <a:ext cx="6319894" cy="3295650"/>
          </a:xfrm>
          <a:prstGeom prst="rect">
            <a:avLst/>
          </a:prstGeom>
        </p:spPr>
      </p:pic>
    </p:spTree>
    <p:extLst>
      <p:ext uri="{BB962C8B-B14F-4D97-AF65-F5344CB8AC3E}">
        <p14:creationId xmlns:p14="http://schemas.microsoft.com/office/powerpoint/2010/main" val="16742398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88C5D-F9B2-DACC-AE6F-234D89E825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876EB1-8575-0A55-0419-6A888ACDF073}"/>
              </a:ext>
            </a:extLst>
          </p:cNvPr>
          <p:cNvSpPr>
            <a:spLocks noGrp="1"/>
          </p:cNvSpPr>
          <p:nvPr>
            <p:ph type="title"/>
          </p:nvPr>
        </p:nvSpPr>
        <p:spPr>
          <a:xfrm>
            <a:off x="0" y="56839"/>
            <a:ext cx="11375136" cy="609600"/>
          </a:xfrm>
        </p:spPr>
        <p:txBody>
          <a:bodyPr/>
          <a:lstStyle/>
          <a:p>
            <a:r>
              <a:rPr lang="en-US" dirty="0">
                <a:latin typeface="Montserrat"/>
              </a:rPr>
              <a:t>Create Notification in CRM7</a:t>
            </a:r>
            <a:endParaRPr lang="en-US" dirty="0"/>
          </a:p>
        </p:txBody>
      </p:sp>
      <p:sp>
        <p:nvSpPr>
          <p:cNvPr id="26" name="Oval 25">
            <a:extLst>
              <a:ext uri="{FF2B5EF4-FFF2-40B4-BE49-F238E27FC236}">
                <a16:creationId xmlns:a16="http://schemas.microsoft.com/office/drawing/2014/main" id="{F3C8722A-3DBE-E5A1-EAB4-B056813FAA40}"/>
              </a:ext>
            </a:extLst>
          </p:cNvPr>
          <p:cNvSpPr/>
          <p:nvPr/>
        </p:nvSpPr>
        <p:spPr>
          <a:xfrm>
            <a:off x="288825" y="143518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4</a:t>
            </a:r>
          </a:p>
        </p:txBody>
      </p:sp>
      <p:sp>
        <p:nvSpPr>
          <p:cNvPr id="27" name="Oval 26">
            <a:extLst>
              <a:ext uri="{FF2B5EF4-FFF2-40B4-BE49-F238E27FC236}">
                <a16:creationId xmlns:a16="http://schemas.microsoft.com/office/drawing/2014/main" id="{670CB824-6E90-D6CF-742A-2083E09AA8D7}"/>
              </a:ext>
            </a:extLst>
          </p:cNvPr>
          <p:cNvSpPr/>
          <p:nvPr/>
        </p:nvSpPr>
        <p:spPr>
          <a:xfrm>
            <a:off x="288825" y="2802102"/>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5</a:t>
            </a:r>
          </a:p>
        </p:txBody>
      </p:sp>
      <p:pic>
        <p:nvPicPr>
          <p:cNvPr id="38" name="Picture 37">
            <a:extLst>
              <a:ext uri="{FF2B5EF4-FFF2-40B4-BE49-F238E27FC236}">
                <a16:creationId xmlns:a16="http://schemas.microsoft.com/office/drawing/2014/main" id="{B9FBDBCE-0B02-6A3B-999E-638069F492B7}"/>
              </a:ext>
            </a:extLst>
          </p:cNvPr>
          <p:cNvPicPr>
            <a:picLocks noChangeAspect="1"/>
          </p:cNvPicPr>
          <p:nvPr/>
        </p:nvPicPr>
        <p:blipFill>
          <a:blip r:embed="rId2"/>
          <a:stretch>
            <a:fillRect/>
          </a:stretch>
        </p:blipFill>
        <p:spPr>
          <a:xfrm>
            <a:off x="1419019" y="873101"/>
            <a:ext cx="8020462" cy="2825895"/>
          </a:xfrm>
          <a:prstGeom prst="rect">
            <a:avLst/>
          </a:prstGeom>
        </p:spPr>
      </p:pic>
      <p:pic>
        <p:nvPicPr>
          <p:cNvPr id="40" name="Picture 39">
            <a:extLst>
              <a:ext uri="{FF2B5EF4-FFF2-40B4-BE49-F238E27FC236}">
                <a16:creationId xmlns:a16="http://schemas.microsoft.com/office/drawing/2014/main" id="{2F93D7F1-6E06-C374-566E-1D219F310947}"/>
              </a:ext>
            </a:extLst>
          </p:cNvPr>
          <p:cNvPicPr>
            <a:picLocks noChangeAspect="1"/>
          </p:cNvPicPr>
          <p:nvPr/>
        </p:nvPicPr>
        <p:blipFill>
          <a:blip r:embed="rId3"/>
          <a:stretch>
            <a:fillRect/>
          </a:stretch>
        </p:blipFill>
        <p:spPr>
          <a:xfrm>
            <a:off x="1419019" y="3914813"/>
            <a:ext cx="8115717" cy="997001"/>
          </a:xfrm>
          <a:prstGeom prst="rect">
            <a:avLst/>
          </a:prstGeom>
        </p:spPr>
      </p:pic>
      <p:sp>
        <p:nvSpPr>
          <p:cNvPr id="41" name="Oval 40">
            <a:extLst>
              <a:ext uri="{FF2B5EF4-FFF2-40B4-BE49-F238E27FC236}">
                <a16:creationId xmlns:a16="http://schemas.microsoft.com/office/drawing/2014/main" id="{06525F9E-4E54-EF8B-3BFC-75DB02A57348}"/>
              </a:ext>
            </a:extLst>
          </p:cNvPr>
          <p:cNvSpPr/>
          <p:nvPr/>
        </p:nvSpPr>
        <p:spPr>
          <a:xfrm>
            <a:off x="288825" y="4041918"/>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6</a:t>
            </a:r>
          </a:p>
        </p:txBody>
      </p:sp>
      <p:pic>
        <p:nvPicPr>
          <p:cNvPr id="45" name="Picture 44">
            <a:extLst>
              <a:ext uri="{FF2B5EF4-FFF2-40B4-BE49-F238E27FC236}">
                <a16:creationId xmlns:a16="http://schemas.microsoft.com/office/drawing/2014/main" id="{A8ABDB32-747E-6877-C91E-8F80AA26BB61}"/>
              </a:ext>
            </a:extLst>
          </p:cNvPr>
          <p:cNvPicPr>
            <a:picLocks noChangeAspect="1"/>
          </p:cNvPicPr>
          <p:nvPr/>
        </p:nvPicPr>
        <p:blipFill>
          <a:blip r:embed="rId4"/>
          <a:stretch>
            <a:fillRect/>
          </a:stretch>
        </p:blipFill>
        <p:spPr>
          <a:xfrm>
            <a:off x="1419019" y="5045051"/>
            <a:ext cx="8064914" cy="939848"/>
          </a:xfrm>
          <a:prstGeom prst="rect">
            <a:avLst/>
          </a:prstGeom>
        </p:spPr>
      </p:pic>
      <p:sp>
        <p:nvSpPr>
          <p:cNvPr id="46" name="Oval 45">
            <a:extLst>
              <a:ext uri="{FF2B5EF4-FFF2-40B4-BE49-F238E27FC236}">
                <a16:creationId xmlns:a16="http://schemas.microsoft.com/office/drawing/2014/main" id="{D3FFC2FA-63FA-B225-17C6-27C4E4DD9601}"/>
              </a:ext>
            </a:extLst>
          </p:cNvPr>
          <p:cNvSpPr/>
          <p:nvPr/>
        </p:nvSpPr>
        <p:spPr>
          <a:xfrm>
            <a:off x="288825" y="514358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7</a:t>
            </a:r>
          </a:p>
        </p:txBody>
      </p:sp>
      <p:sp>
        <p:nvSpPr>
          <p:cNvPr id="47" name="TextBox 46">
            <a:extLst>
              <a:ext uri="{FF2B5EF4-FFF2-40B4-BE49-F238E27FC236}">
                <a16:creationId xmlns:a16="http://schemas.microsoft.com/office/drawing/2014/main" id="{E463AA8D-6E83-3E31-7B45-2C8F919B48E5}"/>
              </a:ext>
            </a:extLst>
          </p:cNvPr>
          <p:cNvSpPr txBox="1"/>
          <p:nvPr/>
        </p:nvSpPr>
        <p:spPr>
          <a:xfrm>
            <a:off x="9534737" y="2575395"/>
            <a:ext cx="2657264" cy="1938992"/>
          </a:xfrm>
          <a:prstGeom prst="rect">
            <a:avLst/>
          </a:prstGeom>
          <a:noFill/>
          <a:ln>
            <a:noFill/>
          </a:ln>
        </p:spPr>
        <p:txBody>
          <a:bodyPr wrap="square" rtlCol="0">
            <a:spAutoFit/>
          </a:bodyPr>
          <a:lstStyle/>
          <a:p>
            <a:pPr algn="l"/>
            <a:r>
              <a:rPr lang="en-US" sz="1000" b="1" dirty="0">
                <a:latin typeface="Montserrat" pitchFamily="2" charset="77"/>
              </a:rPr>
              <a:t>Complaint Types that are service notifications:</a:t>
            </a:r>
          </a:p>
          <a:p>
            <a:pPr algn="l"/>
            <a:endParaRPr lang="en-US" sz="1000" dirty="0">
              <a:latin typeface="Montserrat" pitchFamily="2" charset="77"/>
            </a:endParaRPr>
          </a:p>
          <a:p>
            <a:pPr marL="228600" indent="-228600" algn="l">
              <a:buAutoNum type="arabicPeriod"/>
            </a:pPr>
            <a:r>
              <a:rPr lang="en-US" sz="1000" dirty="0">
                <a:latin typeface="Montserrat" pitchFamily="2" charset="77"/>
              </a:rPr>
              <a:t>Billing</a:t>
            </a:r>
          </a:p>
          <a:p>
            <a:pPr marL="228600" indent="-228600" algn="l">
              <a:buAutoNum type="arabicPeriod"/>
            </a:pPr>
            <a:r>
              <a:rPr lang="en-US" sz="1000" dirty="0">
                <a:latin typeface="Montserrat" pitchFamily="2" charset="77"/>
              </a:rPr>
              <a:t>We Care</a:t>
            </a:r>
          </a:p>
          <a:p>
            <a:pPr marL="228600" indent="-228600" algn="l">
              <a:buAutoNum type="arabicPeriod"/>
            </a:pPr>
            <a:r>
              <a:rPr lang="en-US" sz="1000" dirty="0">
                <a:latin typeface="Montserrat" pitchFamily="2" charset="77"/>
              </a:rPr>
              <a:t>Corporate</a:t>
            </a:r>
          </a:p>
          <a:p>
            <a:pPr marL="228600" indent="-228600" algn="l">
              <a:buAutoNum type="arabicPeriod"/>
            </a:pPr>
            <a:r>
              <a:rPr lang="en-US" sz="1000" dirty="0">
                <a:latin typeface="Montserrat" pitchFamily="2" charset="77"/>
              </a:rPr>
              <a:t>E.C.A.C.</a:t>
            </a:r>
          </a:p>
          <a:p>
            <a:pPr marL="228600" indent="-228600" algn="l">
              <a:buAutoNum type="arabicPeriod"/>
            </a:pPr>
            <a:r>
              <a:rPr lang="en-US" sz="1000" dirty="0">
                <a:latin typeface="Montserrat" pitchFamily="2" charset="77"/>
              </a:rPr>
              <a:t>M.P.S.C. Inquiry to the following group</a:t>
            </a:r>
          </a:p>
          <a:p>
            <a:pPr marL="228600" indent="-228600" algn="l">
              <a:buAutoNum type="arabicPeriod"/>
            </a:pPr>
            <a:r>
              <a:rPr lang="en-US" sz="1000" dirty="0">
                <a:latin typeface="Montserrat" pitchFamily="2" charset="77"/>
              </a:rPr>
              <a:t>Legislative</a:t>
            </a:r>
          </a:p>
          <a:p>
            <a:pPr marL="228600" indent="-228600" algn="l">
              <a:buAutoNum type="arabicPeriod"/>
            </a:pPr>
            <a:r>
              <a:rPr lang="en-US" sz="1000" dirty="0">
                <a:latin typeface="Montserrat" pitchFamily="2" charset="77"/>
              </a:rPr>
              <a:t>M.P.S.C.</a:t>
            </a:r>
          </a:p>
          <a:p>
            <a:pPr marL="228600" indent="-228600" algn="l">
              <a:buAutoNum type="arabicPeriod"/>
            </a:pPr>
            <a:r>
              <a:rPr lang="en-US" sz="1000" dirty="0">
                <a:latin typeface="Montserrat" pitchFamily="2" charset="77"/>
              </a:rPr>
              <a:t>Other</a:t>
            </a:r>
          </a:p>
        </p:txBody>
      </p:sp>
    </p:spTree>
    <p:extLst>
      <p:ext uri="{BB962C8B-B14F-4D97-AF65-F5344CB8AC3E}">
        <p14:creationId xmlns:p14="http://schemas.microsoft.com/office/powerpoint/2010/main" val="37992646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C70A6-A2AE-072D-FC43-B5D383EDE0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C70841-D7E9-D283-59D3-42D20022279D}"/>
              </a:ext>
            </a:extLst>
          </p:cNvPr>
          <p:cNvSpPr>
            <a:spLocks noGrp="1"/>
          </p:cNvSpPr>
          <p:nvPr>
            <p:ph type="title"/>
          </p:nvPr>
        </p:nvSpPr>
        <p:spPr>
          <a:xfrm>
            <a:off x="0" y="56839"/>
            <a:ext cx="11375136" cy="609600"/>
          </a:xfrm>
        </p:spPr>
        <p:txBody>
          <a:bodyPr/>
          <a:lstStyle/>
          <a:p>
            <a:r>
              <a:rPr lang="en-US" dirty="0">
                <a:latin typeface="Montserrat"/>
              </a:rPr>
              <a:t>Create Notification in CRM7</a:t>
            </a:r>
            <a:endParaRPr lang="en-US" dirty="0"/>
          </a:p>
        </p:txBody>
      </p:sp>
      <p:pic>
        <p:nvPicPr>
          <p:cNvPr id="4" name="Picture 3">
            <a:extLst>
              <a:ext uri="{FF2B5EF4-FFF2-40B4-BE49-F238E27FC236}">
                <a16:creationId xmlns:a16="http://schemas.microsoft.com/office/drawing/2014/main" id="{C18DDDBB-415E-95D0-AD65-7CEC627F0BC3}"/>
              </a:ext>
            </a:extLst>
          </p:cNvPr>
          <p:cNvPicPr>
            <a:picLocks noChangeAspect="1"/>
          </p:cNvPicPr>
          <p:nvPr/>
        </p:nvPicPr>
        <p:blipFill>
          <a:blip r:embed="rId2"/>
          <a:stretch>
            <a:fillRect/>
          </a:stretch>
        </p:blipFill>
        <p:spPr>
          <a:xfrm>
            <a:off x="962025" y="747061"/>
            <a:ext cx="7528921" cy="2403463"/>
          </a:xfrm>
          <a:prstGeom prst="rect">
            <a:avLst/>
          </a:prstGeom>
        </p:spPr>
      </p:pic>
      <p:sp>
        <p:nvSpPr>
          <p:cNvPr id="5" name="Oval 4">
            <a:extLst>
              <a:ext uri="{FF2B5EF4-FFF2-40B4-BE49-F238E27FC236}">
                <a16:creationId xmlns:a16="http://schemas.microsoft.com/office/drawing/2014/main" id="{376A0B09-9D4E-C9F8-DADA-ADD1F69DE0DA}"/>
              </a:ext>
            </a:extLst>
          </p:cNvPr>
          <p:cNvSpPr/>
          <p:nvPr/>
        </p:nvSpPr>
        <p:spPr>
          <a:xfrm>
            <a:off x="0" y="1577397"/>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7</a:t>
            </a:r>
          </a:p>
        </p:txBody>
      </p:sp>
      <p:pic>
        <p:nvPicPr>
          <p:cNvPr id="7" name="Picture 6">
            <a:extLst>
              <a:ext uri="{FF2B5EF4-FFF2-40B4-BE49-F238E27FC236}">
                <a16:creationId xmlns:a16="http://schemas.microsoft.com/office/drawing/2014/main" id="{63920A7E-EE68-6302-5D9D-9425A3FAAFB1}"/>
              </a:ext>
            </a:extLst>
          </p:cNvPr>
          <p:cNvPicPr>
            <a:picLocks noChangeAspect="1"/>
          </p:cNvPicPr>
          <p:nvPr/>
        </p:nvPicPr>
        <p:blipFill>
          <a:blip r:embed="rId3"/>
          <a:stretch>
            <a:fillRect/>
          </a:stretch>
        </p:blipFill>
        <p:spPr>
          <a:xfrm>
            <a:off x="962025" y="3429000"/>
            <a:ext cx="5550185" cy="2216264"/>
          </a:xfrm>
          <a:prstGeom prst="rect">
            <a:avLst/>
          </a:prstGeom>
        </p:spPr>
      </p:pic>
      <p:sp>
        <p:nvSpPr>
          <p:cNvPr id="8" name="Oval 7">
            <a:extLst>
              <a:ext uri="{FF2B5EF4-FFF2-40B4-BE49-F238E27FC236}">
                <a16:creationId xmlns:a16="http://schemas.microsoft.com/office/drawing/2014/main" id="{568661AF-3EC8-CF54-40BC-EF3F11EF1AD4}"/>
              </a:ext>
            </a:extLst>
          </p:cNvPr>
          <p:cNvSpPr/>
          <p:nvPr/>
        </p:nvSpPr>
        <p:spPr>
          <a:xfrm>
            <a:off x="0" y="398086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latin typeface="Montserrat" pitchFamily="2" charset="77"/>
              </a:rPr>
              <a:t>8</a:t>
            </a:r>
          </a:p>
        </p:txBody>
      </p:sp>
    </p:spTree>
    <p:extLst>
      <p:ext uri="{BB962C8B-B14F-4D97-AF65-F5344CB8AC3E}">
        <p14:creationId xmlns:p14="http://schemas.microsoft.com/office/powerpoint/2010/main" val="35766389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8AD9-C562-0A66-3245-27003D6123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ADE128-7472-6743-01A1-E48E75E36123}"/>
              </a:ext>
            </a:extLst>
          </p:cNvPr>
          <p:cNvSpPr>
            <a:spLocks noGrp="1"/>
          </p:cNvSpPr>
          <p:nvPr>
            <p:ph type="title"/>
          </p:nvPr>
        </p:nvSpPr>
        <p:spPr>
          <a:xfrm>
            <a:off x="0" y="56839"/>
            <a:ext cx="11375136" cy="609600"/>
          </a:xfrm>
        </p:spPr>
        <p:txBody>
          <a:bodyPr/>
          <a:lstStyle/>
          <a:p>
            <a:r>
              <a:rPr lang="en-US" dirty="0">
                <a:latin typeface="Montserrat"/>
              </a:rPr>
              <a:t>Create Case in Service Cloud v2 </a:t>
            </a:r>
            <a:endParaRPr lang="en-US" dirty="0"/>
          </a:p>
        </p:txBody>
      </p:sp>
      <p:pic>
        <p:nvPicPr>
          <p:cNvPr id="7" name="Picture 6">
            <a:extLst>
              <a:ext uri="{FF2B5EF4-FFF2-40B4-BE49-F238E27FC236}">
                <a16:creationId xmlns:a16="http://schemas.microsoft.com/office/drawing/2014/main" id="{411867D8-8A41-3E0E-DB8D-A63C5C072DC0}"/>
              </a:ext>
            </a:extLst>
          </p:cNvPr>
          <p:cNvPicPr>
            <a:picLocks noChangeAspect="1"/>
          </p:cNvPicPr>
          <p:nvPr/>
        </p:nvPicPr>
        <p:blipFill>
          <a:blip r:embed="rId2"/>
          <a:stretch>
            <a:fillRect/>
          </a:stretch>
        </p:blipFill>
        <p:spPr>
          <a:xfrm>
            <a:off x="0" y="2017646"/>
            <a:ext cx="12084671" cy="3892750"/>
          </a:xfrm>
          <a:prstGeom prst="rect">
            <a:avLst/>
          </a:prstGeom>
        </p:spPr>
      </p:pic>
    </p:spTree>
    <p:extLst>
      <p:ext uri="{BB962C8B-B14F-4D97-AF65-F5344CB8AC3E}">
        <p14:creationId xmlns:p14="http://schemas.microsoft.com/office/powerpoint/2010/main" val="20936793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E7E0-2FAF-78D8-98FC-DA47ADA5BC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12E673-B36A-6B91-A9DA-A3A82DA9CD6A}"/>
              </a:ext>
            </a:extLst>
          </p:cNvPr>
          <p:cNvSpPr>
            <a:spLocks noGrp="1"/>
          </p:cNvSpPr>
          <p:nvPr>
            <p:ph type="title"/>
          </p:nvPr>
        </p:nvSpPr>
        <p:spPr>
          <a:xfrm>
            <a:off x="0" y="56839"/>
            <a:ext cx="11375136" cy="609600"/>
          </a:xfrm>
        </p:spPr>
        <p:txBody>
          <a:bodyPr/>
          <a:lstStyle/>
          <a:p>
            <a:r>
              <a:rPr lang="en-US" dirty="0">
                <a:latin typeface="Montserrat"/>
              </a:rPr>
              <a:t>Create Case in Service Cloud v2 </a:t>
            </a:r>
            <a:endParaRPr lang="en-US" dirty="0"/>
          </a:p>
        </p:txBody>
      </p:sp>
      <p:pic>
        <p:nvPicPr>
          <p:cNvPr id="4" name="Picture 3">
            <a:extLst>
              <a:ext uri="{FF2B5EF4-FFF2-40B4-BE49-F238E27FC236}">
                <a16:creationId xmlns:a16="http://schemas.microsoft.com/office/drawing/2014/main" id="{FDEC9E5D-59F5-CCD1-3F84-4A97F69FEF22}"/>
              </a:ext>
            </a:extLst>
          </p:cNvPr>
          <p:cNvPicPr>
            <a:picLocks noChangeAspect="1"/>
          </p:cNvPicPr>
          <p:nvPr/>
        </p:nvPicPr>
        <p:blipFill>
          <a:blip r:embed="rId2"/>
          <a:stretch>
            <a:fillRect/>
          </a:stretch>
        </p:blipFill>
        <p:spPr>
          <a:xfrm>
            <a:off x="1157851" y="1235412"/>
            <a:ext cx="9876298" cy="4675232"/>
          </a:xfrm>
          <a:prstGeom prst="rect">
            <a:avLst/>
          </a:prstGeom>
        </p:spPr>
      </p:pic>
    </p:spTree>
    <p:extLst>
      <p:ext uri="{BB962C8B-B14F-4D97-AF65-F5344CB8AC3E}">
        <p14:creationId xmlns:p14="http://schemas.microsoft.com/office/powerpoint/2010/main" val="44951230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24A13-888E-8608-C2F6-BD153CDC9B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8C5DEE-8C1F-9A69-C42F-265ABBEE20FD}"/>
              </a:ext>
            </a:extLst>
          </p:cNvPr>
          <p:cNvSpPr>
            <a:spLocks noGrp="1"/>
          </p:cNvSpPr>
          <p:nvPr>
            <p:ph type="title"/>
          </p:nvPr>
        </p:nvSpPr>
        <p:spPr>
          <a:xfrm>
            <a:off x="0" y="56839"/>
            <a:ext cx="11375136" cy="609600"/>
          </a:xfrm>
        </p:spPr>
        <p:txBody>
          <a:bodyPr/>
          <a:lstStyle/>
          <a:p>
            <a:r>
              <a:rPr lang="en-US" dirty="0">
                <a:latin typeface="Montserrat"/>
              </a:rPr>
              <a:t>Create Case in Service Cloud v2 </a:t>
            </a:r>
            <a:endParaRPr lang="en-US" dirty="0"/>
          </a:p>
        </p:txBody>
      </p:sp>
      <p:pic>
        <p:nvPicPr>
          <p:cNvPr id="4" name="Picture 3">
            <a:extLst>
              <a:ext uri="{FF2B5EF4-FFF2-40B4-BE49-F238E27FC236}">
                <a16:creationId xmlns:a16="http://schemas.microsoft.com/office/drawing/2014/main" id="{C046531D-530C-C98A-4848-79C226E3F447}"/>
              </a:ext>
            </a:extLst>
          </p:cNvPr>
          <p:cNvPicPr>
            <a:picLocks noChangeAspect="1"/>
          </p:cNvPicPr>
          <p:nvPr/>
        </p:nvPicPr>
        <p:blipFill>
          <a:blip r:embed="rId2"/>
          <a:stretch>
            <a:fillRect/>
          </a:stretch>
        </p:blipFill>
        <p:spPr>
          <a:xfrm>
            <a:off x="789259" y="1263550"/>
            <a:ext cx="10613482" cy="5096933"/>
          </a:xfrm>
          <a:prstGeom prst="rect">
            <a:avLst/>
          </a:prstGeom>
        </p:spPr>
      </p:pic>
    </p:spTree>
    <p:extLst>
      <p:ext uri="{BB962C8B-B14F-4D97-AF65-F5344CB8AC3E}">
        <p14:creationId xmlns:p14="http://schemas.microsoft.com/office/powerpoint/2010/main" val="1835739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C6A8B-5028-B2CE-45AF-1E9BAD8E38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2AE469-F444-5270-583D-8F77A60D3206}"/>
              </a:ext>
            </a:extLst>
          </p:cNvPr>
          <p:cNvSpPr>
            <a:spLocks noGrp="1"/>
          </p:cNvSpPr>
          <p:nvPr>
            <p:ph type="title"/>
          </p:nvPr>
        </p:nvSpPr>
        <p:spPr>
          <a:xfrm>
            <a:off x="0" y="56839"/>
            <a:ext cx="11375136" cy="609600"/>
          </a:xfrm>
        </p:spPr>
        <p:txBody>
          <a:bodyPr/>
          <a:lstStyle/>
          <a:p>
            <a:r>
              <a:rPr lang="en-US" dirty="0">
                <a:latin typeface="Montserrat"/>
              </a:rPr>
              <a:t>Create Case in Service Cloud v2 </a:t>
            </a:r>
            <a:endParaRPr lang="en-US" dirty="0"/>
          </a:p>
        </p:txBody>
      </p:sp>
      <p:pic>
        <p:nvPicPr>
          <p:cNvPr id="5" name="Picture 4">
            <a:extLst>
              <a:ext uri="{FF2B5EF4-FFF2-40B4-BE49-F238E27FC236}">
                <a16:creationId xmlns:a16="http://schemas.microsoft.com/office/drawing/2014/main" id="{DD46A2F9-323A-37B8-E160-75ED49E006A4}"/>
              </a:ext>
            </a:extLst>
          </p:cNvPr>
          <p:cNvPicPr>
            <a:picLocks noChangeAspect="1"/>
          </p:cNvPicPr>
          <p:nvPr/>
        </p:nvPicPr>
        <p:blipFill>
          <a:blip r:embed="rId2"/>
          <a:stretch>
            <a:fillRect/>
          </a:stretch>
        </p:blipFill>
        <p:spPr>
          <a:xfrm>
            <a:off x="1033443" y="1333799"/>
            <a:ext cx="10125114" cy="4787679"/>
          </a:xfrm>
          <a:prstGeom prst="rect">
            <a:avLst/>
          </a:prstGeom>
        </p:spPr>
      </p:pic>
    </p:spTree>
    <p:extLst>
      <p:ext uri="{BB962C8B-B14F-4D97-AF65-F5344CB8AC3E}">
        <p14:creationId xmlns:p14="http://schemas.microsoft.com/office/powerpoint/2010/main" val="16682979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F830F-4DE9-3BA1-A33A-ACC742A7FC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D4EC909-0AB1-CC9C-1041-F68FA54BE786}"/>
              </a:ext>
            </a:extLst>
          </p:cNvPr>
          <p:cNvSpPr>
            <a:spLocks noGrp="1"/>
          </p:cNvSpPr>
          <p:nvPr>
            <p:ph type="title"/>
          </p:nvPr>
        </p:nvSpPr>
        <p:spPr>
          <a:xfrm>
            <a:off x="255766" y="4425702"/>
            <a:ext cx="6483035" cy="1887074"/>
          </a:xfrm>
        </p:spPr>
        <p:txBody>
          <a:bodyPr/>
          <a:lstStyle/>
          <a:p>
            <a:r>
              <a:rPr lang="en-US" sz="4250" b="1" dirty="0">
                <a:latin typeface="Montserrat"/>
              </a:rPr>
              <a:t>02.2</a:t>
            </a:r>
            <a:r>
              <a:rPr lang="en-US" sz="4250" dirty="0">
                <a:latin typeface="Montserrat"/>
              </a:rPr>
              <a:t> (L3) Display Cases</a:t>
            </a:r>
            <a:endParaRPr lang="en-US" sz="4400" dirty="0"/>
          </a:p>
        </p:txBody>
      </p:sp>
    </p:spTree>
    <p:extLst>
      <p:ext uri="{BB962C8B-B14F-4D97-AF65-F5344CB8AC3E}">
        <p14:creationId xmlns:p14="http://schemas.microsoft.com/office/powerpoint/2010/main" val="16157158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5707-7CC4-EC30-F158-52E5FB6A165A}"/>
            </a:ext>
          </a:extLst>
        </p:cNvPr>
        <p:cNvGrpSpPr/>
        <p:nvPr/>
      </p:nvGrpSpPr>
      <p:grpSpPr>
        <a:xfrm>
          <a:off x="0" y="0"/>
          <a:ext cx="0" cy="0"/>
          <a:chOff x="0" y="0"/>
          <a:chExt cx="0" cy="0"/>
        </a:xfrm>
      </p:grpSpPr>
      <p:pic>
        <p:nvPicPr>
          <p:cNvPr id="9" name="Content Placeholder 8" descr="A screenshot of a computer&#10;&#10;AI-generated content may be incorrect.">
            <a:extLst>
              <a:ext uri="{FF2B5EF4-FFF2-40B4-BE49-F238E27FC236}">
                <a16:creationId xmlns:a16="http://schemas.microsoft.com/office/drawing/2014/main" id="{95C7D88F-7041-0E33-5E4F-EB23CA49139D}"/>
              </a:ext>
            </a:extLst>
          </p:cNvPr>
          <p:cNvPicPr>
            <a:picLocks noGrp="1" noChangeAspect="1"/>
          </p:cNvPicPr>
          <p:nvPr>
            <p:ph idx="1"/>
          </p:nvPr>
        </p:nvPicPr>
        <p:blipFill>
          <a:blip r:embed="rId2"/>
          <a:stretch>
            <a:fillRect/>
          </a:stretch>
        </p:blipFill>
        <p:spPr>
          <a:xfrm>
            <a:off x="260096" y="1715954"/>
            <a:ext cx="11677804" cy="5029452"/>
          </a:xfrm>
          <a:prstGeom prst="rect">
            <a:avLst/>
          </a:prstGeom>
        </p:spPr>
      </p:pic>
      <p:sp>
        <p:nvSpPr>
          <p:cNvPr id="3" name="Title 2">
            <a:extLst>
              <a:ext uri="{FF2B5EF4-FFF2-40B4-BE49-F238E27FC236}">
                <a16:creationId xmlns:a16="http://schemas.microsoft.com/office/drawing/2014/main" id="{352BE661-FB62-5E94-F964-DF13E07EFBDD}"/>
              </a:ext>
            </a:extLst>
          </p:cNvPr>
          <p:cNvSpPr>
            <a:spLocks noGrp="1"/>
          </p:cNvSpPr>
          <p:nvPr>
            <p:ph type="title"/>
          </p:nvPr>
        </p:nvSpPr>
        <p:spPr/>
        <p:txBody>
          <a:bodyPr/>
          <a:lstStyle/>
          <a:p>
            <a:r>
              <a:rPr lang="en-US">
                <a:latin typeface="Montserrat"/>
              </a:rPr>
              <a:t>Display Notification</a:t>
            </a:r>
            <a:endParaRPr lang="en-US"/>
          </a:p>
        </p:txBody>
      </p:sp>
      <p:sp>
        <p:nvSpPr>
          <p:cNvPr id="5" name="Rectangle 4">
            <a:extLst>
              <a:ext uri="{FF2B5EF4-FFF2-40B4-BE49-F238E27FC236}">
                <a16:creationId xmlns:a16="http://schemas.microsoft.com/office/drawing/2014/main" id="{B5EC41DA-22E7-9300-FC63-51C9AEDCE6B3}"/>
              </a:ext>
            </a:extLst>
          </p:cNvPr>
          <p:cNvSpPr/>
          <p:nvPr/>
        </p:nvSpPr>
        <p:spPr>
          <a:xfrm>
            <a:off x="1210081" y="3974022"/>
            <a:ext cx="1255776" cy="20726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7" name="Straight Arrow Connector 6">
            <a:extLst>
              <a:ext uri="{FF2B5EF4-FFF2-40B4-BE49-F238E27FC236}">
                <a16:creationId xmlns:a16="http://schemas.microsoft.com/office/drawing/2014/main" id="{C407B0F7-DA2E-FB51-DDBB-81D8CAAD173E}"/>
              </a:ext>
            </a:extLst>
          </p:cNvPr>
          <p:cNvCxnSpPr/>
          <p:nvPr/>
        </p:nvCxnSpPr>
        <p:spPr>
          <a:xfrm flipH="1">
            <a:off x="2324202" y="3425916"/>
            <a:ext cx="813097" cy="538580"/>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2" name="Picture 1" descr="A screenshot of a computer&#10;&#10;AI-generated content may be incorrect.">
            <a:extLst>
              <a:ext uri="{FF2B5EF4-FFF2-40B4-BE49-F238E27FC236}">
                <a16:creationId xmlns:a16="http://schemas.microsoft.com/office/drawing/2014/main" id="{9AA91F2F-5FD6-83C0-02F3-2F7CB0E16912}"/>
              </a:ext>
            </a:extLst>
          </p:cNvPr>
          <p:cNvPicPr>
            <a:picLocks noChangeAspect="1"/>
          </p:cNvPicPr>
          <p:nvPr/>
        </p:nvPicPr>
        <p:blipFill>
          <a:blip r:embed="rId3"/>
          <a:stretch>
            <a:fillRect/>
          </a:stretch>
        </p:blipFill>
        <p:spPr>
          <a:xfrm>
            <a:off x="3140926" y="1394935"/>
            <a:ext cx="9051074" cy="4012375"/>
          </a:xfrm>
          <a:prstGeom prst="rect">
            <a:avLst/>
          </a:prstGeom>
          <a:ln w="28575">
            <a:solidFill>
              <a:schemeClr val="bg1">
                <a:lumMod val="50000"/>
              </a:schemeClr>
            </a:solidFill>
          </a:ln>
        </p:spPr>
      </p:pic>
    </p:spTree>
    <p:extLst>
      <p:ext uri="{BB962C8B-B14F-4D97-AF65-F5344CB8AC3E}">
        <p14:creationId xmlns:p14="http://schemas.microsoft.com/office/powerpoint/2010/main" val="29792131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omputer&#10;&#10;AI-generated content may be incorrect.">
            <a:extLst>
              <a:ext uri="{FF2B5EF4-FFF2-40B4-BE49-F238E27FC236}">
                <a16:creationId xmlns:a16="http://schemas.microsoft.com/office/drawing/2014/main" id="{1DEFF9C3-B9AA-4D27-E05A-6C35A13CED25}"/>
              </a:ext>
            </a:extLst>
          </p:cNvPr>
          <p:cNvPicPr>
            <a:picLocks noGrp="1" noChangeAspect="1"/>
          </p:cNvPicPr>
          <p:nvPr>
            <p:ph idx="1"/>
          </p:nvPr>
        </p:nvPicPr>
        <p:blipFill>
          <a:blip r:embed="rId2"/>
          <a:stretch>
            <a:fillRect/>
          </a:stretch>
        </p:blipFill>
        <p:spPr>
          <a:xfrm>
            <a:off x="483120" y="1266870"/>
            <a:ext cx="11225560" cy="4849670"/>
          </a:xfrm>
          <a:prstGeom prst="rect">
            <a:avLst/>
          </a:prstGeom>
        </p:spPr>
      </p:pic>
      <p:sp>
        <p:nvSpPr>
          <p:cNvPr id="3" name="Title 2">
            <a:extLst>
              <a:ext uri="{FF2B5EF4-FFF2-40B4-BE49-F238E27FC236}">
                <a16:creationId xmlns:a16="http://schemas.microsoft.com/office/drawing/2014/main" id="{C54CEA60-FC15-D08A-E508-0509C5D2465A}"/>
              </a:ext>
            </a:extLst>
          </p:cNvPr>
          <p:cNvSpPr>
            <a:spLocks noGrp="1"/>
          </p:cNvSpPr>
          <p:nvPr>
            <p:ph type="title"/>
          </p:nvPr>
        </p:nvSpPr>
        <p:spPr/>
        <p:txBody>
          <a:bodyPr/>
          <a:lstStyle/>
          <a:p>
            <a:r>
              <a:rPr lang="en-US">
                <a:latin typeface="Montserrat"/>
              </a:rPr>
              <a:t>Display Notification: Construction</a:t>
            </a:r>
            <a:br>
              <a:rPr lang="en-US">
                <a:latin typeface="Montserrat"/>
              </a:rPr>
            </a:br>
            <a:r>
              <a:rPr lang="en-US">
                <a:latin typeface="Montserrat"/>
              </a:rPr>
              <a:t>Contacts</a:t>
            </a:r>
            <a:endParaRPr lang="en-US"/>
          </a:p>
        </p:txBody>
      </p:sp>
      <p:sp>
        <p:nvSpPr>
          <p:cNvPr id="7" name="Rectangle 6">
            <a:extLst>
              <a:ext uri="{FF2B5EF4-FFF2-40B4-BE49-F238E27FC236}">
                <a16:creationId xmlns:a16="http://schemas.microsoft.com/office/drawing/2014/main" id="{C52A8C9C-863D-D832-C8B5-13D705B48D94}"/>
              </a:ext>
            </a:extLst>
          </p:cNvPr>
          <p:cNvSpPr/>
          <p:nvPr/>
        </p:nvSpPr>
        <p:spPr>
          <a:xfrm>
            <a:off x="1484215" y="3260180"/>
            <a:ext cx="826763" cy="334362"/>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17289179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8390E46-09E8-08FA-43D0-86238417EFB8}"/>
              </a:ext>
            </a:extLst>
          </p:cNvPr>
          <p:cNvPicPr>
            <a:picLocks noGrp="1" noChangeAspect="1"/>
          </p:cNvPicPr>
          <p:nvPr>
            <p:ph idx="1"/>
          </p:nvPr>
        </p:nvPicPr>
        <p:blipFill>
          <a:blip r:embed="rId2"/>
          <a:srcRect b="119"/>
          <a:stretch>
            <a:fillRect/>
          </a:stretch>
        </p:blipFill>
        <p:spPr>
          <a:xfrm>
            <a:off x="414528" y="1238275"/>
            <a:ext cx="11375136" cy="4851517"/>
          </a:xfrm>
          <a:prstGeom prst="rect">
            <a:avLst/>
          </a:prstGeom>
        </p:spPr>
      </p:pic>
      <p:sp>
        <p:nvSpPr>
          <p:cNvPr id="3" name="Title 2">
            <a:extLst>
              <a:ext uri="{FF2B5EF4-FFF2-40B4-BE49-F238E27FC236}">
                <a16:creationId xmlns:a16="http://schemas.microsoft.com/office/drawing/2014/main" id="{E3A72B2C-7D6E-81C6-48CD-16ECEA63853A}"/>
              </a:ext>
            </a:extLst>
          </p:cNvPr>
          <p:cNvSpPr>
            <a:spLocks noGrp="1"/>
          </p:cNvSpPr>
          <p:nvPr>
            <p:ph type="title"/>
          </p:nvPr>
        </p:nvSpPr>
        <p:spPr/>
        <p:txBody>
          <a:bodyPr/>
          <a:lstStyle/>
          <a:p>
            <a:r>
              <a:rPr lang="en-US">
                <a:latin typeface="Montserrat"/>
              </a:rPr>
              <a:t>Display Notification: Construction</a:t>
            </a:r>
            <a:endParaRPr lang="en-US">
              <a:solidFill>
                <a:srgbClr val="000000"/>
              </a:solidFill>
              <a:latin typeface="Montserrat"/>
            </a:endParaRPr>
          </a:p>
          <a:p>
            <a:r>
              <a:rPr lang="en-US">
                <a:latin typeface="Montserrat"/>
              </a:rPr>
              <a:t>Document and Notes</a:t>
            </a:r>
            <a:endParaRPr lang="en-US"/>
          </a:p>
        </p:txBody>
      </p:sp>
    </p:spTree>
    <p:extLst>
      <p:ext uri="{BB962C8B-B14F-4D97-AF65-F5344CB8AC3E}">
        <p14:creationId xmlns:p14="http://schemas.microsoft.com/office/powerpoint/2010/main" val="31938604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02AA466-E5D1-0342-1B8E-B97B8E418533}"/>
              </a:ext>
            </a:extLst>
          </p:cNvPr>
          <p:cNvPicPr>
            <a:picLocks noGrp="1" noChangeAspect="1"/>
          </p:cNvPicPr>
          <p:nvPr>
            <p:ph idx="1"/>
          </p:nvPr>
        </p:nvPicPr>
        <p:blipFill>
          <a:blip r:embed="rId2"/>
          <a:srcRect/>
          <a:stretch>
            <a:fillRect/>
          </a:stretch>
        </p:blipFill>
        <p:spPr>
          <a:xfrm>
            <a:off x="432053" y="1219201"/>
            <a:ext cx="11340086" cy="4895447"/>
          </a:xfrm>
          <a:prstGeom prst="rect">
            <a:avLst/>
          </a:prstGeom>
        </p:spPr>
      </p:pic>
      <p:sp>
        <p:nvSpPr>
          <p:cNvPr id="3" name="Title 2">
            <a:extLst>
              <a:ext uri="{FF2B5EF4-FFF2-40B4-BE49-F238E27FC236}">
                <a16:creationId xmlns:a16="http://schemas.microsoft.com/office/drawing/2014/main" id="{657EAC3A-2DCA-BC10-7897-8B72E51788DA}"/>
              </a:ext>
            </a:extLst>
          </p:cNvPr>
          <p:cNvSpPr>
            <a:spLocks noGrp="1"/>
          </p:cNvSpPr>
          <p:nvPr>
            <p:ph type="title"/>
          </p:nvPr>
        </p:nvSpPr>
        <p:spPr/>
        <p:txBody>
          <a:bodyPr/>
          <a:lstStyle/>
          <a:p>
            <a:r>
              <a:rPr lang="en-US"/>
              <a:t>Display Notification: Construction</a:t>
            </a:r>
            <a:endParaRPr lang="en-US">
              <a:solidFill>
                <a:srgbClr val="000000"/>
              </a:solidFill>
            </a:endParaRPr>
          </a:p>
          <a:p>
            <a:r>
              <a:rPr lang="en-US">
                <a:latin typeface="Montserrat"/>
              </a:rPr>
              <a:t>Field Completion</a:t>
            </a:r>
            <a:endParaRPr lang="en-US"/>
          </a:p>
        </p:txBody>
      </p:sp>
      <p:sp>
        <p:nvSpPr>
          <p:cNvPr id="5" name="Rectangle 4">
            <a:extLst>
              <a:ext uri="{FF2B5EF4-FFF2-40B4-BE49-F238E27FC236}">
                <a16:creationId xmlns:a16="http://schemas.microsoft.com/office/drawing/2014/main" id="{9C7446FA-55C7-616B-8BB0-BCF2E079383F}"/>
              </a:ext>
            </a:extLst>
          </p:cNvPr>
          <p:cNvSpPr/>
          <p:nvPr/>
        </p:nvSpPr>
        <p:spPr>
          <a:xfrm>
            <a:off x="3484175" y="3259648"/>
            <a:ext cx="1267682" cy="2132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19814747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A550EFD-7483-EC27-0008-62DB39867B0A}"/>
              </a:ext>
            </a:extLst>
          </p:cNvPr>
          <p:cNvPicPr>
            <a:picLocks noGrp="1" noChangeAspect="1"/>
          </p:cNvPicPr>
          <p:nvPr>
            <p:ph idx="1"/>
          </p:nvPr>
        </p:nvPicPr>
        <p:blipFill>
          <a:blip r:embed="rId2"/>
          <a:srcRect/>
          <a:stretch>
            <a:fillRect/>
          </a:stretch>
        </p:blipFill>
        <p:spPr>
          <a:xfrm>
            <a:off x="414528" y="1229395"/>
            <a:ext cx="11375136" cy="4875058"/>
          </a:xfrm>
          <a:prstGeom prst="rect">
            <a:avLst/>
          </a:prstGeom>
        </p:spPr>
      </p:pic>
      <p:sp>
        <p:nvSpPr>
          <p:cNvPr id="3" name="Title 2">
            <a:extLst>
              <a:ext uri="{FF2B5EF4-FFF2-40B4-BE49-F238E27FC236}">
                <a16:creationId xmlns:a16="http://schemas.microsoft.com/office/drawing/2014/main" id="{7F9301CC-3216-6111-1B60-C07CC81803C3}"/>
              </a:ext>
            </a:extLst>
          </p:cNvPr>
          <p:cNvSpPr>
            <a:spLocks noGrp="1"/>
          </p:cNvSpPr>
          <p:nvPr>
            <p:ph type="title"/>
          </p:nvPr>
        </p:nvSpPr>
        <p:spPr/>
        <p:txBody>
          <a:bodyPr/>
          <a:lstStyle/>
          <a:p>
            <a:r>
              <a:rPr lang="en-US">
                <a:latin typeface="Montserrat"/>
              </a:rPr>
              <a:t>Display Notification: Construction</a:t>
            </a:r>
            <a:br>
              <a:rPr lang="en-US">
                <a:latin typeface="Montserrat"/>
              </a:rPr>
            </a:br>
            <a:r>
              <a:rPr lang="en-US">
                <a:latin typeface="Montserrat"/>
              </a:rPr>
              <a:t>Tasks</a:t>
            </a:r>
            <a:endParaRPr lang="en-US"/>
          </a:p>
        </p:txBody>
      </p:sp>
      <p:sp>
        <p:nvSpPr>
          <p:cNvPr id="5" name="Rectangle 4">
            <a:extLst>
              <a:ext uri="{FF2B5EF4-FFF2-40B4-BE49-F238E27FC236}">
                <a16:creationId xmlns:a16="http://schemas.microsoft.com/office/drawing/2014/main" id="{781FEB6F-E676-4305-E7E1-24DA2E840E0D}"/>
              </a:ext>
            </a:extLst>
          </p:cNvPr>
          <p:cNvSpPr/>
          <p:nvPr/>
        </p:nvSpPr>
        <p:spPr>
          <a:xfrm>
            <a:off x="4579550" y="3301320"/>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787442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51364C33-75DD-46C7-6D23-9ACC807C0CC4}"/>
              </a:ext>
            </a:extLst>
          </p:cNvPr>
          <p:cNvPicPr>
            <a:picLocks noGrp="1" noChangeAspect="1"/>
          </p:cNvPicPr>
          <p:nvPr>
            <p:ph idx="1"/>
          </p:nvPr>
        </p:nvPicPr>
        <p:blipFill>
          <a:blip r:embed="rId2"/>
          <a:srcRect/>
          <a:stretch>
            <a:fillRect/>
          </a:stretch>
        </p:blipFill>
        <p:spPr>
          <a:xfrm>
            <a:off x="442287" y="1219201"/>
            <a:ext cx="11319617" cy="4895447"/>
          </a:xfrm>
          <a:prstGeom prst="rect">
            <a:avLst/>
          </a:prstGeom>
        </p:spPr>
      </p:pic>
      <p:sp>
        <p:nvSpPr>
          <p:cNvPr id="3" name="Title 2">
            <a:extLst>
              <a:ext uri="{FF2B5EF4-FFF2-40B4-BE49-F238E27FC236}">
                <a16:creationId xmlns:a16="http://schemas.microsoft.com/office/drawing/2014/main" id="{FF4FE5A6-4272-A033-1831-7097E050AADA}"/>
              </a:ext>
            </a:extLst>
          </p:cNvPr>
          <p:cNvSpPr>
            <a:spLocks noGrp="1"/>
          </p:cNvSpPr>
          <p:nvPr>
            <p:ph type="title"/>
          </p:nvPr>
        </p:nvSpPr>
        <p:spPr/>
        <p:txBody>
          <a:bodyPr/>
          <a:lstStyle/>
          <a:p>
            <a:r>
              <a:rPr lang="en-US">
                <a:latin typeface="Montserrat"/>
              </a:rPr>
              <a:t>Display Notification: Construction</a:t>
            </a:r>
            <a:br>
              <a:rPr lang="en-US"/>
            </a:br>
            <a:r>
              <a:rPr lang="en-US">
                <a:latin typeface="Montserrat"/>
              </a:rPr>
              <a:t>Actions</a:t>
            </a:r>
            <a:endParaRPr lang="en-US"/>
          </a:p>
        </p:txBody>
      </p:sp>
      <p:sp>
        <p:nvSpPr>
          <p:cNvPr id="5" name="Rectangle 4">
            <a:extLst>
              <a:ext uri="{FF2B5EF4-FFF2-40B4-BE49-F238E27FC236}">
                <a16:creationId xmlns:a16="http://schemas.microsoft.com/office/drawing/2014/main" id="{AE964A1F-D605-87F0-A80B-0D7BE8E52AFF}"/>
              </a:ext>
            </a:extLst>
          </p:cNvPr>
          <p:cNvSpPr/>
          <p:nvPr/>
        </p:nvSpPr>
        <p:spPr>
          <a:xfrm>
            <a:off x="5204628" y="3301320"/>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3236159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3463B41-42C5-2091-38A2-C69F16500965}"/>
              </a:ext>
            </a:extLst>
          </p:cNvPr>
          <p:cNvPicPr>
            <a:picLocks noChangeAspect="1"/>
          </p:cNvPicPr>
          <p:nvPr/>
        </p:nvPicPr>
        <p:blipFill>
          <a:blip r:embed="rId2"/>
          <a:stretch>
            <a:fillRect/>
          </a:stretch>
        </p:blipFill>
        <p:spPr>
          <a:xfrm>
            <a:off x="140551" y="1043701"/>
            <a:ext cx="9051074" cy="4012375"/>
          </a:xfrm>
          <a:prstGeom prst="rect">
            <a:avLst/>
          </a:prstGeom>
          <a:ln w="28575">
            <a:noFill/>
          </a:ln>
        </p:spPr>
      </p:pic>
      <p:pic>
        <p:nvPicPr>
          <p:cNvPr id="4" name="Content Placeholder 3" descr="A screenshot of a computer&#10;&#10;AI-generated content may be incorrect.">
            <a:extLst>
              <a:ext uri="{FF2B5EF4-FFF2-40B4-BE49-F238E27FC236}">
                <a16:creationId xmlns:a16="http://schemas.microsoft.com/office/drawing/2014/main" id="{B0704DB9-AA5D-3FA8-D1E7-FBEC161A3A56}"/>
              </a:ext>
            </a:extLst>
          </p:cNvPr>
          <p:cNvPicPr>
            <a:picLocks noGrp="1" noChangeAspect="1"/>
          </p:cNvPicPr>
          <p:nvPr>
            <p:ph idx="1"/>
          </p:nvPr>
        </p:nvPicPr>
        <p:blipFill>
          <a:blip r:embed="rId3"/>
          <a:srcRect b="114"/>
          <a:stretch>
            <a:fillRect/>
          </a:stretch>
        </p:blipFill>
        <p:spPr>
          <a:xfrm>
            <a:off x="3302912" y="2439592"/>
            <a:ext cx="8557069" cy="3830228"/>
          </a:xfrm>
          <a:prstGeom prst="rect">
            <a:avLst/>
          </a:prstGeom>
          <a:ln w="28575">
            <a:solidFill>
              <a:schemeClr val="bg1">
                <a:lumMod val="50000"/>
              </a:schemeClr>
            </a:solidFill>
          </a:ln>
        </p:spPr>
      </p:pic>
      <p:sp>
        <p:nvSpPr>
          <p:cNvPr id="3" name="Title 2">
            <a:extLst>
              <a:ext uri="{FF2B5EF4-FFF2-40B4-BE49-F238E27FC236}">
                <a16:creationId xmlns:a16="http://schemas.microsoft.com/office/drawing/2014/main" id="{921DB3A1-5D65-6E70-D72F-324A971AD350}"/>
              </a:ext>
            </a:extLst>
          </p:cNvPr>
          <p:cNvSpPr>
            <a:spLocks noGrp="1"/>
          </p:cNvSpPr>
          <p:nvPr>
            <p:ph type="title"/>
          </p:nvPr>
        </p:nvSpPr>
        <p:spPr/>
        <p:txBody>
          <a:bodyPr/>
          <a:lstStyle/>
          <a:p>
            <a:r>
              <a:rPr lang="en-US">
                <a:latin typeface="Montserrat"/>
              </a:rPr>
              <a:t>Display Service Order</a:t>
            </a:r>
            <a:endParaRPr lang="en-US"/>
          </a:p>
        </p:txBody>
      </p:sp>
      <p:sp>
        <p:nvSpPr>
          <p:cNvPr id="5" name="Rectangle 4">
            <a:extLst>
              <a:ext uri="{FF2B5EF4-FFF2-40B4-BE49-F238E27FC236}">
                <a16:creationId xmlns:a16="http://schemas.microsoft.com/office/drawing/2014/main" id="{8733A95C-95F8-E1A8-F759-60CFC91A8FF8}"/>
              </a:ext>
            </a:extLst>
          </p:cNvPr>
          <p:cNvSpPr/>
          <p:nvPr/>
        </p:nvSpPr>
        <p:spPr>
          <a:xfrm>
            <a:off x="1793487" y="2336913"/>
            <a:ext cx="1511760" cy="20726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1460514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9FFC9-0E74-BCB0-DF5B-4ABC1476596F}"/>
              </a:ext>
            </a:extLst>
          </p:cNvPr>
          <p:cNvSpPr>
            <a:spLocks noGrp="1"/>
          </p:cNvSpPr>
          <p:nvPr>
            <p:ph type="title"/>
          </p:nvPr>
        </p:nvSpPr>
        <p:spPr/>
        <p:txBody>
          <a:bodyPr/>
          <a:lstStyle/>
          <a:p>
            <a:r>
              <a:rPr lang="en-US">
                <a:latin typeface="Montserrat"/>
              </a:rPr>
              <a:t>Display Document Flow</a:t>
            </a:r>
            <a:endParaRPr lang="en-US"/>
          </a:p>
        </p:txBody>
      </p:sp>
      <p:pic>
        <p:nvPicPr>
          <p:cNvPr id="7" name="Content Placeholder 3" descr="A screenshot of a computer&#10;&#10;AI-generated content may be incorrect.">
            <a:extLst>
              <a:ext uri="{FF2B5EF4-FFF2-40B4-BE49-F238E27FC236}">
                <a16:creationId xmlns:a16="http://schemas.microsoft.com/office/drawing/2014/main" id="{15CB5896-AC04-5916-D7D8-633E2FBB6750}"/>
              </a:ext>
            </a:extLst>
          </p:cNvPr>
          <p:cNvPicPr>
            <a:picLocks noChangeAspect="1"/>
          </p:cNvPicPr>
          <p:nvPr/>
        </p:nvPicPr>
        <p:blipFill>
          <a:blip r:embed="rId2"/>
          <a:srcRect b="114"/>
          <a:stretch>
            <a:fillRect/>
          </a:stretch>
        </p:blipFill>
        <p:spPr>
          <a:xfrm>
            <a:off x="912" y="1212958"/>
            <a:ext cx="8557069" cy="3830228"/>
          </a:xfrm>
          <a:prstGeom prst="rect">
            <a:avLst/>
          </a:prstGeom>
          <a:ln w="28575">
            <a:noFill/>
          </a:ln>
        </p:spPr>
      </p:pic>
      <p:sp>
        <p:nvSpPr>
          <p:cNvPr id="9" name="Rectangle 8">
            <a:extLst>
              <a:ext uri="{FF2B5EF4-FFF2-40B4-BE49-F238E27FC236}">
                <a16:creationId xmlns:a16="http://schemas.microsoft.com/office/drawing/2014/main" id="{CB56C7F6-8B7D-DBBE-3F5E-DD487E2FBED8}"/>
              </a:ext>
            </a:extLst>
          </p:cNvPr>
          <p:cNvSpPr/>
          <p:nvPr/>
        </p:nvSpPr>
        <p:spPr>
          <a:xfrm>
            <a:off x="3408044" y="1833076"/>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5" name="Picture 4" descr="A screenshot of a computer&#10;&#10;AI-generated content may be incorrect.">
            <a:extLst>
              <a:ext uri="{FF2B5EF4-FFF2-40B4-BE49-F238E27FC236}">
                <a16:creationId xmlns:a16="http://schemas.microsoft.com/office/drawing/2014/main" id="{417A69CB-440F-E6A2-8AEB-A1ACC5B51E7C}"/>
              </a:ext>
            </a:extLst>
          </p:cNvPr>
          <p:cNvPicPr>
            <a:picLocks noChangeAspect="1"/>
          </p:cNvPicPr>
          <p:nvPr/>
        </p:nvPicPr>
        <p:blipFill>
          <a:blip r:embed="rId3"/>
          <a:stretch>
            <a:fillRect/>
          </a:stretch>
        </p:blipFill>
        <p:spPr>
          <a:xfrm>
            <a:off x="538975" y="2298986"/>
            <a:ext cx="9670586" cy="4161931"/>
          </a:xfrm>
          <a:prstGeom prst="rect">
            <a:avLst/>
          </a:prstGeom>
          <a:ln w="28575">
            <a:solidFill>
              <a:srgbClr val="FF0000"/>
            </a:solidFill>
          </a:ln>
        </p:spPr>
      </p:pic>
      <p:pic>
        <p:nvPicPr>
          <p:cNvPr id="4" name="Content Placeholder 3" descr="A screenshot of a computer&#10;&#10;AI-generated content may be incorrect.">
            <a:extLst>
              <a:ext uri="{FF2B5EF4-FFF2-40B4-BE49-F238E27FC236}">
                <a16:creationId xmlns:a16="http://schemas.microsoft.com/office/drawing/2014/main" id="{4651D8E4-3C97-60B2-78BD-621201EC000D}"/>
              </a:ext>
            </a:extLst>
          </p:cNvPr>
          <p:cNvPicPr>
            <a:picLocks noGrp="1" noChangeAspect="1"/>
          </p:cNvPicPr>
          <p:nvPr>
            <p:ph idx="1"/>
          </p:nvPr>
        </p:nvPicPr>
        <p:blipFill>
          <a:blip r:embed="rId4"/>
          <a:stretch>
            <a:fillRect/>
          </a:stretch>
        </p:blipFill>
        <p:spPr>
          <a:xfrm>
            <a:off x="5036535" y="2299248"/>
            <a:ext cx="7601414" cy="3113254"/>
          </a:xfrm>
          <a:prstGeom prst="rect">
            <a:avLst/>
          </a:prstGeom>
          <a:ln w="28575">
            <a:solidFill>
              <a:srgbClr val="FF0000"/>
            </a:solidFill>
          </a:ln>
        </p:spPr>
      </p:pic>
      <p:sp>
        <p:nvSpPr>
          <p:cNvPr id="10" name="Rectangle 9">
            <a:extLst>
              <a:ext uri="{FF2B5EF4-FFF2-40B4-BE49-F238E27FC236}">
                <a16:creationId xmlns:a16="http://schemas.microsoft.com/office/drawing/2014/main" id="{0B2BCF76-FA28-7113-D4DD-23ED9EA6752B}"/>
              </a:ext>
            </a:extLst>
          </p:cNvPr>
          <p:cNvSpPr/>
          <p:nvPr/>
        </p:nvSpPr>
        <p:spPr>
          <a:xfrm>
            <a:off x="713165" y="4422636"/>
            <a:ext cx="4126247" cy="27967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1" name="Straight Arrow Connector 10">
            <a:extLst>
              <a:ext uri="{FF2B5EF4-FFF2-40B4-BE49-F238E27FC236}">
                <a16:creationId xmlns:a16="http://schemas.microsoft.com/office/drawing/2014/main" id="{733EA838-D53C-E6CD-C183-3F231EC754A5}"/>
              </a:ext>
            </a:extLst>
          </p:cNvPr>
          <p:cNvCxnSpPr/>
          <p:nvPr/>
        </p:nvCxnSpPr>
        <p:spPr>
          <a:xfrm flipH="1">
            <a:off x="3703443" y="2104482"/>
            <a:ext cx="113991" cy="22674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976D1EA-BC72-0F54-E85C-B8B425938E49}"/>
              </a:ext>
            </a:extLst>
          </p:cNvPr>
          <p:cNvCxnSpPr/>
          <p:nvPr/>
        </p:nvCxnSpPr>
        <p:spPr>
          <a:xfrm flipH="1">
            <a:off x="3592318" y="3405843"/>
            <a:ext cx="1427356" cy="982546"/>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9103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7" descr="A screenshot of a computer&#10;&#10;AI-generated content may be incorrect.">
            <a:extLst>
              <a:ext uri="{FF2B5EF4-FFF2-40B4-BE49-F238E27FC236}">
                <a16:creationId xmlns:a16="http://schemas.microsoft.com/office/drawing/2014/main" id="{18D29939-A5C4-E457-9388-661CF33C3DF6}"/>
              </a:ext>
            </a:extLst>
          </p:cNvPr>
          <p:cNvPicPr>
            <a:picLocks noChangeAspect="1"/>
          </p:cNvPicPr>
          <p:nvPr/>
        </p:nvPicPr>
        <p:blipFill>
          <a:blip r:embed="rId2"/>
          <a:stretch>
            <a:fillRect/>
          </a:stretch>
        </p:blipFill>
        <p:spPr>
          <a:xfrm>
            <a:off x="74242" y="1830627"/>
            <a:ext cx="11225560" cy="4849670"/>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F75F3598-5BBA-9B5D-62B4-93FD3212F1A5}"/>
              </a:ext>
            </a:extLst>
          </p:cNvPr>
          <p:cNvPicPr>
            <a:picLocks noGrp="1" noChangeAspect="1"/>
          </p:cNvPicPr>
          <p:nvPr>
            <p:ph idx="1"/>
          </p:nvPr>
        </p:nvPicPr>
        <p:blipFill>
          <a:blip r:embed="rId3"/>
          <a:srcRect/>
          <a:stretch>
            <a:fillRect/>
          </a:stretch>
        </p:blipFill>
        <p:spPr>
          <a:xfrm>
            <a:off x="73796" y="3030426"/>
            <a:ext cx="9739624" cy="3707678"/>
          </a:xfrm>
          <a:prstGeom prst="rect">
            <a:avLst/>
          </a:prstGeom>
          <a:ln w="28575">
            <a:solidFill>
              <a:srgbClr val="FF0000"/>
            </a:solidFill>
          </a:ln>
        </p:spPr>
      </p:pic>
      <p:sp>
        <p:nvSpPr>
          <p:cNvPr id="3" name="Title 2">
            <a:extLst>
              <a:ext uri="{FF2B5EF4-FFF2-40B4-BE49-F238E27FC236}">
                <a16:creationId xmlns:a16="http://schemas.microsoft.com/office/drawing/2014/main" id="{31ABDFBD-4846-D1C4-32D6-3FCBF77AF528}"/>
              </a:ext>
            </a:extLst>
          </p:cNvPr>
          <p:cNvSpPr>
            <a:spLocks noGrp="1"/>
          </p:cNvSpPr>
          <p:nvPr>
            <p:ph type="title"/>
          </p:nvPr>
        </p:nvSpPr>
        <p:spPr/>
        <p:txBody>
          <a:bodyPr/>
          <a:lstStyle/>
          <a:p>
            <a:r>
              <a:rPr lang="en-US">
                <a:latin typeface="Montserrat"/>
              </a:rPr>
              <a:t>Extended views: Partners,</a:t>
            </a:r>
            <a:br>
              <a:rPr lang="en-US">
                <a:latin typeface="Montserrat"/>
              </a:rPr>
            </a:br>
            <a:r>
              <a:rPr lang="en-US">
                <a:latin typeface="Montserrat"/>
              </a:rPr>
              <a:t>Address, FuntLoc Partner</a:t>
            </a:r>
            <a:endParaRPr lang="en-US"/>
          </a:p>
        </p:txBody>
      </p:sp>
      <p:sp>
        <p:nvSpPr>
          <p:cNvPr id="7" name="Rectangle 6">
            <a:extLst>
              <a:ext uri="{FF2B5EF4-FFF2-40B4-BE49-F238E27FC236}">
                <a16:creationId xmlns:a16="http://schemas.microsoft.com/office/drawing/2014/main" id="{631A2FAB-0540-A74C-6A54-48A6B1159E94}"/>
              </a:ext>
            </a:extLst>
          </p:cNvPr>
          <p:cNvSpPr/>
          <p:nvPr/>
        </p:nvSpPr>
        <p:spPr>
          <a:xfrm>
            <a:off x="5353313" y="2588881"/>
            <a:ext cx="526882"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8" name="Picture 7" descr="A screenshot of a computer&#10;&#10;AI-generated content may be incorrect.">
            <a:extLst>
              <a:ext uri="{FF2B5EF4-FFF2-40B4-BE49-F238E27FC236}">
                <a16:creationId xmlns:a16="http://schemas.microsoft.com/office/drawing/2014/main" id="{202BB602-3F23-71F1-6887-7237A566B29F}"/>
              </a:ext>
            </a:extLst>
          </p:cNvPr>
          <p:cNvPicPr>
            <a:picLocks noChangeAspect="1"/>
          </p:cNvPicPr>
          <p:nvPr/>
        </p:nvPicPr>
        <p:blipFill>
          <a:blip r:embed="rId4"/>
          <a:srcRect/>
          <a:stretch>
            <a:fillRect/>
          </a:stretch>
        </p:blipFill>
        <p:spPr>
          <a:xfrm>
            <a:off x="6938535" y="2602335"/>
            <a:ext cx="6219904" cy="2514451"/>
          </a:xfrm>
          <a:prstGeom prst="rect">
            <a:avLst/>
          </a:prstGeom>
          <a:ln w="28575">
            <a:solidFill>
              <a:srgbClr val="FF0000"/>
            </a:solidFill>
          </a:ln>
        </p:spPr>
      </p:pic>
      <p:sp>
        <p:nvSpPr>
          <p:cNvPr id="9" name="Rectangle 8">
            <a:extLst>
              <a:ext uri="{FF2B5EF4-FFF2-40B4-BE49-F238E27FC236}">
                <a16:creationId xmlns:a16="http://schemas.microsoft.com/office/drawing/2014/main" id="{43660B30-CE16-D7F5-1E24-4671014E5C90}"/>
              </a:ext>
            </a:extLst>
          </p:cNvPr>
          <p:cNvSpPr/>
          <p:nvPr/>
        </p:nvSpPr>
        <p:spPr>
          <a:xfrm>
            <a:off x="5700238" y="3821709"/>
            <a:ext cx="941954" cy="19913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10" name="Picture 9" descr="A screenshot of a computer&#10;&#10;AI-generated content may be incorrect.">
            <a:extLst>
              <a:ext uri="{FF2B5EF4-FFF2-40B4-BE49-F238E27FC236}">
                <a16:creationId xmlns:a16="http://schemas.microsoft.com/office/drawing/2014/main" id="{F0485AF9-7AE7-3EB8-95A5-6EEF4C3E2158}"/>
              </a:ext>
            </a:extLst>
          </p:cNvPr>
          <p:cNvPicPr>
            <a:picLocks noChangeAspect="1"/>
          </p:cNvPicPr>
          <p:nvPr/>
        </p:nvPicPr>
        <p:blipFill>
          <a:blip r:embed="rId5"/>
          <a:srcRect r="-127"/>
          <a:stretch>
            <a:fillRect/>
          </a:stretch>
        </p:blipFill>
        <p:spPr>
          <a:xfrm>
            <a:off x="10252075" y="3597700"/>
            <a:ext cx="2101860" cy="1316697"/>
          </a:xfrm>
          <a:prstGeom prst="rect">
            <a:avLst/>
          </a:prstGeom>
        </p:spPr>
      </p:pic>
      <p:cxnSp>
        <p:nvCxnSpPr>
          <p:cNvPr id="11" name="Straight Arrow Connector 10">
            <a:extLst>
              <a:ext uri="{FF2B5EF4-FFF2-40B4-BE49-F238E27FC236}">
                <a16:creationId xmlns:a16="http://schemas.microsoft.com/office/drawing/2014/main" id="{E528DB8E-4298-F622-1D76-EA8F5E6AC135}"/>
              </a:ext>
            </a:extLst>
          </p:cNvPr>
          <p:cNvCxnSpPr/>
          <p:nvPr/>
        </p:nvCxnSpPr>
        <p:spPr>
          <a:xfrm flipH="1">
            <a:off x="5029200" y="2854091"/>
            <a:ext cx="312234" cy="20196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92AEFAB-BC3D-5361-BE81-1674B8DBFD29}"/>
              </a:ext>
            </a:extLst>
          </p:cNvPr>
          <p:cNvCxnSpPr/>
          <p:nvPr/>
        </p:nvCxnSpPr>
        <p:spPr>
          <a:xfrm flipH="1">
            <a:off x="6460660" y="3046528"/>
            <a:ext cx="498088" cy="79669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18F3EB5-9195-6793-4B54-51A9081B070D}"/>
              </a:ext>
            </a:extLst>
          </p:cNvPr>
          <p:cNvCxnSpPr/>
          <p:nvPr/>
        </p:nvCxnSpPr>
        <p:spPr>
          <a:xfrm flipH="1">
            <a:off x="6293778" y="1727354"/>
            <a:ext cx="454722" cy="858643"/>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D6FA51B-4E3B-4508-538C-BF5EEBEDA844}"/>
              </a:ext>
            </a:extLst>
          </p:cNvPr>
          <p:cNvSpPr/>
          <p:nvPr/>
        </p:nvSpPr>
        <p:spPr>
          <a:xfrm>
            <a:off x="5910873" y="2601270"/>
            <a:ext cx="526882"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15" name="Picture 14" descr="A screenshot of a computer&#10;&#10;AI-generated content may be incorrect.">
            <a:extLst>
              <a:ext uri="{FF2B5EF4-FFF2-40B4-BE49-F238E27FC236}">
                <a16:creationId xmlns:a16="http://schemas.microsoft.com/office/drawing/2014/main" id="{660A77EB-AD5D-3AAC-E79A-E508250F9D02}"/>
              </a:ext>
            </a:extLst>
          </p:cNvPr>
          <p:cNvPicPr>
            <a:picLocks noChangeAspect="1"/>
          </p:cNvPicPr>
          <p:nvPr/>
        </p:nvPicPr>
        <p:blipFill>
          <a:blip r:embed="rId6"/>
          <a:srcRect b="126"/>
          <a:stretch>
            <a:fillRect/>
          </a:stretch>
        </p:blipFill>
        <p:spPr>
          <a:xfrm>
            <a:off x="6705406" y="34653"/>
            <a:ext cx="3600993" cy="2439713"/>
          </a:xfrm>
          <a:prstGeom prst="rect">
            <a:avLst/>
          </a:prstGeom>
          <a:ln w="28575">
            <a:solidFill>
              <a:srgbClr val="FF0000"/>
            </a:solidFill>
          </a:ln>
        </p:spPr>
      </p:pic>
    </p:spTree>
    <p:extLst>
      <p:ext uri="{BB962C8B-B14F-4D97-AF65-F5344CB8AC3E}">
        <p14:creationId xmlns:p14="http://schemas.microsoft.com/office/powerpoint/2010/main" val="4050894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A screenshot of a computer&#10;&#10;AI-generated content may be incorrect.">
            <a:extLst>
              <a:ext uri="{FF2B5EF4-FFF2-40B4-BE49-F238E27FC236}">
                <a16:creationId xmlns:a16="http://schemas.microsoft.com/office/drawing/2014/main" id="{63A02E69-CA59-F6FD-C6DB-96FB980A350C}"/>
              </a:ext>
            </a:extLst>
          </p:cNvPr>
          <p:cNvPicPr>
            <a:picLocks noChangeAspect="1"/>
          </p:cNvPicPr>
          <p:nvPr/>
        </p:nvPicPr>
        <p:blipFill>
          <a:blip r:embed="rId2"/>
          <a:srcRect b="114"/>
          <a:stretch>
            <a:fillRect/>
          </a:stretch>
        </p:blipFill>
        <p:spPr>
          <a:xfrm>
            <a:off x="912" y="1045690"/>
            <a:ext cx="8557069" cy="3830228"/>
          </a:xfrm>
          <a:prstGeom prst="rect">
            <a:avLst/>
          </a:prstGeom>
          <a:ln w="28575">
            <a:noFill/>
          </a:ln>
        </p:spPr>
      </p:pic>
      <p:pic>
        <p:nvPicPr>
          <p:cNvPr id="4" name="Content Placeholder 3" descr="A screenshot of a computer&#10;&#10;AI-generated content may be incorrect.">
            <a:extLst>
              <a:ext uri="{FF2B5EF4-FFF2-40B4-BE49-F238E27FC236}">
                <a16:creationId xmlns:a16="http://schemas.microsoft.com/office/drawing/2014/main" id="{AEE1743C-4CC3-121C-FA04-35F94E54ECA5}"/>
              </a:ext>
            </a:extLst>
          </p:cNvPr>
          <p:cNvPicPr>
            <a:picLocks noGrp="1" noChangeAspect="1"/>
          </p:cNvPicPr>
          <p:nvPr>
            <p:ph idx="1"/>
          </p:nvPr>
        </p:nvPicPr>
        <p:blipFill>
          <a:blip r:embed="rId3"/>
          <a:srcRect/>
          <a:stretch>
            <a:fillRect/>
          </a:stretch>
        </p:blipFill>
        <p:spPr>
          <a:xfrm>
            <a:off x="-546" y="2722841"/>
            <a:ext cx="9721039" cy="3498897"/>
          </a:xfrm>
          <a:prstGeom prst="rect">
            <a:avLst/>
          </a:prstGeom>
          <a:ln w="28575">
            <a:solidFill>
              <a:srgbClr val="FF0000"/>
            </a:solidFill>
          </a:ln>
        </p:spPr>
      </p:pic>
      <p:sp>
        <p:nvSpPr>
          <p:cNvPr id="3" name="Title 2">
            <a:extLst>
              <a:ext uri="{FF2B5EF4-FFF2-40B4-BE49-F238E27FC236}">
                <a16:creationId xmlns:a16="http://schemas.microsoft.com/office/drawing/2014/main" id="{20669C04-7560-1D7C-44D6-B323B6CB7818}"/>
              </a:ext>
            </a:extLst>
          </p:cNvPr>
          <p:cNvSpPr>
            <a:spLocks noGrp="1"/>
          </p:cNvSpPr>
          <p:nvPr>
            <p:ph type="title"/>
          </p:nvPr>
        </p:nvSpPr>
        <p:spPr/>
        <p:txBody>
          <a:bodyPr/>
          <a:lstStyle/>
          <a:p>
            <a:r>
              <a:rPr lang="en-US">
                <a:latin typeface="Montserrat"/>
              </a:rPr>
              <a:t>Status Overview, Sales Summary</a:t>
            </a:r>
            <a:endParaRPr lang="en-US"/>
          </a:p>
        </p:txBody>
      </p:sp>
      <p:sp>
        <p:nvSpPr>
          <p:cNvPr id="7" name="Rectangle 6">
            <a:extLst>
              <a:ext uri="{FF2B5EF4-FFF2-40B4-BE49-F238E27FC236}">
                <a16:creationId xmlns:a16="http://schemas.microsoft.com/office/drawing/2014/main" id="{13B6CA49-7610-E4AC-6786-34478EA674A2}"/>
              </a:ext>
            </a:extLst>
          </p:cNvPr>
          <p:cNvSpPr/>
          <p:nvPr/>
        </p:nvSpPr>
        <p:spPr>
          <a:xfrm>
            <a:off x="4386872" y="1684393"/>
            <a:ext cx="656979"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2" name="Straight Arrow Connector 1">
            <a:extLst>
              <a:ext uri="{FF2B5EF4-FFF2-40B4-BE49-F238E27FC236}">
                <a16:creationId xmlns:a16="http://schemas.microsoft.com/office/drawing/2014/main" id="{E132FB8F-1D57-6D02-D807-011AF123F154}"/>
              </a:ext>
            </a:extLst>
          </p:cNvPr>
          <p:cNvCxnSpPr/>
          <p:nvPr/>
        </p:nvCxnSpPr>
        <p:spPr>
          <a:xfrm flipH="1">
            <a:off x="4137102" y="1937214"/>
            <a:ext cx="262674" cy="77191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A3108C94-D2B2-CEFF-2F6E-B46A3C05DCAE}"/>
              </a:ext>
            </a:extLst>
          </p:cNvPr>
          <p:cNvSpPr/>
          <p:nvPr/>
        </p:nvSpPr>
        <p:spPr>
          <a:xfrm>
            <a:off x="5099310" y="1665807"/>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8" name="Straight Arrow Connector 7">
            <a:extLst>
              <a:ext uri="{FF2B5EF4-FFF2-40B4-BE49-F238E27FC236}">
                <a16:creationId xmlns:a16="http://schemas.microsoft.com/office/drawing/2014/main" id="{9E968B5F-68E3-95E0-40FD-2B6C5A482044}"/>
              </a:ext>
            </a:extLst>
          </p:cNvPr>
          <p:cNvCxnSpPr/>
          <p:nvPr/>
        </p:nvCxnSpPr>
        <p:spPr>
          <a:xfrm>
            <a:off x="6010895" y="1776528"/>
            <a:ext cx="858643" cy="44357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9" name="Picture 8" descr="A screenshot of a computer&#10;&#10;AI-generated content may be incorrect.">
            <a:extLst>
              <a:ext uri="{FF2B5EF4-FFF2-40B4-BE49-F238E27FC236}">
                <a16:creationId xmlns:a16="http://schemas.microsoft.com/office/drawing/2014/main" id="{5AF8BF41-1A5D-BA73-B512-A7599DD457B5}"/>
              </a:ext>
            </a:extLst>
          </p:cNvPr>
          <p:cNvPicPr>
            <a:picLocks noChangeAspect="1"/>
          </p:cNvPicPr>
          <p:nvPr/>
        </p:nvPicPr>
        <p:blipFill>
          <a:blip r:embed="rId4"/>
          <a:stretch>
            <a:fillRect/>
          </a:stretch>
        </p:blipFill>
        <p:spPr>
          <a:xfrm>
            <a:off x="5693317" y="2186473"/>
            <a:ext cx="6232293" cy="2689494"/>
          </a:xfrm>
          <a:prstGeom prst="rect">
            <a:avLst/>
          </a:prstGeom>
          <a:ln w="28575">
            <a:solidFill>
              <a:srgbClr val="FF0000"/>
            </a:solidFill>
          </a:ln>
        </p:spPr>
      </p:pic>
      <p:pic>
        <p:nvPicPr>
          <p:cNvPr id="10" name="Picture 9" descr="A screenshot of a computer&#10;&#10;AI-generated content may be incorrect.">
            <a:extLst>
              <a:ext uri="{FF2B5EF4-FFF2-40B4-BE49-F238E27FC236}">
                <a16:creationId xmlns:a16="http://schemas.microsoft.com/office/drawing/2014/main" id="{AC4EC6AB-6619-10CE-A4F2-9734782DFBEC}"/>
              </a:ext>
            </a:extLst>
          </p:cNvPr>
          <p:cNvPicPr>
            <a:picLocks noChangeAspect="1"/>
          </p:cNvPicPr>
          <p:nvPr/>
        </p:nvPicPr>
        <p:blipFill>
          <a:blip r:embed="rId5"/>
          <a:stretch>
            <a:fillRect/>
          </a:stretch>
        </p:blipFill>
        <p:spPr>
          <a:xfrm>
            <a:off x="9904451" y="450289"/>
            <a:ext cx="2018312" cy="2682489"/>
          </a:xfrm>
          <a:prstGeom prst="rect">
            <a:avLst/>
          </a:prstGeom>
          <a:ln w="28575">
            <a:solidFill>
              <a:srgbClr val="FF0000"/>
            </a:solidFill>
          </a:ln>
        </p:spPr>
      </p:pic>
      <p:sp>
        <p:nvSpPr>
          <p:cNvPr id="11" name="Rectangle 10">
            <a:extLst>
              <a:ext uri="{FF2B5EF4-FFF2-40B4-BE49-F238E27FC236}">
                <a16:creationId xmlns:a16="http://schemas.microsoft.com/office/drawing/2014/main" id="{543B90C6-099A-3AF8-2D03-4CEE61B0A9AA}"/>
              </a:ext>
            </a:extLst>
          </p:cNvPr>
          <p:cNvSpPr/>
          <p:nvPr/>
        </p:nvSpPr>
        <p:spPr>
          <a:xfrm>
            <a:off x="9082772" y="2588879"/>
            <a:ext cx="421566"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2" name="Straight Arrow Connector 11">
            <a:extLst>
              <a:ext uri="{FF2B5EF4-FFF2-40B4-BE49-F238E27FC236}">
                <a16:creationId xmlns:a16="http://schemas.microsoft.com/office/drawing/2014/main" id="{C66C6480-0DD0-E3DF-F5DD-72D426590475}"/>
              </a:ext>
            </a:extLst>
          </p:cNvPr>
          <p:cNvCxnSpPr/>
          <p:nvPr/>
        </p:nvCxnSpPr>
        <p:spPr>
          <a:xfrm flipH="1">
            <a:off x="9279827" y="1535306"/>
            <a:ext cx="591015" cy="103830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79293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BEF10-57A6-43D8-2E75-7C017417784A}"/>
            </a:ext>
          </a:extLst>
        </p:cNvPr>
        <p:cNvGrpSpPr/>
        <p:nvPr/>
      </p:nvGrpSpPr>
      <p:grpSpPr>
        <a:xfrm>
          <a:off x="0" y="0"/>
          <a:ext cx="0" cy="0"/>
          <a:chOff x="0" y="0"/>
          <a:chExt cx="0" cy="0"/>
        </a:xfrm>
      </p:grpSpPr>
      <p:pic>
        <p:nvPicPr>
          <p:cNvPr id="5" name="Content Placeholder 3" descr="A screenshot of a computer&#10;&#10;AI-generated content may be incorrect.">
            <a:extLst>
              <a:ext uri="{FF2B5EF4-FFF2-40B4-BE49-F238E27FC236}">
                <a16:creationId xmlns:a16="http://schemas.microsoft.com/office/drawing/2014/main" id="{88D002CC-D3A7-7E60-542F-868B23E466FF}"/>
              </a:ext>
            </a:extLst>
          </p:cNvPr>
          <p:cNvPicPr>
            <a:picLocks noChangeAspect="1"/>
          </p:cNvPicPr>
          <p:nvPr/>
        </p:nvPicPr>
        <p:blipFill>
          <a:blip r:embed="rId2"/>
          <a:srcRect b="114"/>
          <a:stretch>
            <a:fillRect/>
          </a:stretch>
        </p:blipFill>
        <p:spPr>
          <a:xfrm>
            <a:off x="912" y="1045690"/>
            <a:ext cx="8557069" cy="3830228"/>
          </a:xfrm>
          <a:prstGeom prst="rect">
            <a:avLst/>
          </a:prstGeom>
          <a:ln w="28575">
            <a:noFill/>
          </a:ln>
        </p:spPr>
      </p:pic>
      <p:sp>
        <p:nvSpPr>
          <p:cNvPr id="3" name="Title 2">
            <a:extLst>
              <a:ext uri="{FF2B5EF4-FFF2-40B4-BE49-F238E27FC236}">
                <a16:creationId xmlns:a16="http://schemas.microsoft.com/office/drawing/2014/main" id="{521052D5-B409-6B7E-BA01-A3092779AD55}"/>
              </a:ext>
            </a:extLst>
          </p:cNvPr>
          <p:cNvSpPr>
            <a:spLocks noGrp="1"/>
          </p:cNvSpPr>
          <p:nvPr>
            <p:ph type="title"/>
          </p:nvPr>
        </p:nvSpPr>
        <p:spPr/>
        <p:txBody>
          <a:bodyPr/>
          <a:lstStyle/>
          <a:p>
            <a:r>
              <a:rPr lang="en-US">
                <a:latin typeface="Montserrat"/>
              </a:rPr>
              <a:t>Display Sold To Party &amp; Orders </a:t>
            </a:r>
            <a:endParaRPr lang="en-US"/>
          </a:p>
        </p:txBody>
      </p:sp>
      <p:cxnSp>
        <p:nvCxnSpPr>
          <p:cNvPr id="2" name="Straight Arrow Connector 1">
            <a:extLst>
              <a:ext uri="{FF2B5EF4-FFF2-40B4-BE49-F238E27FC236}">
                <a16:creationId xmlns:a16="http://schemas.microsoft.com/office/drawing/2014/main" id="{6383259F-BF19-2123-BA12-9EA78B57DA23}"/>
              </a:ext>
            </a:extLst>
          </p:cNvPr>
          <p:cNvCxnSpPr/>
          <p:nvPr/>
        </p:nvCxnSpPr>
        <p:spPr>
          <a:xfrm flipH="1">
            <a:off x="5692076" y="1831898"/>
            <a:ext cx="299847" cy="474544"/>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150D124D-8368-4119-7CF7-55EB75B725DE}"/>
              </a:ext>
            </a:extLst>
          </p:cNvPr>
          <p:cNvSpPr/>
          <p:nvPr/>
        </p:nvSpPr>
        <p:spPr>
          <a:xfrm>
            <a:off x="5991408" y="1672002"/>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1" name="Rectangle 10">
            <a:extLst>
              <a:ext uri="{FF2B5EF4-FFF2-40B4-BE49-F238E27FC236}">
                <a16:creationId xmlns:a16="http://schemas.microsoft.com/office/drawing/2014/main" id="{DC33FAD5-0D94-0565-9A38-60CD69A2E495}"/>
              </a:ext>
            </a:extLst>
          </p:cNvPr>
          <p:cNvSpPr/>
          <p:nvPr/>
        </p:nvSpPr>
        <p:spPr>
          <a:xfrm>
            <a:off x="7862333" y="1665806"/>
            <a:ext cx="421566"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2" name="Straight Arrow Connector 11">
            <a:extLst>
              <a:ext uri="{FF2B5EF4-FFF2-40B4-BE49-F238E27FC236}">
                <a16:creationId xmlns:a16="http://schemas.microsoft.com/office/drawing/2014/main" id="{7809B091-891E-70EE-D7B0-B39E064543B1}"/>
              </a:ext>
            </a:extLst>
          </p:cNvPr>
          <p:cNvCxnSpPr/>
          <p:nvPr/>
        </p:nvCxnSpPr>
        <p:spPr>
          <a:xfrm flipH="1">
            <a:off x="8108950" y="810477"/>
            <a:ext cx="640576" cy="858644"/>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5" name="Picture 14" descr="A screenshot of a computer&#10;&#10;AI-generated content may be incorrect.">
            <a:extLst>
              <a:ext uri="{FF2B5EF4-FFF2-40B4-BE49-F238E27FC236}">
                <a16:creationId xmlns:a16="http://schemas.microsoft.com/office/drawing/2014/main" id="{7EC7F994-6468-671F-8256-E19D114B99F6}"/>
              </a:ext>
            </a:extLst>
          </p:cNvPr>
          <p:cNvPicPr>
            <a:picLocks noChangeAspect="1"/>
          </p:cNvPicPr>
          <p:nvPr/>
        </p:nvPicPr>
        <p:blipFill>
          <a:blip r:embed="rId3"/>
          <a:srcRect l="378" t="767" r="39512" b="-197"/>
          <a:stretch>
            <a:fillRect/>
          </a:stretch>
        </p:blipFill>
        <p:spPr>
          <a:xfrm>
            <a:off x="8554666" y="231347"/>
            <a:ext cx="3817006" cy="3129835"/>
          </a:xfrm>
          <a:prstGeom prst="rect">
            <a:avLst/>
          </a:prstGeom>
          <a:ln w="28575">
            <a:solidFill>
              <a:srgbClr val="FF0000"/>
            </a:solidFill>
          </a:ln>
        </p:spPr>
      </p:pic>
      <p:pic>
        <p:nvPicPr>
          <p:cNvPr id="16" name="Picture 15" descr="A screenshot of a computer&#10;&#10;AI-generated content may be incorrect.">
            <a:extLst>
              <a:ext uri="{FF2B5EF4-FFF2-40B4-BE49-F238E27FC236}">
                <a16:creationId xmlns:a16="http://schemas.microsoft.com/office/drawing/2014/main" id="{EDFCC194-58BF-EB04-5E21-B758990AB729}"/>
              </a:ext>
            </a:extLst>
          </p:cNvPr>
          <p:cNvPicPr>
            <a:picLocks noChangeAspect="1"/>
          </p:cNvPicPr>
          <p:nvPr/>
        </p:nvPicPr>
        <p:blipFill>
          <a:blip r:embed="rId4"/>
          <a:stretch>
            <a:fillRect/>
          </a:stretch>
        </p:blipFill>
        <p:spPr>
          <a:xfrm>
            <a:off x="669073" y="2316780"/>
            <a:ext cx="7217318" cy="2410295"/>
          </a:xfrm>
          <a:prstGeom prst="rect">
            <a:avLst/>
          </a:prstGeom>
          <a:ln w="28575">
            <a:solidFill>
              <a:srgbClr val="FF0000"/>
            </a:solidFill>
          </a:ln>
        </p:spPr>
      </p:pic>
      <p:pic>
        <p:nvPicPr>
          <p:cNvPr id="17" name="Picture 16" descr="A screenshot of a computer&#10;&#10;AI-generated content may be incorrect.">
            <a:extLst>
              <a:ext uri="{FF2B5EF4-FFF2-40B4-BE49-F238E27FC236}">
                <a16:creationId xmlns:a16="http://schemas.microsoft.com/office/drawing/2014/main" id="{B6A7A2BE-7231-A7BD-899B-64EE3F5C54DC}"/>
              </a:ext>
            </a:extLst>
          </p:cNvPr>
          <p:cNvPicPr>
            <a:picLocks noChangeAspect="1"/>
          </p:cNvPicPr>
          <p:nvPr/>
        </p:nvPicPr>
        <p:blipFill>
          <a:blip r:embed="rId5"/>
          <a:stretch>
            <a:fillRect/>
          </a:stretch>
        </p:blipFill>
        <p:spPr>
          <a:xfrm>
            <a:off x="5290634" y="3522973"/>
            <a:ext cx="6498683" cy="3145031"/>
          </a:xfrm>
          <a:prstGeom prst="rect">
            <a:avLst/>
          </a:prstGeom>
          <a:ln w="28575">
            <a:solidFill>
              <a:srgbClr val="FF0000"/>
            </a:solidFill>
          </a:ln>
        </p:spPr>
      </p:pic>
      <p:cxnSp>
        <p:nvCxnSpPr>
          <p:cNvPr id="18" name="Straight Arrow Connector 17">
            <a:extLst>
              <a:ext uri="{FF2B5EF4-FFF2-40B4-BE49-F238E27FC236}">
                <a16:creationId xmlns:a16="http://schemas.microsoft.com/office/drawing/2014/main" id="{7F0487E0-B3EC-2C7B-F701-4C6952561A2B}"/>
              </a:ext>
            </a:extLst>
          </p:cNvPr>
          <p:cNvCxnSpPr/>
          <p:nvPr/>
        </p:nvCxnSpPr>
        <p:spPr>
          <a:xfrm>
            <a:off x="4461727" y="2798336"/>
            <a:ext cx="790497" cy="1106447"/>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B27DAC4-A611-6830-502F-0038A6129B85}"/>
              </a:ext>
            </a:extLst>
          </p:cNvPr>
          <p:cNvSpPr/>
          <p:nvPr/>
        </p:nvSpPr>
        <p:spPr>
          <a:xfrm>
            <a:off x="4231992" y="2539318"/>
            <a:ext cx="619809"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Tree>
    <p:extLst>
      <p:ext uri="{BB962C8B-B14F-4D97-AF65-F5344CB8AC3E}">
        <p14:creationId xmlns:p14="http://schemas.microsoft.com/office/powerpoint/2010/main" val="4166204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5A173AD-65DA-F509-DC39-BCC92CFFF614}"/>
              </a:ext>
            </a:extLst>
          </p:cNvPr>
          <p:cNvPicPr>
            <a:picLocks noChangeAspect="1"/>
          </p:cNvPicPr>
          <p:nvPr/>
        </p:nvPicPr>
        <p:blipFill>
          <a:blip r:embed="rId2"/>
          <a:srcRect l="51" r="-51" b="-119"/>
          <a:stretch>
            <a:fillRect/>
          </a:stretch>
        </p:blipFill>
        <p:spPr>
          <a:xfrm>
            <a:off x="142488" y="1332510"/>
            <a:ext cx="12192000" cy="5202798"/>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3B3876E3-0CC3-ED58-5E89-EA4386A8224C}"/>
              </a:ext>
            </a:extLst>
          </p:cNvPr>
          <p:cNvPicPr>
            <a:picLocks noGrp="1" noChangeAspect="1"/>
          </p:cNvPicPr>
          <p:nvPr>
            <p:ph idx="1"/>
          </p:nvPr>
        </p:nvPicPr>
        <p:blipFill>
          <a:blip r:embed="rId3"/>
          <a:srcRect r="56460"/>
          <a:stretch>
            <a:fillRect/>
          </a:stretch>
        </p:blipFill>
        <p:spPr>
          <a:xfrm>
            <a:off x="7197730" y="1937836"/>
            <a:ext cx="4173605" cy="4487033"/>
          </a:xfrm>
          <a:prstGeom prst="rect">
            <a:avLst/>
          </a:prstGeom>
        </p:spPr>
      </p:pic>
      <p:sp>
        <p:nvSpPr>
          <p:cNvPr id="3" name="Title 2">
            <a:extLst>
              <a:ext uri="{FF2B5EF4-FFF2-40B4-BE49-F238E27FC236}">
                <a16:creationId xmlns:a16="http://schemas.microsoft.com/office/drawing/2014/main" id="{FCC2B31B-C0C4-A461-6F8D-BD6F6DA94C3E}"/>
              </a:ext>
            </a:extLst>
          </p:cNvPr>
          <p:cNvSpPr>
            <a:spLocks noGrp="1"/>
          </p:cNvSpPr>
          <p:nvPr>
            <p:ph type="title"/>
          </p:nvPr>
        </p:nvSpPr>
        <p:spPr/>
        <p:txBody>
          <a:bodyPr/>
          <a:lstStyle/>
          <a:p>
            <a:r>
              <a:rPr lang="en-US">
                <a:latin typeface="Montserrat"/>
              </a:rPr>
              <a:t>Display Status</a:t>
            </a:r>
            <a:endParaRPr lang="en-US"/>
          </a:p>
        </p:txBody>
      </p:sp>
    </p:spTree>
    <p:extLst>
      <p:ext uri="{BB962C8B-B14F-4D97-AF65-F5344CB8AC3E}">
        <p14:creationId xmlns:p14="http://schemas.microsoft.com/office/powerpoint/2010/main" val="39171240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7D96FF51-14A6-E294-0673-87E52899E390}"/>
              </a:ext>
            </a:extLst>
          </p:cNvPr>
          <p:cNvPicPr>
            <a:picLocks noGrp="1" noChangeAspect="1"/>
          </p:cNvPicPr>
          <p:nvPr>
            <p:ph idx="1"/>
          </p:nvPr>
        </p:nvPicPr>
        <p:blipFill>
          <a:blip r:embed="rId2"/>
          <a:srcRect/>
          <a:stretch>
            <a:fillRect/>
          </a:stretch>
        </p:blipFill>
        <p:spPr>
          <a:xfrm>
            <a:off x="1648213" y="1219201"/>
            <a:ext cx="8907766" cy="4895447"/>
          </a:xfrm>
          <a:prstGeom prst="rect">
            <a:avLst/>
          </a:prstGeom>
        </p:spPr>
      </p:pic>
      <p:sp>
        <p:nvSpPr>
          <p:cNvPr id="3" name="Title 2">
            <a:extLst>
              <a:ext uri="{FF2B5EF4-FFF2-40B4-BE49-F238E27FC236}">
                <a16:creationId xmlns:a16="http://schemas.microsoft.com/office/drawing/2014/main" id="{D96440F6-AB83-1507-98C4-D71BEFA348B3}"/>
              </a:ext>
            </a:extLst>
          </p:cNvPr>
          <p:cNvSpPr>
            <a:spLocks noGrp="1"/>
          </p:cNvSpPr>
          <p:nvPr>
            <p:ph type="title"/>
          </p:nvPr>
        </p:nvSpPr>
        <p:spPr/>
        <p:txBody>
          <a:bodyPr/>
          <a:lstStyle/>
          <a:p>
            <a:r>
              <a:rPr lang="en-US">
                <a:latin typeface="Montserrat"/>
              </a:rPr>
              <a:t>Display Long Text</a:t>
            </a:r>
            <a:endParaRPr lang="en-US"/>
          </a:p>
        </p:txBody>
      </p:sp>
    </p:spTree>
    <p:extLst>
      <p:ext uri="{BB962C8B-B14F-4D97-AF65-F5344CB8AC3E}">
        <p14:creationId xmlns:p14="http://schemas.microsoft.com/office/powerpoint/2010/main" val="2479967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E5416A0-9FCC-FB2E-D64A-785653044BFB}"/>
              </a:ext>
            </a:extLst>
          </p:cNvPr>
          <p:cNvPicPr>
            <a:picLocks noGrp="1" noChangeAspect="1"/>
          </p:cNvPicPr>
          <p:nvPr>
            <p:ph idx="1"/>
          </p:nvPr>
        </p:nvPicPr>
        <p:blipFill>
          <a:blip r:embed="rId2"/>
          <a:srcRect r="61"/>
          <a:stretch>
            <a:fillRect/>
          </a:stretch>
        </p:blipFill>
        <p:spPr>
          <a:xfrm>
            <a:off x="2484904" y="1219201"/>
            <a:ext cx="7229959" cy="4895447"/>
          </a:xfrm>
          <a:prstGeom prst="rect">
            <a:avLst/>
          </a:prstGeom>
        </p:spPr>
      </p:pic>
      <p:sp>
        <p:nvSpPr>
          <p:cNvPr id="3" name="Title 2">
            <a:extLst>
              <a:ext uri="{FF2B5EF4-FFF2-40B4-BE49-F238E27FC236}">
                <a16:creationId xmlns:a16="http://schemas.microsoft.com/office/drawing/2014/main" id="{3A7E496D-2272-2BB9-F135-CBB10495AE6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06813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1CF790C-D38F-6808-0DA0-11B57B429154}"/>
              </a:ext>
            </a:extLst>
          </p:cNvPr>
          <p:cNvPicPr>
            <a:picLocks noGrp="1" noChangeAspect="1"/>
          </p:cNvPicPr>
          <p:nvPr>
            <p:ph idx="1"/>
          </p:nvPr>
        </p:nvPicPr>
        <p:blipFill>
          <a:blip r:embed="rId2"/>
          <a:srcRect l="51" r="-51" b="-102"/>
          <a:stretch>
            <a:fillRect/>
          </a:stretch>
        </p:blipFill>
        <p:spPr>
          <a:xfrm>
            <a:off x="1192460" y="1219201"/>
            <a:ext cx="9829260" cy="4900447"/>
          </a:xfrm>
          <a:prstGeom prst="rect">
            <a:avLst/>
          </a:prstGeom>
        </p:spPr>
      </p:pic>
      <p:sp>
        <p:nvSpPr>
          <p:cNvPr id="3" name="Title 2">
            <a:extLst>
              <a:ext uri="{FF2B5EF4-FFF2-40B4-BE49-F238E27FC236}">
                <a16:creationId xmlns:a16="http://schemas.microsoft.com/office/drawing/2014/main" id="{99B8FEC2-1A48-F30B-8D55-E298E808966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549967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BC321AA4-EB43-36B5-1DCC-4BD86692A628}"/>
              </a:ext>
            </a:extLst>
          </p:cNvPr>
          <p:cNvPicPr>
            <a:picLocks noGrp="1" noChangeAspect="1"/>
          </p:cNvPicPr>
          <p:nvPr>
            <p:ph idx="1"/>
          </p:nvPr>
        </p:nvPicPr>
        <p:blipFill>
          <a:blip r:embed="rId2"/>
          <a:srcRect b="107"/>
          <a:stretch>
            <a:fillRect/>
          </a:stretch>
        </p:blipFill>
        <p:spPr>
          <a:xfrm>
            <a:off x="927948" y="1219201"/>
            <a:ext cx="10348296" cy="4890189"/>
          </a:xfrm>
          <a:prstGeom prst="rect">
            <a:avLst/>
          </a:prstGeom>
        </p:spPr>
      </p:pic>
      <p:sp>
        <p:nvSpPr>
          <p:cNvPr id="3" name="Title 2">
            <a:extLst>
              <a:ext uri="{FF2B5EF4-FFF2-40B4-BE49-F238E27FC236}">
                <a16:creationId xmlns:a16="http://schemas.microsoft.com/office/drawing/2014/main" id="{1B718AF2-2E2E-5AFD-376E-B95B1152243E}"/>
              </a:ext>
            </a:extLst>
          </p:cNvPr>
          <p:cNvSpPr>
            <a:spLocks noGrp="1"/>
          </p:cNvSpPr>
          <p:nvPr>
            <p:ph type="title"/>
          </p:nvPr>
        </p:nvSpPr>
        <p:spPr/>
        <p:txBody>
          <a:bodyPr/>
          <a:lstStyle/>
          <a:p>
            <a:r>
              <a:rPr lang="en-US">
                <a:latin typeface="Montserrat"/>
              </a:rPr>
              <a:t>Display Document Flow</a:t>
            </a:r>
            <a:endParaRPr lang="en-US"/>
          </a:p>
        </p:txBody>
      </p:sp>
    </p:spTree>
    <p:extLst>
      <p:ext uri="{BB962C8B-B14F-4D97-AF65-F5344CB8AC3E}">
        <p14:creationId xmlns:p14="http://schemas.microsoft.com/office/powerpoint/2010/main" val="3079801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7654255-7C1D-6D3C-BA10-D77817E858A9}"/>
              </a:ext>
            </a:extLst>
          </p:cNvPr>
          <p:cNvPicPr>
            <a:picLocks noGrp="1" noChangeAspect="1"/>
          </p:cNvPicPr>
          <p:nvPr>
            <p:ph idx="1"/>
          </p:nvPr>
        </p:nvPicPr>
        <p:blipFill>
          <a:blip r:embed="rId2"/>
          <a:srcRect r="59"/>
          <a:stretch>
            <a:fillRect/>
          </a:stretch>
        </p:blipFill>
        <p:spPr>
          <a:xfrm>
            <a:off x="2183622" y="1219201"/>
            <a:ext cx="7832358" cy="4895447"/>
          </a:xfrm>
          <a:prstGeom prst="rect">
            <a:avLst/>
          </a:prstGeom>
        </p:spPr>
      </p:pic>
      <p:sp>
        <p:nvSpPr>
          <p:cNvPr id="3" name="Title 2">
            <a:extLst>
              <a:ext uri="{FF2B5EF4-FFF2-40B4-BE49-F238E27FC236}">
                <a16:creationId xmlns:a16="http://schemas.microsoft.com/office/drawing/2014/main" id="{33814847-8BF5-0115-3359-A2A4DD78F1F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89763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B599B3-560F-244F-0299-EC25CD4AC24B}"/>
            </a:ext>
          </a:extLst>
        </p:cNvPr>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5858B8E9-3547-CF3E-A534-78811F8DDED5}"/>
              </a:ext>
            </a:extLst>
          </p:cNvPr>
          <p:cNvPicPr>
            <a:picLocks noGrp="1" noChangeAspect="1"/>
          </p:cNvPicPr>
          <p:nvPr>
            <p:ph idx="1"/>
          </p:nvPr>
        </p:nvPicPr>
        <p:blipFill>
          <a:blip r:embed="rId2"/>
          <a:srcRect l="3199" b="127"/>
          <a:stretch>
            <a:fillRect/>
          </a:stretch>
        </p:blipFill>
        <p:spPr>
          <a:xfrm>
            <a:off x="97886" y="1396473"/>
            <a:ext cx="10698482" cy="4782436"/>
          </a:xfrm>
          <a:prstGeom prst="rect">
            <a:avLst/>
          </a:prstGeom>
        </p:spPr>
      </p:pic>
      <p:sp>
        <p:nvSpPr>
          <p:cNvPr id="3" name="Title 2">
            <a:extLst>
              <a:ext uri="{FF2B5EF4-FFF2-40B4-BE49-F238E27FC236}">
                <a16:creationId xmlns:a16="http://schemas.microsoft.com/office/drawing/2014/main" id="{54CD7464-2805-4199-223F-0133EE1B71C5}"/>
              </a:ext>
            </a:extLst>
          </p:cNvPr>
          <p:cNvSpPr>
            <a:spLocks noGrp="1"/>
          </p:cNvSpPr>
          <p:nvPr>
            <p:ph type="title"/>
          </p:nvPr>
        </p:nvSpPr>
        <p:spPr/>
        <p:txBody>
          <a:bodyPr/>
          <a:lstStyle/>
          <a:p>
            <a:r>
              <a:rPr lang="en-US">
                <a:highlight>
                  <a:srgbClr val="FFFF00"/>
                </a:highlight>
                <a:latin typeface="Montserrat"/>
              </a:rPr>
              <a:t>Manage Cases</a:t>
            </a:r>
            <a:r>
              <a:rPr lang="en-US">
                <a:latin typeface="Montserrat"/>
              </a:rPr>
              <a:t> - CRM7</a:t>
            </a:r>
            <a:endParaRPr lang="en-US"/>
          </a:p>
        </p:txBody>
      </p:sp>
      <p:pic>
        <p:nvPicPr>
          <p:cNvPr id="9" name="Picture 8" descr="A screenshot of a computer&#10;&#10;AI-generated content may be incorrect.">
            <a:extLst>
              <a:ext uri="{FF2B5EF4-FFF2-40B4-BE49-F238E27FC236}">
                <a16:creationId xmlns:a16="http://schemas.microsoft.com/office/drawing/2014/main" id="{BDC150FA-5E79-0EA3-D85A-F8167C177B84}"/>
              </a:ext>
            </a:extLst>
          </p:cNvPr>
          <p:cNvPicPr>
            <a:picLocks noChangeAspect="1"/>
          </p:cNvPicPr>
          <p:nvPr/>
        </p:nvPicPr>
        <p:blipFill>
          <a:blip r:embed="rId3"/>
          <a:stretch>
            <a:fillRect/>
          </a:stretch>
        </p:blipFill>
        <p:spPr>
          <a:xfrm>
            <a:off x="6092937" y="1716690"/>
            <a:ext cx="3544608" cy="4545725"/>
          </a:xfrm>
          <a:prstGeom prst="rect">
            <a:avLst/>
          </a:prstGeom>
          <a:ln w="28575">
            <a:solidFill>
              <a:schemeClr val="bg1">
                <a:lumMod val="50000"/>
              </a:schemeClr>
            </a:solidFill>
          </a:ln>
        </p:spPr>
      </p:pic>
      <p:pic>
        <p:nvPicPr>
          <p:cNvPr id="10" name="Picture 9" descr="A blue and white striped background&#10;&#10;AI-generated content may be incorrect.">
            <a:extLst>
              <a:ext uri="{FF2B5EF4-FFF2-40B4-BE49-F238E27FC236}">
                <a16:creationId xmlns:a16="http://schemas.microsoft.com/office/drawing/2014/main" id="{F36EB8DD-213E-C3EF-0E61-B6CAD5D018CB}"/>
              </a:ext>
            </a:extLst>
          </p:cNvPr>
          <p:cNvPicPr>
            <a:picLocks noChangeAspect="1"/>
          </p:cNvPicPr>
          <p:nvPr/>
        </p:nvPicPr>
        <p:blipFill>
          <a:blip r:embed="rId4"/>
          <a:stretch>
            <a:fillRect/>
          </a:stretch>
        </p:blipFill>
        <p:spPr>
          <a:xfrm>
            <a:off x="222472" y="3842846"/>
            <a:ext cx="5351080" cy="915385"/>
          </a:xfrm>
          <a:prstGeom prst="rect">
            <a:avLst/>
          </a:prstGeom>
          <a:ln w="28575">
            <a:solidFill>
              <a:schemeClr val="bg1">
                <a:lumMod val="50000"/>
              </a:schemeClr>
            </a:solidFill>
          </a:ln>
        </p:spPr>
      </p:pic>
      <p:sp>
        <p:nvSpPr>
          <p:cNvPr id="12" name="Rectangle 11">
            <a:extLst>
              <a:ext uri="{FF2B5EF4-FFF2-40B4-BE49-F238E27FC236}">
                <a16:creationId xmlns:a16="http://schemas.microsoft.com/office/drawing/2014/main" id="{E6E870CC-E6C6-FD46-C22E-4640C7D49054}"/>
              </a:ext>
            </a:extLst>
          </p:cNvPr>
          <p:cNvSpPr/>
          <p:nvPr/>
        </p:nvSpPr>
        <p:spPr>
          <a:xfrm>
            <a:off x="5265963" y="4020591"/>
            <a:ext cx="178466" cy="1809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4" name="Straight Arrow Connector 13">
            <a:extLst>
              <a:ext uri="{FF2B5EF4-FFF2-40B4-BE49-F238E27FC236}">
                <a16:creationId xmlns:a16="http://schemas.microsoft.com/office/drawing/2014/main" id="{9D95695C-C97A-EF16-0E14-551F668D50C8}"/>
              </a:ext>
            </a:extLst>
          </p:cNvPr>
          <p:cNvCxnSpPr/>
          <p:nvPr/>
        </p:nvCxnSpPr>
        <p:spPr>
          <a:xfrm flipH="1">
            <a:off x="5494182" y="3040751"/>
            <a:ext cx="593063" cy="795142"/>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E05911ED-857A-2379-3087-2229C7A6DFC5}"/>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2025849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68EF7D-7828-10D6-EFEC-27CC30122DCD}"/>
              </a:ext>
            </a:extLst>
          </p:cNvPr>
          <p:cNvSpPr>
            <a:spLocks noGrp="1"/>
          </p:cNvSpPr>
          <p:nvPr>
            <p:ph type="title"/>
          </p:nvPr>
        </p:nvSpPr>
        <p:spPr/>
        <p:txBody>
          <a:bodyPr/>
          <a:lstStyle/>
          <a:p>
            <a:r>
              <a:rPr lang="en-US">
                <a:latin typeface="Montserrat"/>
              </a:rPr>
              <a:t>Create Work Order - CRM7</a:t>
            </a:r>
            <a:endParaRPr lang="en-US"/>
          </a:p>
        </p:txBody>
      </p:sp>
      <p:pic>
        <p:nvPicPr>
          <p:cNvPr id="5" name="Picture 4" descr="A screenshot of a computer&#10;&#10;AI-generated content may be incorrect.">
            <a:extLst>
              <a:ext uri="{FF2B5EF4-FFF2-40B4-BE49-F238E27FC236}">
                <a16:creationId xmlns:a16="http://schemas.microsoft.com/office/drawing/2014/main" id="{7370C6C8-D1D0-26A4-93F8-2E8F28709C5A}"/>
              </a:ext>
            </a:extLst>
          </p:cNvPr>
          <p:cNvPicPr>
            <a:picLocks noChangeAspect="1"/>
          </p:cNvPicPr>
          <p:nvPr/>
        </p:nvPicPr>
        <p:blipFill>
          <a:blip r:embed="rId2"/>
          <a:stretch>
            <a:fillRect/>
          </a:stretch>
        </p:blipFill>
        <p:spPr>
          <a:xfrm>
            <a:off x="411656" y="1587689"/>
            <a:ext cx="10808138" cy="4628552"/>
          </a:xfrm>
          <a:prstGeom prst="rect">
            <a:avLst/>
          </a:prstGeom>
        </p:spPr>
      </p:pic>
      <p:sp>
        <p:nvSpPr>
          <p:cNvPr id="6" name="TextBox 5">
            <a:extLst>
              <a:ext uri="{FF2B5EF4-FFF2-40B4-BE49-F238E27FC236}">
                <a16:creationId xmlns:a16="http://schemas.microsoft.com/office/drawing/2014/main" id="{801156EA-A440-9D83-C6E8-E2D9F28B3344}"/>
              </a:ext>
            </a:extLst>
          </p:cNvPr>
          <p:cNvSpPr txBox="1"/>
          <p:nvPr/>
        </p:nvSpPr>
        <p:spPr>
          <a:xfrm>
            <a:off x="500543" y="1146148"/>
            <a:ext cx="10625958" cy="40011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dirty="0">
                <a:latin typeface="Montserrat"/>
              </a:rPr>
              <a:t>Create Work Order </a:t>
            </a:r>
            <a:r>
              <a:rPr lang="en-US" sz="1000" dirty="0">
                <a:latin typeface="Montserrat"/>
              </a:rPr>
              <a:t>takes you to the </a:t>
            </a:r>
            <a:r>
              <a:rPr lang="en-US" sz="1000" b="1" dirty="0">
                <a:latin typeface="Montserrat"/>
              </a:rPr>
              <a:t>Order Initiation Layer. </a:t>
            </a:r>
            <a:r>
              <a:rPr lang="en-US" sz="1000" dirty="0">
                <a:latin typeface="Montserrat"/>
              </a:rPr>
              <a:t>You can enter in the blank keyword to get 15 pages worth of Keyword </a:t>
            </a:r>
            <a:r>
              <a:rPr lang="en-US" sz="1000">
                <a:latin typeface="Montserrat"/>
              </a:rPr>
              <a:t>Results </a:t>
            </a:r>
          </a:p>
          <a:p>
            <a:r>
              <a:rPr lang="en-US" sz="1000" b="1"/>
              <a:t>Options are Power Outage, Reconnect Meter, Disconnect Meter, Read Meter, Streetlight Out</a:t>
            </a:r>
            <a:endParaRPr lang="en-US" sz="1000" b="1" dirty="0"/>
          </a:p>
        </p:txBody>
      </p:sp>
      <p:sp>
        <p:nvSpPr>
          <p:cNvPr id="10" name="Rectangle 9">
            <a:extLst>
              <a:ext uri="{FF2B5EF4-FFF2-40B4-BE49-F238E27FC236}">
                <a16:creationId xmlns:a16="http://schemas.microsoft.com/office/drawing/2014/main" id="{C82A473F-6671-3F58-4491-56EABB83F17A}"/>
              </a:ext>
            </a:extLst>
          </p:cNvPr>
          <p:cNvSpPr/>
          <p:nvPr/>
        </p:nvSpPr>
        <p:spPr>
          <a:xfrm>
            <a:off x="413687" y="1804661"/>
            <a:ext cx="3655638" cy="145953"/>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4" name="Rectangle 3">
            <a:extLst>
              <a:ext uri="{FF2B5EF4-FFF2-40B4-BE49-F238E27FC236}">
                <a16:creationId xmlns:a16="http://schemas.microsoft.com/office/drawing/2014/main" id="{39A21B00-E177-4784-6F73-9901F6A04175}"/>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3822518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329447-761E-9095-7F43-AAF00BC2EC19}"/>
              </a:ext>
            </a:extLst>
          </p:cNvPr>
          <p:cNvSpPr>
            <a:spLocks noGrp="1"/>
          </p:cNvSpPr>
          <p:nvPr>
            <p:ph type="title"/>
          </p:nvPr>
        </p:nvSpPr>
        <p:spPr/>
        <p:txBody>
          <a:bodyPr/>
          <a:lstStyle/>
          <a:p>
            <a:r>
              <a:rPr lang="en-US" dirty="0">
                <a:latin typeface="Montserrat"/>
              </a:rPr>
              <a:t>Order Initiation Layer  </a:t>
            </a:r>
            <a:r>
              <a:rPr lang="en-US">
                <a:latin typeface="Montserrat"/>
              </a:rPr>
              <a:t>Screens</a:t>
            </a:r>
            <a:endParaRPr lang="en-US" dirty="0"/>
          </a:p>
        </p:txBody>
      </p:sp>
      <p:pic>
        <p:nvPicPr>
          <p:cNvPr id="5" name="Picture 4" descr="A screenshot of a computer&#10;&#10;AI-generated content may be incorrect.">
            <a:extLst>
              <a:ext uri="{FF2B5EF4-FFF2-40B4-BE49-F238E27FC236}">
                <a16:creationId xmlns:a16="http://schemas.microsoft.com/office/drawing/2014/main" id="{DEE09458-C064-6344-1554-A8B9D7C59C17}"/>
              </a:ext>
            </a:extLst>
          </p:cNvPr>
          <p:cNvPicPr>
            <a:picLocks noChangeAspect="1"/>
          </p:cNvPicPr>
          <p:nvPr/>
        </p:nvPicPr>
        <p:blipFill>
          <a:blip r:embed="rId2"/>
          <a:stretch>
            <a:fillRect/>
          </a:stretch>
        </p:blipFill>
        <p:spPr>
          <a:xfrm>
            <a:off x="8759" y="1760789"/>
            <a:ext cx="12192001" cy="204594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AB7ED97F-551A-1A89-E6F6-6D48476A833D}"/>
              </a:ext>
            </a:extLst>
          </p:cNvPr>
          <p:cNvPicPr>
            <a:picLocks noChangeAspect="1"/>
          </p:cNvPicPr>
          <p:nvPr/>
        </p:nvPicPr>
        <p:blipFill>
          <a:blip r:embed="rId3"/>
          <a:stretch>
            <a:fillRect/>
          </a:stretch>
        </p:blipFill>
        <p:spPr>
          <a:xfrm>
            <a:off x="1267809" y="3808115"/>
            <a:ext cx="7366003" cy="148477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FABEFE8-00CF-B052-5169-1E78A62C0DAD}"/>
              </a:ext>
            </a:extLst>
          </p:cNvPr>
          <p:cNvPicPr>
            <a:picLocks noChangeAspect="1"/>
          </p:cNvPicPr>
          <p:nvPr/>
        </p:nvPicPr>
        <p:blipFill>
          <a:blip r:embed="rId4"/>
          <a:stretch>
            <a:fillRect/>
          </a:stretch>
        </p:blipFill>
        <p:spPr>
          <a:xfrm>
            <a:off x="2246585" y="4550409"/>
            <a:ext cx="7760140" cy="163540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5EC2168-B5D2-7759-A898-7242DBE30236}"/>
              </a:ext>
            </a:extLst>
          </p:cNvPr>
          <p:cNvPicPr>
            <a:picLocks noChangeAspect="1"/>
          </p:cNvPicPr>
          <p:nvPr/>
        </p:nvPicPr>
        <p:blipFill>
          <a:blip r:embed="rId5"/>
          <a:stretch>
            <a:fillRect/>
          </a:stretch>
        </p:blipFill>
        <p:spPr>
          <a:xfrm>
            <a:off x="3987361" y="5231393"/>
            <a:ext cx="7225864" cy="1500669"/>
          </a:xfrm>
          <a:prstGeom prst="rect">
            <a:avLst/>
          </a:prstGeom>
        </p:spPr>
      </p:pic>
      <p:sp>
        <p:nvSpPr>
          <p:cNvPr id="9" name="Content Placeholder 8">
            <a:extLst>
              <a:ext uri="{FF2B5EF4-FFF2-40B4-BE49-F238E27FC236}">
                <a16:creationId xmlns:a16="http://schemas.microsoft.com/office/drawing/2014/main" id="{7CD46B4F-BEE9-F4CE-541B-83C9D8C792C2}"/>
              </a:ext>
            </a:extLst>
          </p:cNvPr>
          <p:cNvSpPr>
            <a:spLocks noGrp="1"/>
          </p:cNvSpPr>
          <p:nvPr>
            <p:ph idx="1"/>
          </p:nvPr>
        </p:nvSpPr>
        <p:spPr>
          <a:xfrm>
            <a:off x="414528" y="1219201"/>
            <a:ext cx="11375136" cy="542413"/>
          </a:xfrm>
        </p:spPr>
        <p:txBody>
          <a:bodyPr vert="horz" lIns="0" tIns="45720" rIns="91440" bIns="45720" rtlCol="0" anchor="t">
            <a:normAutofit fontScale="85000" lnSpcReduction="20000"/>
          </a:bodyPr>
          <a:lstStyle/>
          <a:p>
            <a:r>
              <a:rPr lang="en-US" sz="2100" b="1" dirty="0">
                <a:latin typeface="Montserrat"/>
              </a:rPr>
              <a:t>Power Outage, Reconnect Meter, Disconnect Meter, Read Meter, Streetlight</a:t>
            </a:r>
            <a:r>
              <a:rPr lang="en-US" sz="2100" dirty="0">
                <a:latin typeface="Montserrat"/>
              </a:rPr>
              <a:t> </a:t>
            </a:r>
            <a:r>
              <a:rPr lang="en-US" sz="2100" b="1" dirty="0">
                <a:latin typeface="Montserrat"/>
              </a:rPr>
              <a:t>Out </a:t>
            </a:r>
            <a:r>
              <a:rPr lang="en-US" sz="2100" dirty="0">
                <a:latin typeface="Montserrat"/>
              </a:rPr>
              <a:t>all contain the same fields as shown in the larger screenshot </a:t>
            </a:r>
            <a:endParaRPr lang="en-US" dirty="0"/>
          </a:p>
        </p:txBody>
      </p:sp>
      <p:sp>
        <p:nvSpPr>
          <p:cNvPr id="4" name="Rectangle 3">
            <a:extLst>
              <a:ext uri="{FF2B5EF4-FFF2-40B4-BE49-F238E27FC236}">
                <a16:creationId xmlns:a16="http://schemas.microsoft.com/office/drawing/2014/main" id="{768A239E-7831-7C28-BA54-C67D0F74CE38}"/>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36826841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F6BDA4-4607-D3B1-8B7E-B49B3FAD91DB}"/>
              </a:ext>
            </a:extLst>
          </p:cNvPr>
          <p:cNvSpPr>
            <a:spLocks noGrp="1"/>
          </p:cNvSpPr>
          <p:nvPr>
            <p:ph type="title"/>
          </p:nvPr>
        </p:nvSpPr>
        <p:spPr/>
        <p:txBody>
          <a:bodyPr/>
          <a:lstStyle/>
          <a:p>
            <a:r>
              <a:rPr lang="en-US">
                <a:latin typeface="Montserrat"/>
              </a:rPr>
              <a:t>Display Service Notifications</a:t>
            </a:r>
            <a:endParaRPr lang="en-US"/>
          </a:p>
        </p:txBody>
      </p:sp>
      <p:pic>
        <p:nvPicPr>
          <p:cNvPr id="14" name="Picture 13" descr="A screenshot of a computer&#10;&#10;AI-generated content may be incorrect.">
            <a:extLst>
              <a:ext uri="{FF2B5EF4-FFF2-40B4-BE49-F238E27FC236}">
                <a16:creationId xmlns:a16="http://schemas.microsoft.com/office/drawing/2014/main" id="{D05DD4E3-4637-3889-66C4-F8757DEB180C}"/>
              </a:ext>
            </a:extLst>
          </p:cNvPr>
          <p:cNvPicPr>
            <a:picLocks noChangeAspect="1"/>
          </p:cNvPicPr>
          <p:nvPr/>
        </p:nvPicPr>
        <p:blipFill>
          <a:blip r:embed="rId2"/>
          <a:stretch>
            <a:fillRect/>
          </a:stretch>
        </p:blipFill>
        <p:spPr>
          <a:xfrm>
            <a:off x="416354" y="1596538"/>
            <a:ext cx="11120245" cy="5085954"/>
          </a:xfrm>
          <a:prstGeom prst="rect">
            <a:avLst/>
          </a:prstGeom>
        </p:spPr>
      </p:pic>
      <p:pic>
        <p:nvPicPr>
          <p:cNvPr id="7" name="Content Placeholder 6" descr="A screenshot of a computer&#10;&#10;AI-generated content may be incorrect.">
            <a:extLst>
              <a:ext uri="{FF2B5EF4-FFF2-40B4-BE49-F238E27FC236}">
                <a16:creationId xmlns:a16="http://schemas.microsoft.com/office/drawing/2014/main" id="{90DEA3B7-19A7-2C85-A520-220ECAB76DF7}"/>
              </a:ext>
            </a:extLst>
          </p:cNvPr>
          <p:cNvPicPr>
            <a:picLocks noGrp="1" noChangeAspect="1"/>
          </p:cNvPicPr>
          <p:nvPr>
            <p:ph idx="1"/>
          </p:nvPr>
        </p:nvPicPr>
        <p:blipFill>
          <a:blip r:embed="rId3"/>
          <a:stretch>
            <a:fillRect/>
          </a:stretch>
        </p:blipFill>
        <p:spPr>
          <a:xfrm>
            <a:off x="6438266" y="2805152"/>
            <a:ext cx="5782977" cy="2313790"/>
          </a:xfrm>
          <a:prstGeom prst="rect">
            <a:avLst/>
          </a:prstGeom>
          <a:ln w="28575">
            <a:solidFill>
              <a:schemeClr val="bg1">
                <a:lumMod val="50000"/>
              </a:schemeClr>
            </a:solidFill>
          </a:ln>
        </p:spPr>
      </p:pic>
      <p:sp>
        <p:nvSpPr>
          <p:cNvPr id="4" name="Rectangle 3">
            <a:extLst>
              <a:ext uri="{FF2B5EF4-FFF2-40B4-BE49-F238E27FC236}">
                <a16:creationId xmlns:a16="http://schemas.microsoft.com/office/drawing/2014/main" id="{FFD4A721-5966-340A-88A9-3F3DD0433589}"/>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
        <p:nvSpPr>
          <p:cNvPr id="6" name="Rectangle 5">
            <a:extLst>
              <a:ext uri="{FF2B5EF4-FFF2-40B4-BE49-F238E27FC236}">
                <a16:creationId xmlns:a16="http://schemas.microsoft.com/office/drawing/2014/main" id="{12B54D7A-AE21-5F27-0413-90C115BCCC6F}"/>
              </a:ext>
            </a:extLst>
          </p:cNvPr>
          <p:cNvSpPr/>
          <p:nvPr/>
        </p:nvSpPr>
        <p:spPr>
          <a:xfrm>
            <a:off x="5815833" y="2411783"/>
            <a:ext cx="620029" cy="26366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dirty="0">
              <a:latin typeface="Montserrat" pitchFamily="2" charset="77"/>
            </a:endParaRPr>
          </a:p>
        </p:txBody>
      </p:sp>
    </p:spTree>
    <p:extLst>
      <p:ext uri="{BB962C8B-B14F-4D97-AF65-F5344CB8AC3E}">
        <p14:creationId xmlns:p14="http://schemas.microsoft.com/office/powerpoint/2010/main" val="1833183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860AEB62-7BF4-9049-2EAD-E72BAB65A748}"/>
              </a:ext>
            </a:extLst>
          </p:cNvPr>
          <p:cNvPicPr>
            <a:picLocks noGrp="1" noChangeAspect="1"/>
          </p:cNvPicPr>
          <p:nvPr>
            <p:ph idx="1"/>
          </p:nvPr>
        </p:nvPicPr>
        <p:blipFill>
          <a:blip r:embed="rId2"/>
          <a:stretch>
            <a:fillRect/>
          </a:stretch>
        </p:blipFill>
        <p:spPr>
          <a:xfrm>
            <a:off x="303462" y="1604215"/>
            <a:ext cx="11169804" cy="4472343"/>
          </a:xfrm>
          <a:prstGeom prst="rect">
            <a:avLst/>
          </a:prstGeom>
        </p:spPr>
      </p:pic>
      <p:sp>
        <p:nvSpPr>
          <p:cNvPr id="3" name="Title 2">
            <a:extLst>
              <a:ext uri="{FF2B5EF4-FFF2-40B4-BE49-F238E27FC236}">
                <a16:creationId xmlns:a16="http://schemas.microsoft.com/office/drawing/2014/main" id="{584E4C9A-0E9D-18EB-C6FE-D03DAF4B9CEE}"/>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Picture 4" descr="A screenshot of a computer&#10;&#10;AI-generated content may be incorrect.">
            <a:extLst>
              <a:ext uri="{FF2B5EF4-FFF2-40B4-BE49-F238E27FC236}">
                <a16:creationId xmlns:a16="http://schemas.microsoft.com/office/drawing/2014/main" id="{35090810-DB13-21D6-936B-6663AE8BEF28}"/>
              </a:ext>
            </a:extLst>
          </p:cNvPr>
          <p:cNvPicPr>
            <a:picLocks noChangeAspect="1"/>
          </p:cNvPicPr>
          <p:nvPr/>
        </p:nvPicPr>
        <p:blipFill>
          <a:blip r:embed="rId3"/>
          <a:stretch>
            <a:fillRect/>
          </a:stretch>
        </p:blipFill>
        <p:spPr>
          <a:xfrm>
            <a:off x="2248828" y="2236781"/>
            <a:ext cx="7273074" cy="3840293"/>
          </a:xfrm>
          <a:prstGeom prst="rect">
            <a:avLst/>
          </a:prstGeom>
          <a:ln w="28575">
            <a:solidFill>
              <a:schemeClr val="bg1">
                <a:lumMod val="50000"/>
              </a:schemeClr>
            </a:solidFill>
          </a:ln>
        </p:spPr>
      </p:pic>
      <p:sp>
        <p:nvSpPr>
          <p:cNvPr id="7" name="Rectangle 6">
            <a:extLst>
              <a:ext uri="{FF2B5EF4-FFF2-40B4-BE49-F238E27FC236}">
                <a16:creationId xmlns:a16="http://schemas.microsoft.com/office/drawing/2014/main" id="{EF0D7A64-5BC2-C67D-0699-DC790076D6E7}"/>
              </a:ext>
            </a:extLst>
          </p:cNvPr>
          <p:cNvSpPr/>
          <p:nvPr/>
        </p:nvSpPr>
        <p:spPr>
          <a:xfrm>
            <a:off x="413687" y="2671978"/>
            <a:ext cx="1004126" cy="629172"/>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dirty="0">
              <a:latin typeface="Montserrat" pitchFamily="2" charset="77"/>
            </a:endParaRPr>
          </a:p>
        </p:txBody>
      </p:sp>
      <p:cxnSp>
        <p:nvCxnSpPr>
          <p:cNvPr id="8" name="Straight Arrow Connector 7">
            <a:extLst>
              <a:ext uri="{FF2B5EF4-FFF2-40B4-BE49-F238E27FC236}">
                <a16:creationId xmlns:a16="http://schemas.microsoft.com/office/drawing/2014/main" id="{76944CFE-9DAA-A418-4FC5-9CA2E72EC9EF}"/>
              </a:ext>
            </a:extLst>
          </p:cNvPr>
          <p:cNvCxnSpPr/>
          <p:nvPr/>
        </p:nvCxnSpPr>
        <p:spPr>
          <a:xfrm>
            <a:off x="1426117" y="3287750"/>
            <a:ext cx="802887" cy="282497"/>
          </a:xfrm>
          <a:prstGeom prst="straightConnector1">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218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EE37-98FF-6AEA-DE38-976065C349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0417-5231-F6EE-7AED-53896261F525}"/>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10" name="Picture 9" descr="A screenshot of a computer&#10;&#10;AI-generated content may be incorrect.">
            <a:extLst>
              <a:ext uri="{FF2B5EF4-FFF2-40B4-BE49-F238E27FC236}">
                <a16:creationId xmlns:a16="http://schemas.microsoft.com/office/drawing/2014/main" id="{B07E7717-A4A6-B821-8F16-63BA92DD7338}"/>
              </a:ext>
            </a:extLst>
          </p:cNvPr>
          <p:cNvPicPr>
            <a:picLocks noChangeAspect="1"/>
          </p:cNvPicPr>
          <p:nvPr/>
        </p:nvPicPr>
        <p:blipFill>
          <a:blip r:embed="rId2"/>
          <a:stretch>
            <a:fillRect/>
          </a:stretch>
        </p:blipFill>
        <p:spPr>
          <a:xfrm>
            <a:off x="-29695" y="1330148"/>
            <a:ext cx="11120245" cy="5085954"/>
          </a:xfrm>
          <a:prstGeom prst="rect">
            <a:avLst/>
          </a:prstGeom>
        </p:spPr>
      </p:pic>
      <p:pic>
        <p:nvPicPr>
          <p:cNvPr id="9" name="Content Placeholder 8" descr="A screenshot of a computer&#10;&#10;AI-generated content may be incorrect.">
            <a:extLst>
              <a:ext uri="{FF2B5EF4-FFF2-40B4-BE49-F238E27FC236}">
                <a16:creationId xmlns:a16="http://schemas.microsoft.com/office/drawing/2014/main" id="{DCEE68A3-A765-2393-A594-EDCCF95A2A6B}"/>
              </a:ext>
            </a:extLst>
          </p:cNvPr>
          <p:cNvPicPr>
            <a:picLocks noGrp="1" noChangeAspect="1"/>
          </p:cNvPicPr>
          <p:nvPr>
            <p:ph idx="1"/>
          </p:nvPr>
        </p:nvPicPr>
        <p:blipFill>
          <a:blip r:embed="rId3"/>
          <a:stretch>
            <a:fillRect/>
          </a:stretch>
        </p:blipFill>
        <p:spPr>
          <a:xfrm>
            <a:off x="241510" y="2971353"/>
            <a:ext cx="6418146" cy="3138169"/>
          </a:xfrm>
          <a:prstGeom prst="rect">
            <a:avLst/>
          </a:prstGeom>
          <a:ln w="28575">
            <a:solidFill>
              <a:srgbClr val="FF0000"/>
            </a:solidFill>
          </a:ln>
        </p:spPr>
      </p:pic>
      <p:sp>
        <p:nvSpPr>
          <p:cNvPr id="8" name="Rectangle 7">
            <a:extLst>
              <a:ext uri="{FF2B5EF4-FFF2-40B4-BE49-F238E27FC236}">
                <a16:creationId xmlns:a16="http://schemas.microsoft.com/office/drawing/2014/main" id="{FF4DFD92-A93E-FB52-1658-85E380AA3731}"/>
              </a:ext>
            </a:extLst>
          </p:cNvPr>
          <p:cNvSpPr/>
          <p:nvPr/>
        </p:nvSpPr>
        <p:spPr>
          <a:xfrm>
            <a:off x="5950529" y="2096026"/>
            <a:ext cx="843392" cy="331516"/>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dirty="0">
              <a:latin typeface="Montserrat" pitchFamily="2" charset="77"/>
            </a:endParaRPr>
          </a:p>
        </p:txBody>
      </p:sp>
      <p:pic>
        <p:nvPicPr>
          <p:cNvPr id="11" name="Picture 10" descr="A screenshot of a computer&#10;&#10;AI-generated content may be incorrect.">
            <a:extLst>
              <a:ext uri="{FF2B5EF4-FFF2-40B4-BE49-F238E27FC236}">
                <a16:creationId xmlns:a16="http://schemas.microsoft.com/office/drawing/2014/main" id="{9BEC5D58-14BA-DAFF-A47A-76EA3B0395D7}"/>
              </a:ext>
            </a:extLst>
          </p:cNvPr>
          <p:cNvPicPr>
            <a:picLocks noChangeAspect="1"/>
          </p:cNvPicPr>
          <p:nvPr/>
        </p:nvPicPr>
        <p:blipFill>
          <a:blip r:embed="rId4"/>
          <a:stretch>
            <a:fillRect/>
          </a:stretch>
        </p:blipFill>
        <p:spPr>
          <a:xfrm>
            <a:off x="7083906" y="3326780"/>
            <a:ext cx="4553847" cy="2781610"/>
          </a:xfrm>
          <a:prstGeom prst="rect">
            <a:avLst/>
          </a:prstGeom>
          <a:ln w="28575">
            <a:solidFill>
              <a:srgbClr val="FF0000"/>
            </a:solidFill>
          </a:ln>
        </p:spPr>
      </p:pic>
      <p:cxnSp>
        <p:nvCxnSpPr>
          <p:cNvPr id="12" name="Straight Arrow Connector 11">
            <a:extLst>
              <a:ext uri="{FF2B5EF4-FFF2-40B4-BE49-F238E27FC236}">
                <a16:creationId xmlns:a16="http://schemas.microsoft.com/office/drawing/2014/main" id="{178A3D80-2A97-DD85-A935-951981BBDEDE}"/>
              </a:ext>
            </a:extLst>
          </p:cNvPr>
          <p:cNvCxnSpPr/>
          <p:nvPr/>
        </p:nvCxnSpPr>
        <p:spPr>
          <a:xfrm flipH="1">
            <a:off x="5673492" y="2445215"/>
            <a:ext cx="349405" cy="50552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CED5EF2-0E82-59E6-D7D9-60074E600914}"/>
              </a:ext>
            </a:extLst>
          </p:cNvPr>
          <p:cNvCxnSpPr/>
          <p:nvPr/>
        </p:nvCxnSpPr>
        <p:spPr>
          <a:xfrm>
            <a:off x="6679967" y="3381065"/>
            <a:ext cx="381620" cy="449765"/>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4E4F812-FE2E-67DF-9DA2-AA981DEAB8BD}"/>
              </a:ext>
            </a:extLst>
          </p:cNvPr>
          <p:cNvSpPr txBox="1"/>
          <p:nvPr/>
        </p:nvSpPr>
        <p:spPr>
          <a:xfrm>
            <a:off x="7779084" y="2523175"/>
            <a:ext cx="311490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Montserrat"/>
              </a:rPr>
              <a:t>The Multiple Selection for </a:t>
            </a:r>
            <a:r>
              <a:rPr lang="en-US" sz="1100" b="1" dirty="0">
                <a:latin typeface="Montserrat"/>
              </a:rPr>
              <a:t>Variant, Environment, Created by, Changed by, and Original Language, </a:t>
            </a:r>
            <a:r>
              <a:rPr lang="en-US" sz="1100" dirty="0">
                <a:latin typeface="Montserrat"/>
              </a:rPr>
              <a:t>all have the </a:t>
            </a:r>
            <a:r>
              <a:rPr lang="en-US" sz="1100">
                <a:latin typeface="Montserrat"/>
              </a:rPr>
              <a:t>same field options as shown below</a:t>
            </a:r>
            <a:endParaRPr lang="en-US" sz="1100">
              <a:latin typeface="Montserrat" pitchFamily="2" charset="77"/>
            </a:endParaRPr>
          </a:p>
        </p:txBody>
      </p:sp>
    </p:spTree>
    <p:extLst>
      <p:ext uri="{BB962C8B-B14F-4D97-AF65-F5344CB8AC3E}">
        <p14:creationId xmlns:p14="http://schemas.microsoft.com/office/powerpoint/2010/main" val="18439795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4B996C-138A-812B-0802-7D4B0749ED86}"/>
              </a:ext>
            </a:extLst>
          </p:cNvPr>
          <p:cNvSpPr>
            <a:spLocks noGrp="1"/>
          </p:cNvSpPr>
          <p:nvPr>
            <p:ph type="title"/>
          </p:nvPr>
        </p:nvSpPr>
        <p:spPr/>
        <p:txBody>
          <a:bodyPr/>
          <a:lstStyle/>
          <a:p>
            <a:r>
              <a:rPr lang="en-US"/>
              <a:t>Display Service Notifications</a:t>
            </a:r>
            <a:endParaRPr lang="en-US">
              <a:solidFill>
                <a:srgbClr val="000000"/>
              </a:solidFill>
            </a:endParaRPr>
          </a:p>
        </p:txBody>
      </p:sp>
      <p:pic>
        <p:nvPicPr>
          <p:cNvPr id="5" name="Picture 4" descr="A screenshot of a computer&#10;&#10;AI-generated content may be incorrect.">
            <a:extLst>
              <a:ext uri="{FF2B5EF4-FFF2-40B4-BE49-F238E27FC236}">
                <a16:creationId xmlns:a16="http://schemas.microsoft.com/office/drawing/2014/main" id="{A22F7483-366F-84C3-6293-099A9465BECF}"/>
              </a:ext>
            </a:extLst>
          </p:cNvPr>
          <p:cNvPicPr>
            <a:picLocks noChangeAspect="1"/>
          </p:cNvPicPr>
          <p:nvPr/>
        </p:nvPicPr>
        <p:blipFill>
          <a:blip r:embed="rId2"/>
          <a:srcRect b="161"/>
          <a:stretch>
            <a:fillRect/>
          </a:stretch>
        </p:blipFill>
        <p:spPr>
          <a:xfrm>
            <a:off x="530991" y="1713405"/>
            <a:ext cx="11141732" cy="4904486"/>
          </a:xfrm>
          <a:prstGeom prst="rect">
            <a:avLst/>
          </a:prstGeom>
        </p:spPr>
      </p:pic>
      <p:sp>
        <p:nvSpPr>
          <p:cNvPr id="7" name="Content Placeholder 6">
            <a:extLst>
              <a:ext uri="{FF2B5EF4-FFF2-40B4-BE49-F238E27FC236}">
                <a16:creationId xmlns:a16="http://schemas.microsoft.com/office/drawing/2014/main" id="{A6CC283B-B061-6BB9-6193-9CAF0B6F588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038179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3231D97A-6207-4411-CAC7-FF991A5D3665}"/>
              </a:ext>
            </a:extLst>
          </p:cNvPr>
          <p:cNvPicPr>
            <a:picLocks noGrp="1" noChangeAspect="1"/>
          </p:cNvPicPr>
          <p:nvPr>
            <p:ph idx="1"/>
          </p:nvPr>
        </p:nvPicPr>
        <p:blipFill>
          <a:blip r:embed="rId2"/>
          <a:srcRect b="179"/>
          <a:stretch>
            <a:fillRect/>
          </a:stretch>
        </p:blipFill>
        <p:spPr>
          <a:xfrm>
            <a:off x="612541" y="1368097"/>
            <a:ext cx="10979109" cy="4886690"/>
          </a:xfrm>
          <a:prstGeom prst="rect">
            <a:avLst/>
          </a:prstGeom>
        </p:spPr>
      </p:pic>
      <p:sp>
        <p:nvSpPr>
          <p:cNvPr id="3" name="Title 2">
            <a:extLst>
              <a:ext uri="{FF2B5EF4-FFF2-40B4-BE49-F238E27FC236}">
                <a16:creationId xmlns:a16="http://schemas.microsoft.com/office/drawing/2014/main" id="{C6E35483-5D9C-CD34-D555-0793DDBC34E4}"/>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Picture 4" descr="A screenshot of a computer&#10;&#10;AI-generated content may be incorrect.">
            <a:extLst>
              <a:ext uri="{FF2B5EF4-FFF2-40B4-BE49-F238E27FC236}">
                <a16:creationId xmlns:a16="http://schemas.microsoft.com/office/drawing/2014/main" id="{544F8EA0-A86E-DC6D-B6BC-BBDFAEC1C26A}"/>
              </a:ext>
            </a:extLst>
          </p:cNvPr>
          <p:cNvPicPr>
            <a:picLocks noChangeAspect="1"/>
          </p:cNvPicPr>
          <p:nvPr/>
        </p:nvPicPr>
        <p:blipFill>
          <a:blip r:embed="rId3"/>
          <a:stretch>
            <a:fillRect/>
          </a:stretch>
        </p:blipFill>
        <p:spPr>
          <a:xfrm>
            <a:off x="7004546" y="2443655"/>
            <a:ext cx="4445322" cy="274144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F35FB57-01C0-5778-B303-6E4DB984537C}"/>
              </a:ext>
            </a:extLst>
          </p:cNvPr>
          <p:cNvPicPr>
            <a:picLocks noChangeAspect="1"/>
          </p:cNvPicPr>
          <p:nvPr/>
        </p:nvPicPr>
        <p:blipFill>
          <a:blip r:embed="rId4"/>
          <a:stretch>
            <a:fillRect/>
          </a:stretch>
        </p:blipFill>
        <p:spPr>
          <a:xfrm>
            <a:off x="7028631" y="5182914"/>
            <a:ext cx="4440621" cy="1351333"/>
          </a:xfrm>
          <a:prstGeom prst="rect">
            <a:avLst/>
          </a:prstGeom>
        </p:spPr>
      </p:pic>
    </p:spTree>
    <p:extLst>
      <p:ext uri="{BB962C8B-B14F-4D97-AF65-F5344CB8AC3E}">
        <p14:creationId xmlns:p14="http://schemas.microsoft.com/office/powerpoint/2010/main" val="6993633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AC4C748A-DDC2-75EA-BD79-730E50972D42}"/>
              </a:ext>
            </a:extLst>
          </p:cNvPr>
          <p:cNvPicPr>
            <a:picLocks noGrp="1" noChangeAspect="1"/>
          </p:cNvPicPr>
          <p:nvPr>
            <p:ph idx="1"/>
          </p:nvPr>
        </p:nvPicPr>
        <p:blipFill>
          <a:blip r:embed="rId2"/>
          <a:stretch>
            <a:fillRect/>
          </a:stretch>
        </p:blipFill>
        <p:spPr>
          <a:xfrm>
            <a:off x="540371" y="1381771"/>
            <a:ext cx="11123446" cy="4780513"/>
          </a:xfrm>
          <a:prstGeom prst="rect">
            <a:avLst/>
          </a:prstGeom>
        </p:spPr>
      </p:pic>
      <p:sp>
        <p:nvSpPr>
          <p:cNvPr id="3" name="Title 2">
            <a:extLst>
              <a:ext uri="{FF2B5EF4-FFF2-40B4-BE49-F238E27FC236}">
                <a16:creationId xmlns:a16="http://schemas.microsoft.com/office/drawing/2014/main" id="{EA0AD757-E8BD-524A-BC3C-FBFE6213A8FB}"/>
              </a:ext>
            </a:extLst>
          </p:cNvPr>
          <p:cNvSpPr>
            <a:spLocks noGrp="1"/>
          </p:cNvSpPr>
          <p:nvPr>
            <p:ph type="title"/>
          </p:nvPr>
        </p:nvSpPr>
        <p:spPr/>
        <p:txBody>
          <a:bodyPr/>
          <a:lstStyle/>
          <a:p>
            <a:r>
              <a:rPr lang="en-US" sz="3200" b="0" i="0" u="none" strike="noStrike" baseline="0">
                <a:solidFill>
                  <a:srgbClr val="1866AE"/>
                </a:solidFill>
                <a:latin typeface="Montserrat"/>
              </a:rPr>
              <a:t>Display Service Notifications</a:t>
            </a:r>
            <a:r>
              <a:rPr lang="en-US" sz="3200" b="0" i="0">
                <a:solidFill>
                  <a:srgbClr val="000000"/>
                </a:solidFill>
                <a:latin typeface="Montserrat"/>
                <a:ea typeface="Montserrat"/>
                <a:cs typeface="Montserrat"/>
              </a:rPr>
              <a:t>​</a:t>
            </a:r>
            <a:endParaRPr lang="en-US"/>
          </a:p>
        </p:txBody>
      </p:sp>
    </p:spTree>
    <p:extLst>
      <p:ext uri="{BB962C8B-B14F-4D97-AF65-F5344CB8AC3E}">
        <p14:creationId xmlns:p14="http://schemas.microsoft.com/office/powerpoint/2010/main" val="37680746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A680A73-5811-929A-B8E8-F35B64F682BB}"/>
              </a:ext>
            </a:extLst>
          </p:cNvPr>
          <p:cNvPicPr>
            <a:picLocks noGrp="1" noChangeAspect="1"/>
          </p:cNvPicPr>
          <p:nvPr>
            <p:ph idx="1"/>
          </p:nvPr>
        </p:nvPicPr>
        <p:blipFill>
          <a:blip r:embed="rId2"/>
          <a:srcRect b="156"/>
          <a:stretch>
            <a:fillRect/>
          </a:stretch>
        </p:blipFill>
        <p:spPr>
          <a:xfrm>
            <a:off x="796624" y="1718442"/>
            <a:ext cx="10610943" cy="4887822"/>
          </a:xfrm>
          <a:prstGeom prst="rect">
            <a:avLst/>
          </a:prstGeom>
        </p:spPr>
      </p:pic>
      <p:sp>
        <p:nvSpPr>
          <p:cNvPr id="3" name="Title 2">
            <a:extLst>
              <a:ext uri="{FF2B5EF4-FFF2-40B4-BE49-F238E27FC236}">
                <a16:creationId xmlns:a16="http://schemas.microsoft.com/office/drawing/2014/main" id="{38522C05-A9C2-8DC8-2788-908460C9CBF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15438082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06A27975-D500-CE46-A063-1AF0FB7E27BB}"/>
              </a:ext>
            </a:extLst>
          </p:cNvPr>
          <p:cNvPicPr>
            <a:picLocks noGrp="1" noChangeAspect="1"/>
          </p:cNvPicPr>
          <p:nvPr>
            <p:ph idx="1"/>
          </p:nvPr>
        </p:nvPicPr>
        <p:blipFill>
          <a:blip r:embed="rId2"/>
          <a:srcRect b="-175"/>
          <a:stretch>
            <a:fillRect/>
          </a:stretch>
        </p:blipFill>
        <p:spPr>
          <a:xfrm>
            <a:off x="405769" y="1712453"/>
            <a:ext cx="11375136" cy="4687882"/>
          </a:xfrm>
          <a:prstGeom prst="rect">
            <a:avLst/>
          </a:prstGeom>
        </p:spPr>
      </p:pic>
      <p:sp>
        <p:nvSpPr>
          <p:cNvPr id="3" name="Title 2">
            <a:extLst>
              <a:ext uri="{FF2B5EF4-FFF2-40B4-BE49-F238E27FC236}">
                <a16:creationId xmlns:a16="http://schemas.microsoft.com/office/drawing/2014/main" id="{8CDE26A7-109C-FBBC-0CD4-6E425F8457FA}"/>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15874437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29FE34B-105F-CB84-623A-F98FFA5B6A33}"/>
              </a:ext>
            </a:extLst>
          </p:cNvPr>
          <p:cNvPicPr>
            <a:picLocks noGrp="1" noChangeAspect="1"/>
          </p:cNvPicPr>
          <p:nvPr>
            <p:ph idx="1"/>
          </p:nvPr>
        </p:nvPicPr>
        <p:blipFill>
          <a:blip r:embed="rId2"/>
          <a:srcRect b="-171"/>
          <a:stretch>
            <a:fillRect/>
          </a:stretch>
        </p:blipFill>
        <p:spPr>
          <a:xfrm>
            <a:off x="405769" y="1781795"/>
            <a:ext cx="11375136" cy="4794440"/>
          </a:xfrm>
          <a:prstGeom prst="rect">
            <a:avLst/>
          </a:prstGeom>
        </p:spPr>
      </p:pic>
      <p:sp>
        <p:nvSpPr>
          <p:cNvPr id="3" name="Title 2">
            <a:extLst>
              <a:ext uri="{FF2B5EF4-FFF2-40B4-BE49-F238E27FC236}">
                <a16:creationId xmlns:a16="http://schemas.microsoft.com/office/drawing/2014/main" id="{F3A4DC32-B4FF-6955-7F56-45089B729E14}"/>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36083409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F0AFFD83-DB70-D004-8D38-C7A472711F97}"/>
              </a:ext>
            </a:extLst>
          </p:cNvPr>
          <p:cNvPicPr>
            <a:picLocks noGrp="1" noChangeAspect="1"/>
          </p:cNvPicPr>
          <p:nvPr>
            <p:ph idx="1"/>
          </p:nvPr>
        </p:nvPicPr>
        <p:blipFill>
          <a:blip r:embed="rId2"/>
          <a:srcRect b="162"/>
          <a:stretch>
            <a:fillRect/>
          </a:stretch>
        </p:blipFill>
        <p:spPr>
          <a:xfrm>
            <a:off x="572054" y="1797270"/>
            <a:ext cx="11060084" cy="4887500"/>
          </a:xfrm>
          <a:prstGeom prst="rect">
            <a:avLst/>
          </a:prstGeom>
        </p:spPr>
      </p:pic>
      <p:sp>
        <p:nvSpPr>
          <p:cNvPr id="3" name="Title 2">
            <a:extLst>
              <a:ext uri="{FF2B5EF4-FFF2-40B4-BE49-F238E27FC236}">
                <a16:creationId xmlns:a16="http://schemas.microsoft.com/office/drawing/2014/main" id="{6E08663A-3549-88BC-FF68-B545EED52234}"/>
              </a:ext>
            </a:extLst>
          </p:cNvPr>
          <p:cNvSpPr>
            <a:spLocks noGrp="1"/>
          </p:cNvSpPr>
          <p:nvPr>
            <p:ph type="title"/>
          </p:nvPr>
        </p:nvSpPr>
        <p:spPr/>
        <p:txBody>
          <a:bodyPr/>
          <a:lstStyle/>
          <a:p>
            <a:r>
              <a:rPr lang="en-US" dirty="0">
                <a:latin typeface="Montserrat"/>
              </a:rPr>
              <a:t> </a:t>
            </a:r>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8206996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125788C0-720A-3331-71EE-C4D2FDAB3ED3}"/>
              </a:ext>
            </a:extLst>
          </p:cNvPr>
          <p:cNvPicPr>
            <a:picLocks noGrp="1" noChangeAspect="1"/>
          </p:cNvPicPr>
          <p:nvPr>
            <p:ph idx="1"/>
          </p:nvPr>
        </p:nvPicPr>
        <p:blipFill>
          <a:blip r:embed="rId2"/>
          <a:stretch>
            <a:fillRect/>
          </a:stretch>
        </p:blipFill>
        <p:spPr>
          <a:xfrm>
            <a:off x="1460027" y="1495976"/>
            <a:ext cx="9441792" cy="5121416"/>
          </a:xfrm>
          <a:prstGeom prst="rect">
            <a:avLst/>
          </a:prstGeom>
        </p:spPr>
      </p:pic>
      <p:sp>
        <p:nvSpPr>
          <p:cNvPr id="3" name="Title 2">
            <a:extLst>
              <a:ext uri="{FF2B5EF4-FFF2-40B4-BE49-F238E27FC236}">
                <a16:creationId xmlns:a16="http://schemas.microsoft.com/office/drawing/2014/main" id="{A2798CB5-1DC6-6EC8-B602-A24661CFB4B6}"/>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3695684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249B25A-4FF9-358C-1DDA-D8F20061750E}"/>
              </a:ext>
            </a:extLst>
          </p:cNvPr>
          <p:cNvPicPr>
            <a:picLocks noGrp="1" noChangeAspect="1"/>
          </p:cNvPicPr>
          <p:nvPr>
            <p:ph idx="1"/>
          </p:nvPr>
        </p:nvPicPr>
        <p:blipFill>
          <a:blip r:embed="rId2"/>
          <a:stretch>
            <a:fillRect/>
          </a:stretch>
        </p:blipFill>
        <p:spPr>
          <a:xfrm>
            <a:off x="514096" y="1638479"/>
            <a:ext cx="10545378" cy="4652478"/>
          </a:xfrm>
          <a:prstGeom prst="rect">
            <a:avLst/>
          </a:prstGeom>
        </p:spPr>
      </p:pic>
      <p:sp>
        <p:nvSpPr>
          <p:cNvPr id="3" name="Title 2">
            <a:extLst>
              <a:ext uri="{FF2B5EF4-FFF2-40B4-BE49-F238E27FC236}">
                <a16:creationId xmlns:a16="http://schemas.microsoft.com/office/drawing/2014/main" id="{16B7D8F2-9BBB-995D-77AD-37E6DC2AFBA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33248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D1E960E-D737-67C7-0A64-B28F57E4336C}"/>
              </a:ext>
            </a:extLst>
          </p:cNvPr>
          <p:cNvPicPr>
            <a:picLocks noGrp="1" noChangeAspect="1"/>
          </p:cNvPicPr>
          <p:nvPr>
            <p:ph idx="1"/>
          </p:nvPr>
        </p:nvPicPr>
        <p:blipFill>
          <a:blip r:embed="rId2"/>
          <a:stretch>
            <a:fillRect/>
          </a:stretch>
        </p:blipFill>
        <p:spPr>
          <a:xfrm>
            <a:off x="794373" y="1827405"/>
            <a:ext cx="10597930" cy="4598694"/>
          </a:xfrm>
          <a:prstGeom prst="rect">
            <a:avLst/>
          </a:prstGeom>
        </p:spPr>
      </p:pic>
      <p:sp>
        <p:nvSpPr>
          <p:cNvPr id="3" name="Title 2">
            <a:extLst>
              <a:ext uri="{FF2B5EF4-FFF2-40B4-BE49-F238E27FC236}">
                <a16:creationId xmlns:a16="http://schemas.microsoft.com/office/drawing/2014/main" id="{C6216EC9-1765-FB07-1BE3-5D4C851CEF4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704727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9003F0-44D5-5AB6-D4C0-5584C75D9AE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Content Placeholder 3" descr="A screenshot of a computer&#10;&#10;AI-generated content may be incorrect.">
            <a:extLst>
              <a:ext uri="{FF2B5EF4-FFF2-40B4-BE49-F238E27FC236}">
                <a16:creationId xmlns:a16="http://schemas.microsoft.com/office/drawing/2014/main" id="{3CA5D990-924D-B8D3-B80F-02318991ADA6}"/>
              </a:ext>
            </a:extLst>
          </p:cNvPr>
          <p:cNvPicPr>
            <a:picLocks noChangeAspect="1"/>
          </p:cNvPicPr>
          <p:nvPr/>
        </p:nvPicPr>
        <p:blipFill>
          <a:blip r:embed="rId2"/>
          <a:stretch>
            <a:fillRect/>
          </a:stretch>
        </p:blipFill>
        <p:spPr>
          <a:xfrm>
            <a:off x="794373" y="1851218"/>
            <a:ext cx="10597930" cy="4598694"/>
          </a:xfrm>
          <a:prstGeom prst="rect">
            <a:avLst/>
          </a:prstGeom>
        </p:spPr>
      </p:pic>
      <p:sp>
        <p:nvSpPr>
          <p:cNvPr id="6" name="Rectangle 5">
            <a:extLst>
              <a:ext uri="{FF2B5EF4-FFF2-40B4-BE49-F238E27FC236}">
                <a16:creationId xmlns:a16="http://schemas.microsoft.com/office/drawing/2014/main" id="{58BB74BD-241C-FA20-D28C-61DCB18B099B}"/>
              </a:ext>
            </a:extLst>
          </p:cNvPr>
          <p:cNvSpPr/>
          <p:nvPr/>
        </p:nvSpPr>
        <p:spPr>
          <a:xfrm>
            <a:off x="7246144" y="2602705"/>
            <a:ext cx="1438273" cy="390525"/>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pic>
        <p:nvPicPr>
          <p:cNvPr id="7" name="Content Placeholder 6" descr="A screenshot of a computer&#10;&#10;AI-generated content may be incorrect.">
            <a:extLst>
              <a:ext uri="{FF2B5EF4-FFF2-40B4-BE49-F238E27FC236}">
                <a16:creationId xmlns:a16="http://schemas.microsoft.com/office/drawing/2014/main" id="{25BA813D-096D-52B2-6ED0-DE2F8B0974CC}"/>
              </a:ext>
            </a:extLst>
          </p:cNvPr>
          <p:cNvPicPr>
            <a:picLocks noGrp="1" noChangeAspect="1"/>
          </p:cNvPicPr>
          <p:nvPr>
            <p:ph idx="1"/>
          </p:nvPr>
        </p:nvPicPr>
        <p:blipFill>
          <a:blip r:embed="rId3"/>
          <a:stretch>
            <a:fillRect/>
          </a:stretch>
        </p:blipFill>
        <p:spPr>
          <a:xfrm>
            <a:off x="1768221" y="3097874"/>
            <a:ext cx="10197702" cy="3757476"/>
          </a:xfrm>
          <a:prstGeom prst="rect">
            <a:avLst/>
          </a:prstGeom>
          <a:ln w="28575">
            <a:solidFill>
              <a:srgbClr val="FF0000"/>
            </a:solidFill>
          </a:ln>
        </p:spPr>
      </p:pic>
    </p:spTree>
    <p:extLst>
      <p:ext uri="{BB962C8B-B14F-4D97-AF65-F5344CB8AC3E}">
        <p14:creationId xmlns:p14="http://schemas.microsoft.com/office/powerpoint/2010/main" val="18716107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9DA324-7CF8-627C-8EA4-18F9649D534C}"/>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Content Placeholder 6" descr="A screenshot of a computer&#10;&#10;AI-generated content may be incorrect.">
            <a:extLst>
              <a:ext uri="{FF2B5EF4-FFF2-40B4-BE49-F238E27FC236}">
                <a16:creationId xmlns:a16="http://schemas.microsoft.com/office/drawing/2014/main" id="{A5E715C3-0180-6256-6198-3762B7BB5BCE}"/>
              </a:ext>
            </a:extLst>
          </p:cNvPr>
          <p:cNvPicPr>
            <a:picLocks noChangeAspect="1"/>
          </p:cNvPicPr>
          <p:nvPr/>
        </p:nvPicPr>
        <p:blipFill>
          <a:blip r:embed="rId2"/>
          <a:stretch>
            <a:fillRect/>
          </a:stretch>
        </p:blipFill>
        <p:spPr>
          <a:xfrm>
            <a:off x="411489" y="1716362"/>
            <a:ext cx="11380969" cy="4246890"/>
          </a:xfrm>
          <a:prstGeom prst="rect">
            <a:avLst/>
          </a:prstGeom>
          <a:ln w="28575">
            <a:noFill/>
          </a:ln>
        </p:spPr>
      </p:pic>
      <p:pic>
        <p:nvPicPr>
          <p:cNvPr id="7" name="Picture 6" descr="A screenshot of a computer&#10;&#10;AI-generated content may be incorrect.">
            <a:extLst>
              <a:ext uri="{FF2B5EF4-FFF2-40B4-BE49-F238E27FC236}">
                <a16:creationId xmlns:a16="http://schemas.microsoft.com/office/drawing/2014/main" id="{1647DC47-2FCE-E9DB-31BF-4EBBCB7E463F}"/>
              </a:ext>
            </a:extLst>
          </p:cNvPr>
          <p:cNvPicPr>
            <a:picLocks noChangeAspect="1"/>
          </p:cNvPicPr>
          <p:nvPr/>
        </p:nvPicPr>
        <p:blipFill>
          <a:blip r:embed="rId3"/>
          <a:stretch>
            <a:fillRect/>
          </a:stretch>
        </p:blipFill>
        <p:spPr>
          <a:xfrm>
            <a:off x="6107538" y="1908794"/>
            <a:ext cx="5527753" cy="3034216"/>
          </a:xfrm>
          <a:prstGeom prst="rect">
            <a:avLst/>
          </a:prstGeom>
          <a:ln w="28575">
            <a:solidFill>
              <a:schemeClr val="bg1">
                <a:lumMod val="50000"/>
              </a:schemeClr>
            </a:solidFill>
          </a:ln>
        </p:spPr>
      </p:pic>
      <p:pic>
        <p:nvPicPr>
          <p:cNvPr id="6" name="Content Placeholder 5" descr="A screenshot of a computer&#10;&#10;AI-generated content may be incorrect.">
            <a:extLst>
              <a:ext uri="{FF2B5EF4-FFF2-40B4-BE49-F238E27FC236}">
                <a16:creationId xmlns:a16="http://schemas.microsoft.com/office/drawing/2014/main" id="{8ACC45EE-5462-71DB-3646-411DBD16272F}"/>
              </a:ext>
            </a:extLst>
          </p:cNvPr>
          <p:cNvPicPr>
            <a:picLocks noGrp="1" noChangeAspect="1"/>
          </p:cNvPicPr>
          <p:nvPr>
            <p:ph idx="1"/>
          </p:nvPr>
        </p:nvPicPr>
        <p:blipFill>
          <a:blip r:embed="rId4"/>
          <a:stretch>
            <a:fillRect/>
          </a:stretch>
        </p:blipFill>
        <p:spPr>
          <a:xfrm>
            <a:off x="807116" y="2761817"/>
            <a:ext cx="4153227" cy="3544848"/>
          </a:xfrm>
          <a:prstGeom prst="rect">
            <a:avLst/>
          </a:prstGeom>
        </p:spPr>
      </p:pic>
      <p:sp>
        <p:nvSpPr>
          <p:cNvPr id="9" name="Rectangle 8">
            <a:extLst>
              <a:ext uri="{FF2B5EF4-FFF2-40B4-BE49-F238E27FC236}">
                <a16:creationId xmlns:a16="http://schemas.microsoft.com/office/drawing/2014/main" id="{6E3DC51E-A2D6-5C43-F2D3-FC0967112698}"/>
              </a:ext>
            </a:extLst>
          </p:cNvPr>
          <p:cNvSpPr/>
          <p:nvPr/>
        </p:nvSpPr>
        <p:spPr>
          <a:xfrm>
            <a:off x="2884778" y="2125681"/>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0" name="Rectangle 9">
            <a:extLst>
              <a:ext uri="{FF2B5EF4-FFF2-40B4-BE49-F238E27FC236}">
                <a16:creationId xmlns:a16="http://schemas.microsoft.com/office/drawing/2014/main" id="{7026EF1D-7E0A-03C4-DB85-07CB9D24303D}"/>
              </a:ext>
            </a:extLst>
          </p:cNvPr>
          <p:cNvSpPr/>
          <p:nvPr/>
        </p:nvSpPr>
        <p:spPr>
          <a:xfrm>
            <a:off x="1236875" y="2125680"/>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sp>
        <p:nvSpPr>
          <p:cNvPr id="11" name="Rectangle 10">
            <a:extLst>
              <a:ext uri="{FF2B5EF4-FFF2-40B4-BE49-F238E27FC236}">
                <a16:creationId xmlns:a16="http://schemas.microsoft.com/office/drawing/2014/main" id="{2665437E-941B-1CC5-A9D4-BBD4DBBFB26A}"/>
              </a:ext>
            </a:extLst>
          </p:cNvPr>
          <p:cNvSpPr/>
          <p:nvPr/>
        </p:nvSpPr>
        <p:spPr>
          <a:xfrm>
            <a:off x="3219313" y="2125679"/>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Montserrat" pitchFamily="2" charset="77"/>
            </a:endParaRPr>
          </a:p>
        </p:txBody>
      </p:sp>
      <p:cxnSp>
        <p:nvCxnSpPr>
          <p:cNvPr id="12" name="Straight Arrow Connector 11">
            <a:extLst>
              <a:ext uri="{FF2B5EF4-FFF2-40B4-BE49-F238E27FC236}">
                <a16:creationId xmlns:a16="http://schemas.microsoft.com/office/drawing/2014/main" id="{193AA66E-36C0-D2CD-6FB4-20FB1D81A706}"/>
              </a:ext>
            </a:extLst>
          </p:cNvPr>
          <p:cNvCxnSpPr/>
          <p:nvPr/>
        </p:nvCxnSpPr>
        <p:spPr>
          <a:xfrm>
            <a:off x="1426117" y="2420433"/>
            <a:ext cx="579863" cy="369229"/>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459DF14-6E34-2723-5A44-451AA6B31101}"/>
              </a:ext>
            </a:extLst>
          </p:cNvPr>
          <p:cNvCxnSpPr>
            <a:cxnSpLocks/>
          </p:cNvCxnSpPr>
          <p:nvPr/>
        </p:nvCxnSpPr>
        <p:spPr>
          <a:xfrm flipH="1">
            <a:off x="3418467" y="2414237"/>
            <a:ext cx="14868" cy="381619"/>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6" name="Arc 15">
            <a:extLst>
              <a:ext uri="{FF2B5EF4-FFF2-40B4-BE49-F238E27FC236}">
                <a16:creationId xmlns:a16="http://schemas.microsoft.com/office/drawing/2014/main" id="{59A12168-6038-1D1E-0C25-6F92C1E75B23}"/>
              </a:ext>
            </a:extLst>
          </p:cNvPr>
          <p:cNvSpPr/>
          <p:nvPr/>
        </p:nvSpPr>
        <p:spPr>
          <a:xfrm rot="18660000">
            <a:off x="2668851" y="1318725"/>
            <a:ext cx="4265959" cy="4470399"/>
          </a:xfrm>
          <a:prstGeom prst="arc">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76926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EA6E-7A0A-9158-4C92-51094BED4F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C5F9E6-3576-ABCE-2B99-6F16E81FF1D4}"/>
              </a:ext>
            </a:extLst>
          </p:cNvPr>
          <p:cNvSpPr>
            <a:spLocks noGrp="1"/>
          </p:cNvSpPr>
          <p:nvPr>
            <p:ph type="title"/>
          </p:nvPr>
        </p:nvSpPr>
        <p:spPr>
          <a:xfrm>
            <a:off x="268904" y="4970926"/>
            <a:ext cx="10831690" cy="1887074"/>
          </a:xfrm>
        </p:spPr>
        <p:txBody>
          <a:bodyPr/>
          <a:lstStyle/>
          <a:p>
            <a:r>
              <a:rPr lang="en-US" sz="4250" b="1">
                <a:latin typeface="Montserrat"/>
              </a:rPr>
              <a:t>BREAK!  - 10 mins</a:t>
            </a:r>
            <a:endParaRPr lang="en-US"/>
          </a:p>
        </p:txBody>
      </p:sp>
    </p:spTree>
    <p:extLst>
      <p:ext uri="{BB962C8B-B14F-4D97-AF65-F5344CB8AC3E}">
        <p14:creationId xmlns:p14="http://schemas.microsoft.com/office/powerpoint/2010/main" val="19636814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EC69-23A8-5772-BEB9-B9ED0972845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C70A362-5F9D-E986-8A1E-DFA31FDD6FB7}"/>
              </a:ext>
            </a:extLst>
          </p:cNvPr>
          <p:cNvSpPr>
            <a:spLocks noGrp="1"/>
          </p:cNvSpPr>
          <p:nvPr>
            <p:ph type="title"/>
          </p:nvPr>
        </p:nvSpPr>
        <p:spPr>
          <a:xfrm>
            <a:off x="268904" y="4970926"/>
            <a:ext cx="7796828" cy="1887074"/>
          </a:xfrm>
        </p:spPr>
        <p:txBody>
          <a:bodyPr/>
          <a:lstStyle/>
          <a:p>
            <a:r>
              <a:rPr lang="en-US" sz="4250" b="1">
                <a:latin typeface="Montserrat"/>
              </a:rPr>
              <a:t>05</a:t>
            </a:r>
            <a:r>
              <a:rPr lang="en-US" sz="4250">
                <a:latin typeface="Montserrat"/>
              </a:rPr>
              <a:t> Assumptions for </a:t>
            </a:r>
            <a:r>
              <a:rPr lang="en-US" sz="4250" dirty="0">
                <a:latin typeface="Montserrat"/>
              </a:rPr>
              <a:t>Future State</a:t>
            </a:r>
            <a:endParaRPr lang="en-US" sz="4400" dirty="0"/>
          </a:p>
        </p:txBody>
      </p:sp>
    </p:spTree>
    <p:extLst>
      <p:ext uri="{BB962C8B-B14F-4D97-AF65-F5344CB8AC3E}">
        <p14:creationId xmlns:p14="http://schemas.microsoft.com/office/powerpoint/2010/main" val="3090922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736A9F5-6FA5-6E90-4540-7E81EB75C05C}"/>
              </a:ext>
            </a:extLst>
          </p:cNvPr>
          <p:cNvSpPr>
            <a:spLocks noGrp="1"/>
          </p:cNvSpPr>
          <p:nvPr>
            <p:ph idx="1"/>
          </p:nvPr>
        </p:nvSpPr>
        <p:spPr/>
        <p:txBody>
          <a:bodyPr vert="horz" lIns="0" tIns="45720" rIns="91440" bIns="45720" rtlCol="0" anchor="t">
            <a:normAutofit/>
          </a:bodyPr>
          <a:lstStyle/>
          <a:p>
            <a:pPr marL="457200" lvl="1" indent="0">
              <a:spcBef>
                <a:spcPts val="0"/>
              </a:spcBef>
              <a:spcAft>
                <a:spcPts val="300"/>
              </a:spcAft>
              <a:buNone/>
            </a:pPr>
            <a:endParaRPr lang="en-US" sz="1800" dirty="0">
              <a:latin typeface="Montserrat"/>
            </a:endParaRPr>
          </a:p>
          <a:p>
            <a:pPr marL="742950" lvl="1" indent="-285750">
              <a:spcBef>
                <a:spcPts val="0"/>
              </a:spcBef>
              <a:spcAft>
                <a:spcPts val="300"/>
              </a:spcAft>
              <a:buFont typeface="Arial"/>
              <a:buChar char="-"/>
            </a:pPr>
            <a:endParaRPr lang="en-US" sz="1800" dirty="0">
              <a:latin typeface="Montserrat"/>
            </a:endParaRPr>
          </a:p>
          <a:p>
            <a:pPr marL="742950" lvl="1" indent="-285750">
              <a:spcBef>
                <a:spcPts val="0"/>
              </a:spcBef>
              <a:spcAft>
                <a:spcPts val="300"/>
              </a:spcAft>
              <a:buFont typeface="Arial"/>
              <a:buChar char="-"/>
            </a:pPr>
            <a:endParaRPr lang="en-US" sz="1800" dirty="0">
              <a:latin typeface="Montserrat"/>
            </a:endParaRPr>
          </a:p>
        </p:txBody>
      </p:sp>
      <p:sp>
        <p:nvSpPr>
          <p:cNvPr id="2" name="Title 1">
            <a:extLst>
              <a:ext uri="{FF2B5EF4-FFF2-40B4-BE49-F238E27FC236}">
                <a16:creationId xmlns:a16="http://schemas.microsoft.com/office/drawing/2014/main" id="{78C12FBF-5B23-4CEF-91CF-208E41B8A0A1}"/>
              </a:ext>
            </a:extLst>
          </p:cNvPr>
          <p:cNvSpPr>
            <a:spLocks noGrp="1"/>
          </p:cNvSpPr>
          <p:nvPr>
            <p:ph type="title"/>
          </p:nvPr>
        </p:nvSpPr>
        <p:spPr/>
        <p:txBody>
          <a:bodyPr>
            <a:normAutofit/>
          </a:bodyPr>
          <a:lstStyle/>
          <a:p>
            <a:r>
              <a:rPr lang="en-US">
                <a:latin typeface="Montserrat"/>
              </a:rPr>
              <a:t>Assumptions for Future State</a:t>
            </a:r>
          </a:p>
        </p:txBody>
      </p:sp>
      <p:sp>
        <p:nvSpPr>
          <p:cNvPr id="3" name="Rectangle 2">
            <a:extLst>
              <a:ext uri="{FF2B5EF4-FFF2-40B4-BE49-F238E27FC236}">
                <a16:creationId xmlns:a16="http://schemas.microsoft.com/office/drawing/2014/main" id="{3647FBA2-98A1-9143-4DF1-F8AAF299F6E9}"/>
              </a:ext>
            </a:extLst>
          </p:cNvPr>
          <p:cNvSpPr/>
          <p:nvPr/>
        </p:nvSpPr>
        <p:spPr>
          <a:xfrm>
            <a:off x="7629525" y="180975"/>
            <a:ext cx="2219325" cy="1123950"/>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a:rPr>
              <a:t>Update</a:t>
            </a:r>
            <a:endParaRPr lang="en-US" sz="1000" dirty="0">
              <a:latin typeface="Montserrat"/>
            </a:endParaRPr>
          </a:p>
        </p:txBody>
      </p:sp>
    </p:spTree>
    <p:extLst>
      <p:ext uri="{BB962C8B-B14F-4D97-AF65-F5344CB8AC3E}">
        <p14:creationId xmlns:p14="http://schemas.microsoft.com/office/powerpoint/2010/main" val="1929058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10831690" cy="1887074"/>
          </a:xfrm>
        </p:spPr>
        <p:txBody>
          <a:bodyPr/>
          <a:lstStyle/>
          <a:p>
            <a:r>
              <a:rPr lang="en-US" sz="4250" b="1">
                <a:latin typeface="Montserrat"/>
              </a:rPr>
              <a:t>06</a:t>
            </a:r>
            <a:r>
              <a:rPr lang="en-US" sz="4250" dirty="0">
                <a:latin typeface="Montserrat"/>
              </a:rPr>
              <a:t> </a:t>
            </a:r>
            <a:r>
              <a:rPr lang="en-US" sz="4400" dirty="0">
                <a:latin typeface="Montserrat"/>
              </a:rPr>
              <a:t>FRICE-W</a:t>
            </a:r>
            <a:endParaRPr lang="en-US" dirty="0"/>
          </a:p>
        </p:txBody>
      </p:sp>
    </p:spTree>
    <p:extLst>
      <p:ext uri="{BB962C8B-B14F-4D97-AF65-F5344CB8AC3E}">
        <p14:creationId xmlns:p14="http://schemas.microsoft.com/office/powerpoint/2010/main" val="3093726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4201-7694-B80E-BB57-4FB9BB6516B4}"/>
              </a:ext>
            </a:extLst>
          </p:cNvPr>
          <p:cNvSpPr>
            <a:spLocks noGrp="1"/>
          </p:cNvSpPr>
          <p:nvPr>
            <p:ph type="title"/>
          </p:nvPr>
        </p:nvSpPr>
        <p:spPr>
          <a:xfrm>
            <a:off x="414528" y="438912"/>
            <a:ext cx="11375136" cy="609600"/>
          </a:xfrm>
        </p:spPr>
        <p:txBody>
          <a:bodyPr anchor="b">
            <a:normAutofit/>
          </a:bodyPr>
          <a:lstStyle/>
          <a:p>
            <a:r>
              <a:rPr lang="en-US"/>
              <a:t>FRICE-W Identified</a:t>
            </a:r>
          </a:p>
        </p:txBody>
      </p:sp>
      <p:graphicFrame>
        <p:nvGraphicFramePr>
          <p:cNvPr id="6" name="Content Placeholder 3">
            <a:extLst>
              <a:ext uri="{FF2B5EF4-FFF2-40B4-BE49-F238E27FC236}">
                <a16:creationId xmlns:a16="http://schemas.microsoft.com/office/drawing/2014/main" id="{D7551B79-105F-9643-C39F-82D975AD995F}"/>
              </a:ext>
            </a:extLst>
          </p:cNvPr>
          <p:cNvGraphicFramePr>
            <a:graphicFrameLocks noGrp="1"/>
          </p:cNvGraphicFramePr>
          <p:nvPr>
            <p:ph idx="1"/>
            <p:extLst>
              <p:ext uri="{D42A27DB-BD31-4B8C-83A1-F6EECF244321}">
                <p14:modId xmlns:p14="http://schemas.microsoft.com/office/powerpoint/2010/main" val="3285011953"/>
              </p:ext>
            </p:extLst>
          </p:nvPr>
        </p:nvGraphicFramePr>
        <p:xfrm>
          <a:off x="414528" y="1219201"/>
          <a:ext cx="11375136" cy="48954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538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E8D7-1EFB-05D1-51F6-7FE02C066DD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66E776-CABB-A883-38E3-FB62E6868850}"/>
              </a:ext>
            </a:extLst>
          </p:cNvPr>
          <p:cNvSpPr>
            <a:spLocks noGrp="1"/>
          </p:cNvSpPr>
          <p:nvPr>
            <p:ph type="title"/>
          </p:nvPr>
        </p:nvSpPr>
        <p:spPr>
          <a:xfrm>
            <a:off x="268904" y="4970926"/>
            <a:ext cx="10831690" cy="1887074"/>
          </a:xfrm>
        </p:spPr>
        <p:txBody>
          <a:bodyPr/>
          <a:lstStyle/>
          <a:p>
            <a:r>
              <a:rPr lang="en-US" sz="4250" b="1">
                <a:latin typeface="Montserrat"/>
              </a:rPr>
              <a:t>07</a:t>
            </a:r>
            <a:r>
              <a:rPr lang="en-US" sz="4250">
                <a:latin typeface="Montserrat"/>
              </a:rPr>
              <a:t> Drafted </a:t>
            </a:r>
            <a:r>
              <a:rPr lang="en-US" sz="4400">
                <a:latin typeface="Montserrat"/>
              </a:rPr>
              <a:t>User Stories</a:t>
            </a:r>
            <a:endParaRPr lang="en-US"/>
          </a:p>
        </p:txBody>
      </p:sp>
    </p:spTree>
    <p:extLst>
      <p:ext uri="{BB962C8B-B14F-4D97-AF65-F5344CB8AC3E}">
        <p14:creationId xmlns:p14="http://schemas.microsoft.com/office/powerpoint/2010/main" val="1180415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9E81-EF5E-7959-2041-1D04A53FC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A383F-4927-0444-587E-4284181D7C5E}"/>
              </a:ext>
            </a:extLst>
          </p:cNvPr>
          <p:cNvSpPr>
            <a:spLocks noGrp="1"/>
          </p:cNvSpPr>
          <p:nvPr>
            <p:ph type="title"/>
          </p:nvPr>
        </p:nvSpPr>
        <p:spPr/>
        <p:txBody>
          <a:bodyPr>
            <a:normAutofit/>
          </a:bodyPr>
          <a:lstStyle/>
          <a:p>
            <a:r>
              <a:rPr lang="en-US">
                <a:latin typeface="Montserrat"/>
              </a:rPr>
              <a:t>User Stories for Handle Case Management</a:t>
            </a:r>
            <a:endParaRPr lang="en-US"/>
          </a:p>
        </p:txBody>
      </p:sp>
      <p:graphicFrame>
        <p:nvGraphicFramePr>
          <p:cNvPr id="8" name="Table 7">
            <a:extLst>
              <a:ext uri="{FF2B5EF4-FFF2-40B4-BE49-F238E27FC236}">
                <a16:creationId xmlns:a16="http://schemas.microsoft.com/office/drawing/2014/main" id="{EBD8FAA2-4B6C-BC4B-328F-08ECDE8FD127}"/>
              </a:ext>
            </a:extLst>
          </p:cNvPr>
          <p:cNvGraphicFramePr>
            <a:graphicFrameLocks noGrp="1"/>
          </p:cNvGraphicFramePr>
          <p:nvPr>
            <p:extLst>
              <p:ext uri="{D42A27DB-BD31-4B8C-83A1-F6EECF244321}">
                <p14:modId xmlns:p14="http://schemas.microsoft.com/office/powerpoint/2010/main" val="2611832086"/>
              </p:ext>
            </p:extLst>
          </p:nvPr>
        </p:nvGraphicFramePr>
        <p:xfrm>
          <a:off x="152190" y="1427725"/>
          <a:ext cx="12037059" cy="4440748"/>
        </p:xfrm>
        <a:graphic>
          <a:graphicData uri="http://schemas.openxmlformats.org/drawingml/2006/table">
            <a:tbl>
              <a:tblPr firstRow="1" bandRow="1">
                <a:tableStyleId>{5C22544A-7EE6-4342-B048-85BDC9FD1C3A}</a:tableStyleId>
              </a:tblPr>
              <a:tblGrid>
                <a:gridCol w="780288">
                  <a:extLst>
                    <a:ext uri="{9D8B030D-6E8A-4147-A177-3AD203B41FA5}">
                      <a16:colId xmlns:a16="http://schemas.microsoft.com/office/drawing/2014/main" val="808626716"/>
                    </a:ext>
                  </a:extLst>
                </a:gridCol>
                <a:gridCol w="655677">
                  <a:extLst>
                    <a:ext uri="{9D8B030D-6E8A-4147-A177-3AD203B41FA5}">
                      <a16:colId xmlns:a16="http://schemas.microsoft.com/office/drawing/2014/main" val="2583136349"/>
                    </a:ext>
                  </a:extLst>
                </a:gridCol>
                <a:gridCol w="774546">
                  <a:extLst>
                    <a:ext uri="{9D8B030D-6E8A-4147-A177-3AD203B41FA5}">
                      <a16:colId xmlns:a16="http://schemas.microsoft.com/office/drawing/2014/main" val="986637745"/>
                    </a:ext>
                  </a:extLst>
                </a:gridCol>
                <a:gridCol w="820264">
                  <a:extLst>
                    <a:ext uri="{9D8B030D-6E8A-4147-A177-3AD203B41FA5}">
                      <a16:colId xmlns:a16="http://schemas.microsoft.com/office/drawing/2014/main" val="1256446933"/>
                    </a:ext>
                  </a:extLst>
                </a:gridCol>
                <a:gridCol w="3456786">
                  <a:extLst>
                    <a:ext uri="{9D8B030D-6E8A-4147-A177-3AD203B41FA5}">
                      <a16:colId xmlns:a16="http://schemas.microsoft.com/office/drawing/2014/main" val="1397567261"/>
                    </a:ext>
                  </a:extLst>
                </a:gridCol>
                <a:gridCol w="5549498">
                  <a:extLst>
                    <a:ext uri="{9D8B030D-6E8A-4147-A177-3AD203B41FA5}">
                      <a16:colId xmlns:a16="http://schemas.microsoft.com/office/drawing/2014/main" val="1493299998"/>
                    </a:ext>
                  </a:extLst>
                </a:gridCol>
              </a:tblGrid>
              <a:tr h="325948">
                <a:tc>
                  <a:txBody>
                    <a:bodyPr/>
                    <a:lstStyle/>
                    <a:p>
                      <a:pPr lvl="0">
                        <a:buNone/>
                      </a:pPr>
                      <a:r>
                        <a:rPr lang="en-US" sz="1000">
                          <a:effectLst/>
                        </a:rPr>
                        <a:t>L1</a:t>
                      </a:r>
                      <a:endParaRPr lang="en-US" sz="1000" dirty="0">
                        <a:effectLst/>
                      </a:endParaRPr>
                    </a:p>
                  </a:txBody>
                  <a:tcPr marL="0" marR="0" marT="0" marB="0" anchor="ctr"/>
                </a:tc>
                <a:tc>
                  <a:txBody>
                    <a:bodyPr/>
                    <a:lstStyle/>
                    <a:p>
                      <a:pPr lvl="0">
                        <a:buNone/>
                      </a:pPr>
                      <a:r>
                        <a:rPr lang="en-US" sz="1000">
                          <a:effectLst/>
                        </a:rPr>
                        <a:t>L2</a:t>
                      </a:r>
                      <a:endParaRPr lang="en-US" sz="1000" dirty="0">
                        <a:effectLst/>
                      </a:endParaRPr>
                    </a:p>
                  </a:txBody>
                  <a:tcPr marL="0" marR="0" marT="0" marB="0" anchor="ctr"/>
                </a:tc>
                <a:tc>
                  <a:txBody>
                    <a:bodyPr/>
                    <a:lstStyle/>
                    <a:p>
                      <a:pPr lvl="0">
                        <a:buNone/>
                      </a:pPr>
                      <a:r>
                        <a:rPr lang="en-US" sz="1000">
                          <a:effectLst/>
                        </a:rPr>
                        <a:t>L3</a:t>
                      </a:r>
                      <a:endParaRPr lang="en-US" sz="1000" dirty="0">
                        <a:effectLst/>
                      </a:endParaRPr>
                    </a:p>
                  </a:txBody>
                  <a:tcPr marL="0" marR="0" marT="0" marB="0" anchor="ctr"/>
                </a:tc>
                <a:tc>
                  <a:txBody>
                    <a:bodyPr/>
                    <a:lstStyle/>
                    <a:p>
                      <a:pPr lvl="0">
                        <a:buNone/>
                      </a:pPr>
                      <a:r>
                        <a:rPr lang="en-US" sz="1000">
                          <a:effectLst/>
                        </a:rPr>
                        <a:t>L4</a:t>
                      </a:r>
                      <a:endParaRPr lang="en-US" sz="1000" dirty="0">
                        <a:effectLst/>
                      </a:endParaRPr>
                    </a:p>
                  </a:txBody>
                  <a:tcPr marL="0" marR="0" marT="0" marB="0" anchor="ctr"/>
                </a:tc>
                <a:tc>
                  <a:txBody>
                    <a:bodyPr/>
                    <a:lstStyle/>
                    <a:p>
                      <a:pPr lvl="0">
                        <a:buNone/>
                      </a:pPr>
                      <a:r>
                        <a:rPr lang="en-US" sz="1000">
                          <a:effectLst/>
                        </a:rPr>
                        <a:t>User Story</a:t>
                      </a:r>
                      <a:endParaRPr lang="en-US" sz="1000" dirty="0">
                        <a:effectLst/>
                      </a:endParaRPr>
                    </a:p>
                  </a:txBody>
                  <a:tcPr marL="0" marR="0" marT="0" marB="0" anchor="ctr"/>
                </a:tc>
                <a:tc>
                  <a:txBody>
                    <a:bodyPr/>
                    <a:lstStyle/>
                    <a:p>
                      <a:pPr lvl="0">
                        <a:buNone/>
                      </a:pPr>
                      <a:r>
                        <a:rPr lang="en-US" sz="1000">
                          <a:effectLst/>
                        </a:rPr>
                        <a:t>Acceptance Criteria</a:t>
                      </a:r>
                      <a:endParaRPr lang="en-US" sz="1000" dirty="0">
                        <a:effectLst/>
                      </a:endParaRPr>
                    </a:p>
                  </a:txBody>
                  <a:tcPr marL="0" marR="0" marT="0" marB="0" anchor="ctr"/>
                </a:tc>
                <a:extLst>
                  <a:ext uri="{0D108BD9-81ED-4DB2-BD59-A6C34878D82A}">
                    <a16:rowId xmlns:a16="http://schemas.microsoft.com/office/drawing/2014/main" val="848898239"/>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Create Case</a:t>
                      </a:r>
                      <a:endParaRPr lang="en-US" sz="1000"/>
                    </a:p>
                  </a:txBody>
                  <a:tcPr marL="0" marR="0" marT="0" marB="0" anchor="ctr"/>
                </a:tc>
                <a:tc>
                  <a:txBody>
                    <a:bodyPr/>
                    <a:lstStyle/>
                    <a:p>
                      <a:pPr lvl="0">
                        <a:buNone/>
                      </a:pPr>
                      <a:r>
                        <a:rPr lang="en-US" sz="1000">
                          <a:effectLst/>
                        </a:rPr>
                        <a:t>Create Case</a:t>
                      </a:r>
                      <a:endParaRPr lang="en-US" sz="1000"/>
                    </a:p>
                  </a:txBody>
                  <a:tcPr marL="0" marR="0" marT="0" marB="0" anchor="ctr"/>
                </a:tc>
                <a:tc>
                  <a:txBody>
                    <a:bodyPr/>
                    <a:lstStyle/>
                    <a:p>
                      <a:pPr lvl="0">
                        <a:buNone/>
                      </a:pPr>
                      <a:r>
                        <a:rPr lang="en-US" sz="1000">
                          <a:effectLst/>
                        </a:rPr>
                        <a:t>As an SAP Customer Service Representative, I want to create cases within the Manage Customer Service case management area to capture customer issues efficiently and enable proper tracking and resolution.</a:t>
                      </a:r>
                      <a:endParaRPr lang="en-US" sz="1000"/>
                    </a:p>
                  </a:txBody>
                  <a:tcPr marL="0" marR="0" marT="0" marB="0" anchor="ctr"/>
                </a:tc>
                <a:tc>
                  <a:txBody>
                    <a:bodyPr/>
                    <a:lstStyle/>
                    <a:p>
                      <a:pPr lvl="0">
                        <a:buNone/>
                      </a:pPr>
                      <a:r>
                        <a:rPr lang="en-US" sz="1000" dirty="0">
                          <a:effectLst/>
                        </a:rPr>
                        <a:t>1. Able to enter customer issue details while creating the case.</a:t>
                      </a:r>
                      <a:br>
                        <a:rPr lang="en-US" sz="1000" dirty="0">
                          <a:effectLst/>
                        </a:rPr>
                      </a:br>
                      <a:r>
                        <a:rPr lang="en-US" sz="1000" dirty="0">
                          <a:effectLst/>
                        </a:rPr>
                        <a:t>3.Able to set the initial case status during creation.</a:t>
                      </a:r>
                      <a:br>
                        <a:rPr lang="en-US" sz="1000" dirty="0">
                          <a:effectLst/>
                        </a:rPr>
                      </a:br>
                      <a:r>
                        <a:rPr lang="en-US" sz="1000" dirty="0">
                          <a:effectLst/>
                        </a:rPr>
                        <a:t>4.Able to assign case priority at the time of creation.</a:t>
                      </a:r>
                      <a:br>
                        <a:rPr lang="en-US" sz="1000" dirty="0">
                          <a:effectLst/>
                        </a:rPr>
                      </a:br>
                      <a:r>
                        <a:rPr lang="en-US" sz="1000" dirty="0">
                          <a:effectLst/>
                        </a:rPr>
                        <a:t>5.Able to select case category when creating the case.</a:t>
                      </a:r>
                      <a:br>
                        <a:rPr lang="en-US" sz="1000" dirty="0">
                          <a:effectLst/>
                        </a:rPr>
                      </a:br>
                      <a:r>
                        <a:rPr lang="en-US" sz="1000" dirty="0">
                          <a:effectLst/>
                        </a:rPr>
                        <a:t>6.Able to link the case to the relevant customer record.</a:t>
                      </a:r>
                      <a:br>
                        <a:rPr lang="en-US" sz="1000" dirty="0">
                          <a:effectLst/>
                        </a:rPr>
                      </a:br>
                      <a:r>
                        <a:rPr lang="en-US" sz="1000" dirty="0">
                          <a:effectLst/>
                        </a:rPr>
                        <a:t>7.Able to save the newly created case successfully.</a:t>
                      </a:r>
                      <a:br>
                        <a:rPr lang="en-US" sz="1000" dirty="0">
                          <a:effectLst/>
                        </a:rPr>
                      </a:br>
                      <a:r>
                        <a:rPr lang="en-US" sz="1000" dirty="0">
                          <a:effectLst/>
                        </a:rPr>
                        <a:t>8.Able to add initial case notes during case creation.</a:t>
                      </a:r>
                      <a:br>
                        <a:rPr lang="en-US" sz="1000" dirty="0">
                          <a:effectLst/>
                        </a:rPr>
                      </a:br>
                      <a:r>
                        <a:rPr lang="en-US" sz="1000" dirty="0">
                          <a:effectLst/>
                        </a:rPr>
                        <a:t>9.Able to build Security roles and perform testing.</a:t>
                      </a:r>
                      <a:br>
                        <a:rPr lang="en-US" sz="1000" dirty="0">
                          <a:effectLst/>
                        </a:rPr>
                      </a:br>
                      <a:r>
                        <a:rPr lang="en-US" sz="1000" dirty="0">
                          <a:effectLst/>
                        </a:rPr>
                        <a:t>10.Able to identify Risk and Controls</a:t>
                      </a:r>
                      <a:endParaRPr lang="en-US" sz="1000"/>
                    </a:p>
                  </a:txBody>
                  <a:tcPr marL="0" marR="0" marT="0" marB="0" anchor="ctr"/>
                </a:tc>
                <a:extLst>
                  <a:ext uri="{0D108BD9-81ED-4DB2-BD59-A6C34878D82A}">
                    <a16:rowId xmlns:a16="http://schemas.microsoft.com/office/drawing/2014/main" val="720242283"/>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Modify Case</a:t>
                      </a:r>
                      <a:endParaRPr lang="en-US" sz="1000"/>
                    </a:p>
                  </a:txBody>
                  <a:tcPr marL="0" marR="0" marT="0" marB="0" anchor="ctr"/>
                </a:tc>
                <a:tc>
                  <a:txBody>
                    <a:bodyPr/>
                    <a:lstStyle/>
                    <a:p>
                      <a:pPr lvl="0">
                        <a:buNone/>
                      </a:pPr>
                      <a:r>
                        <a:rPr lang="en-US" sz="1000">
                          <a:effectLst/>
                        </a:rPr>
                        <a:t>Modify Case</a:t>
                      </a:r>
                      <a:endParaRPr lang="en-US" sz="1000"/>
                    </a:p>
                  </a:txBody>
                  <a:tcPr marL="0" marR="0" marT="0" marB="0" anchor="ctr"/>
                </a:tc>
                <a:tc>
                  <a:txBody>
                    <a:bodyPr/>
                    <a:lstStyle/>
                    <a:p>
                      <a:pPr lvl="0">
                        <a:buNone/>
                      </a:pPr>
                      <a:r>
                        <a:rPr lang="en-US" sz="1000" dirty="0">
                          <a:effectLst/>
                        </a:rPr>
                        <a:t>As an SAP Customer Service Agent, I want to modify case records within Handle Case Management so that I can update case information accurately during the Manage Customer Service process.</a:t>
                      </a:r>
                      <a:endParaRPr lang="en-US" sz="1000"/>
                    </a:p>
                  </a:txBody>
                  <a:tcPr marL="0" marR="0" marT="0" marB="0" anchor="ctr"/>
                </a:tc>
                <a:tc>
                  <a:txBody>
                    <a:bodyPr/>
                    <a:lstStyle/>
                    <a:p>
                      <a:pPr lvl="0">
                        <a:buNone/>
                      </a:pPr>
                      <a:r>
                        <a:rPr lang="en-US" sz="1000" dirty="0">
                          <a:effectLst/>
                        </a:rPr>
                        <a:t>1. Able to open an existing case for modification.</a:t>
                      </a:r>
                      <a:br>
                        <a:rPr lang="en-US" sz="1000" dirty="0">
                          <a:effectLst/>
                        </a:rPr>
                      </a:br>
                      <a:r>
                        <a:rPr lang="en-US" sz="1000" dirty="0">
                          <a:effectLst/>
                        </a:rPr>
                        <a:t>3.Able to enter edit mode for the case.</a:t>
                      </a:r>
                      <a:br>
                        <a:rPr lang="en-US" sz="1000" dirty="0">
                          <a:effectLst/>
                        </a:rPr>
                      </a:br>
                      <a:r>
                        <a:rPr lang="en-US" sz="1000" dirty="0">
                          <a:effectLst/>
                        </a:rPr>
                        <a:t>4.Able to update case information.</a:t>
                      </a:r>
                      <a:br>
                        <a:rPr lang="en-US" sz="1000" dirty="0">
                          <a:effectLst/>
                        </a:rPr>
                      </a:br>
                      <a:r>
                        <a:rPr lang="en-US" sz="1000" dirty="0">
                          <a:effectLst/>
                        </a:rPr>
                        <a:t>5.Able to save the modified case.</a:t>
                      </a:r>
                      <a:br>
                        <a:rPr lang="en-US" sz="1000" dirty="0">
                          <a:effectLst/>
                        </a:rPr>
                      </a:br>
                      <a:r>
                        <a:rPr lang="en-US" sz="1000" dirty="0">
                          <a:effectLst/>
                        </a:rPr>
                        <a:t>6.Able to cancel the modification.</a:t>
                      </a:r>
                      <a:br>
                        <a:rPr lang="en-US" sz="1000" dirty="0">
                          <a:effectLst/>
                        </a:rPr>
                      </a:br>
                      <a:r>
                        <a:rPr lang="en-US" sz="1000" dirty="0">
                          <a:effectLst/>
                        </a:rPr>
                        <a:t>7.Able to verify the case reflects modifications.</a:t>
                      </a:r>
                      <a:br>
                        <a:rPr lang="en-US" sz="1000" dirty="0">
                          <a:effectLst/>
                        </a:rPr>
                      </a:br>
                      <a:r>
                        <a:rPr lang="en-US" sz="1000" dirty="0">
                          <a:effectLst/>
                        </a:rPr>
                        <a:t>8.Able to exit modification and return to case view.</a:t>
                      </a:r>
                      <a:br>
                        <a:rPr lang="en-US" sz="1000" dirty="0">
                          <a:effectLst/>
                        </a:rPr>
                      </a:br>
                      <a:r>
                        <a:rPr lang="en-US" sz="1000" dirty="0">
                          <a:effectLst/>
                        </a:rPr>
                        <a:t>9.Able to build Security roles and perform testing.</a:t>
                      </a:r>
                      <a:br>
                        <a:rPr lang="en-US" sz="1000" dirty="0">
                          <a:effectLst/>
                        </a:rPr>
                      </a:br>
                      <a:r>
                        <a:rPr lang="en-US" sz="1000" dirty="0">
                          <a:effectLst/>
                        </a:rPr>
                        <a:t>10.Able to identify Risk and Controls</a:t>
                      </a:r>
                      <a:endParaRPr lang="en-US" sz="1000"/>
                    </a:p>
                  </a:txBody>
                  <a:tcPr marL="0" marR="0" marT="0" marB="0" anchor="ctr"/>
                </a:tc>
                <a:extLst>
                  <a:ext uri="{0D108BD9-81ED-4DB2-BD59-A6C34878D82A}">
                    <a16:rowId xmlns:a16="http://schemas.microsoft.com/office/drawing/2014/main" val="357133097"/>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Route Case</a:t>
                      </a:r>
                      <a:endParaRPr lang="en-US" sz="1000"/>
                    </a:p>
                  </a:txBody>
                  <a:tcPr marL="0" marR="0" marT="0" marB="0" anchor="ctr"/>
                </a:tc>
                <a:tc>
                  <a:txBody>
                    <a:bodyPr/>
                    <a:lstStyle/>
                    <a:p>
                      <a:pPr lvl="0">
                        <a:buNone/>
                      </a:pPr>
                      <a:r>
                        <a:rPr lang="en-US" sz="1000">
                          <a:effectLst/>
                        </a:rPr>
                        <a:t>Route Case</a:t>
                      </a:r>
                      <a:endParaRPr lang="en-US" sz="1000"/>
                    </a:p>
                  </a:txBody>
                  <a:tcPr marL="0" marR="0" marT="0" marB="0" anchor="ctr"/>
                </a:tc>
                <a:tc>
                  <a:txBody>
                    <a:bodyPr/>
                    <a:lstStyle/>
                    <a:p>
                      <a:pPr lvl="0">
                        <a:buNone/>
                      </a:pPr>
                      <a:r>
                        <a:rPr lang="en-US" sz="1000" dirty="0">
                          <a:effectLst/>
                        </a:rPr>
                        <a:t>As an SAP Customer Service Agent, I want to route cases within Handle Case Management to ensure timely assignment and resolution aligned with Manage Customer Service processes.</a:t>
                      </a:r>
                      <a:endParaRPr lang="en-US" sz="1000"/>
                    </a:p>
                  </a:txBody>
                  <a:tcPr marL="0" marR="0" marT="0" marB="0" anchor="ctr"/>
                </a:tc>
                <a:tc>
                  <a:txBody>
                    <a:bodyPr/>
                    <a:lstStyle/>
                    <a:p>
                      <a:pPr lvl="0">
                        <a:buNone/>
                      </a:pPr>
                      <a:r>
                        <a:rPr lang="en-US" sz="1000" dirty="0">
                          <a:effectLst/>
                        </a:rPr>
                        <a:t>1. Able to select a routing destination for the case.</a:t>
                      </a:r>
                      <a:br>
                        <a:rPr lang="en-US" sz="1000" dirty="0">
                          <a:effectLst/>
                        </a:rPr>
                      </a:br>
                      <a:r>
                        <a:rPr lang="en-US" sz="1000" dirty="0">
                          <a:effectLst/>
                        </a:rPr>
                        <a:t>3.Able to route the case to the chosen destination.</a:t>
                      </a:r>
                      <a:br>
                        <a:rPr lang="en-US" sz="1000" dirty="0">
                          <a:effectLst/>
                        </a:rPr>
                      </a:br>
                      <a:r>
                        <a:rPr lang="en-US" sz="1000" dirty="0">
                          <a:effectLst/>
                        </a:rPr>
                        <a:t>4.Able to re-route the case when needed.</a:t>
                      </a:r>
                      <a:br>
                        <a:rPr lang="en-US" sz="1000" dirty="0">
                          <a:effectLst/>
                        </a:rPr>
                      </a:br>
                      <a:r>
                        <a:rPr lang="en-US" sz="1000" dirty="0">
                          <a:effectLst/>
                        </a:rPr>
                        <a:t>5.Able to validate the routing before confirmation.</a:t>
                      </a:r>
                      <a:br>
                        <a:rPr lang="en-US" sz="1000" dirty="0">
                          <a:effectLst/>
                        </a:rPr>
                      </a:br>
                      <a:r>
                        <a:rPr lang="en-US" sz="1000" dirty="0">
                          <a:effectLst/>
                        </a:rPr>
                        <a:t>6.Able to view the current routing status of the case.</a:t>
                      </a:r>
                      <a:br>
                        <a:rPr lang="en-US" sz="1000" dirty="0">
                          <a:effectLst/>
                        </a:rPr>
                      </a:br>
                      <a:r>
                        <a:rPr lang="en-US" sz="1000" dirty="0">
                          <a:effectLst/>
                        </a:rPr>
                        <a:t>7.Able to record routing history for the case.</a:t>
                      </a:r>
                      <a:br>
                        <a:rPr lang="en-US" sz="1000" dirty="0">
                          <a:effectLst/>
                        </a:rPr>
                      </a:br>
                      <a:r>
                        <a:rPr lang="en-US" sz="1000" dirty="0">
                          <a:effectLst/>
                        </a:rPr>
                        <a:t>8.Able to cancel a pending routing action.</a:t>
                      </a:r>
                      <a:br>
                        <a:rPr lang="en-US" sz="1000" dirty="0">
                          <a:effectLst/>
                        </a:rPr>
                      </a:br>
                      <a:r>
                        <a:rPr lang="en-US" sz="1000" dirty="0">
                          <a:effectLst/>
                        </a:rPr>
                        <a:t>9.Able to build Security roles and perform testing.</a:t>
                      </a:r>
                      <a:br>
                        <a:rPr lang="en-US" sz="1000" dirty="0">
                          <a:effectLst/>
                        </a:rPr>
                      </a:br>
                      <a:r>
                        <a:rPr lang="en-US" sz="1000" dirty="0">
                          <a:effectLst/>
                        </a:rPr>
                        <a:t>10.Able to identify Risk and Controls</a:t>
                      </a:r>
                      <a:endParaRPr lang="en-US" sz="1000"/>
                    </a:p>
                  </a:txBody>
                  <a:tcPr marL="0" marR="0" marT="0" marB="0" anchor="ctr"/>
                </a:tc>
                <a:extLst>
                  <a:ext uri="{0D108BD9-81ED-4DB2-BD59-A6C34878D82A}">
                    <a16:rowId xmlns:a16="http://schemas.microsoft.com/office/drawing/2014/main" val="3230870314"/>
                  </a:ext>
                </a:extLst>
              </a:tr>
            </a:tbl>
          </a:graphicData>
        </a:graphic>
      </p:graphicFrame>
      <p:sp>
        <p:nvSpPr>
          <p:cNvPr id="3" name="TextBox 2">
            <a:extLst>
              <a:ext uri="{FF2B5EF4-FFF2-40B4-BE49-F238E27FC236}">
                <a16:creationId xmlns:a16="http://schemas.microsoft.com/office/drawing/2014/main" id="{A3D3953F-B72A-0C5E-28EA-472BAADEA2FB}"/>
              </a:ext>
            </a:extLst>
          </p:cNvPr>
          <p:cNvSpPr txBox="1"/>
          <p:nvPr/>
        </p:nvSpPr>
        <p:spPr>
          <a:xfrm>
            <a:off x="413060" y="1047045"/>
            <a:ext cx="9418320" cy="25391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b="1">
                <a:latin typeface="Montserrat"/>
              </a:rPr>
              <a:t>Please note, this is just a drafted starting point we will leverage to formulate our actual user stories and acceptance criteria</a:t>
            </a:r>
            <a:endParaRPr lang="en-US" sz="1050" b="1" err="1">
              <a:latin typeface="Montserrat" pitchFamily="2" charset="77"/>
            </a:endParaRPr>
          </a:p>
        </p:txBody>
      </p:sp>
    </p:spTree>
    <p:extLst>
      <p:ext uri="{BB962C8B-B14F-4D97-AF65-F5344CB8AC3E}">
        <p14:creationId xmlns:p14="http://schemas.microsoft.com/office/powerpoint/2010/main" val="22182068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8B1C4-66C6-E4C5-33CB-E873CE8B0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8750B-80A9-3759-00E2-7796EC77173C}"/>
              </a:ext>
            </a:extLst>
          </p:cNvPr>
          <p:cNvSpPr>
            <a:spLocks noGrp="1"/>
          </p:cNvSpPr>
          <p:nvPr>
            <p:ph type="title"/>
          </p:nvPr>
        </p:nvSpPr>
        <p:spPr>
          <a:xfrm>
            <a:off x="616122" y="5046940"/>
            <a:ext cx="6270458" cy="1072100"/>
          </a:xfrm>
        </p:spPr>
        <p:txBody>
          <a:bodyPr/>
          <a:lstStyle/>
          <a:p>
            <a:r>
              <a:rPr lang="en-US" sz="4250" b="1">
                <a:latin typeface="Montserrat"/>
              </a:rPr>
              <a:t>08 </a:t>
            </a:r>
            <a:r>
              <a:rPr lang="en-US" sz="4250">
                <a:latin typeface="Montserrat"/>
              </a:rPr>
              <a:t>Data Migration</a:t>
            </a:r>
            <a:endParaRPr lang="en-US" sz="4250"/>
          </a:p>
        </p:txBody>
      </p:sp>
    </p:spTree>
    <p:extLst>
      <p:ext uri="{BB962C8B-B14F-4D97-AF65-F5344CB8AC3E}">
        <p14:creationId xmlns:p14="http://schemas.microsoft.com/office/powerpoint/2010/main" val="20525073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8E552-A664-270D-D320-04C752E55B5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E60EE52-89F9-8837-0A7E-2CEF9D6BFD8B}"/>
              </a:ext>
            </a:extLst>
          </p:cNvPr>
          <p:cNvSpPr>
            <a:spLocks noGrp="1"/>
          </p:cNvSpPr>
          <p:nvPr>
            <p:ph idx="1"/>
          </p:nvPr>
        </p:nvSpPr>
        <p:spPr/>
        <p:txBody>
          <a:bodyPr vert="horz" lIns="0" tIns="45720" rIns="91440" bIns="45720" rtlCol="0" anchor="t">
            <a:normAutofit/>
          </a:bodyPr>
          <a:lstStyle/>
          <a:p>
            <a:pPr>
              <a:spcBef>
                <a:spcPts val="0"/>
              </a:spcBef>
            </a:pPr>
            <a:r>
              <a:rPr lang="en-US" sz="1800" b="1">
                <a:latin typeface="Montserrat"/>
              </a:rPr>
              <a:t>CRMD_ACTIVITY_H</a:t>
            </a:r>
            <a:endParaRPr lang="en-US" sz="1800" b="1"/>
          </a:p>
          <a:p>
            <a:pPr>
              <a:spcBef>
                <a:spcPts val="0"/>
              </a:spcBef>
            </a:pPr>
            <a:r>
              <a:rPr lang="en-US" sz="1800" b="1">
                <a:latin typeface="Montserrat"/>
              </a:rPr>
              <a:t>CRMD_ORDERADM_H</a:t>
            </a:r>
            <a:endParaRPr lang="en-US" sz="1800" b="1"/>
          </a:p>
          <a:p>
            <a:pPr>
              <a:spcBef>
                <a:spcPts val="0"/>
              </a:spcBef>
            </a:pPr>
            <a:r>
              <a:rPr lang="en-US" sz="1800" b="1">
                <a:latin typeface="Montserrat"/>
              </a:rPr>
              <a:t>CRMD_ORDERADM_I</a:t>
            </a:r>
          </a:p>
          <a:p>
            <a:pPr>
              <a:spcBef>
                <a:spcPts val="0"/>
              </a:spcBef>
            </a:pPr>
            <a:r>
              <a:rPr lang="en-US" sz="1800" b="1">
                <a:latin typeface="Montserrat"/>
              </a:rPr>
              <a:t>CRMV_LINKPARTNER</a:t>
            </a: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p:txBody>
      </p:sp>
      <p:sp>
        <p:nvSpPr>
          <p:cNvPr id="2" name="Title 1">
            <a:extLst>
              <a:ext uri="{FF2B5EF4-FFF2-40B4-BE49-F238E27FC236}">
                <a16:creationId xmlns:a16="http://schemas.microsoft.com/office/drawing/2014/main" id="{64D5DCA3-1176-A063-C84B-C1B74490AC0B}"/>
              </a:ext>
            </a:extLst>
          </p:cNvPr>
          <p:cNvSpPr>
            <a:spLocks noGrp="1"/>
          </p:cNvSpPr>
          <p:nvPr>
            <p:ph type="title"/>
          </p:nvPr>
        </p:nvSpPr>
        <p:spPr/>
        <p:txBody>
          <a:bodyPr>
            <a:normAutofit/>
          </a:bodyPr>
          <a:lstStyle/>
          <a:p>
            <a:r>
              <a:rPr lang="en-US">
                <a:latin typeface="Montserrat"/>
              </a:rPr>
              <a:t>Potential Tables</a:t>
            </a:r>
            <a:endParaRPr lang="en-US"/>
          </a:p>
        </p:txBody>
      </p:sp>
      <p:sp>
        <p:nvSpPr>
          <p:cNvPr id="5" name="Rectangle 4">
            <a:extLst>
              <a:ext uri="{FF2B5EF4-FFF2-40B4-BE49-F238E27FC236}">
                <a16:creationId xmlns:a16="http://schemas.microsoft.com/office/drawing/2014/main" id="{839819C6-88CB-8EDB-2E75-AB8F3943CBE5}"/>
              </a:ext>
            </a:extLst>
          </p:cNvPr>
          <p:cNvSpPr/>
          <p:nvPr/>
        </p:nvSpPr>
        <p:spPr>
          <a:xfrm>
            <a:off x="7629525" y="180975"/>
            <a:ext cx="2219325" cy="1123950"/>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Update </a:t>
            </a:r>
            <a:endParaRPr lang="en-US" sz="1000" dirty="0">
              <a:latin typeface="Montserrat"/>
            </a:endParaRPr>
          </a:p>
        </p:txBody>
      </p:sp>
    </p:spTree>
    <p:extLst>
      <p:ext uri="{BB962C8B-B14F-4D97-AF65-F5344CB8AC3E}">
        <p14:creationId xmlns:p14="http://schemas.microsoft.com/office/powerpoint/2010/main" val="3258273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602E-2C3B-4F08-5E75-F752CAE78886}"/>
              </a:ext>
            </a:extLst>
          </p:cNvPr>
          <p:cNvSpPr>
            <a:spLocks noGrp="1"/>
          </p:cNvSpPr>
          <p:nvPr>
            <p:ph type="title"/>
          </p:nvPr>
        </p:nvSpPr>
        <p:spPr>
          <a:xfrm>
            <a:off x="747502" y="3148509"/>
            <a:ext cx="6270458" cy="2490996"/>
          </a:xfrm>
        </p:spPr>
        <p:txBody>
          <a:bodyPr/>
          <a:lstStyle/>
          <a:p>
            <a:r>
              <a:rPr lang="en-US" sz="4250" b="1">
                <a:latin typeface="Montserrat"/>
              </a:rPr>
              <a:t>9 </a:t>
            </a:r>
            <a:r>
              <a:rPr lang="en-US" sz="4250">
                <a:latin typeface="Montserrat"/>
              </a:rPr>
              <a:t>Decisions, </a:t>
            </a:r>
            <a:br>
              <a:rPr lang="en-US" sz="4250" dirty="0">
                <a:latin typeface="Montserrat"/>
              </a:rPr>
            </a:br>
            <a:r>
              <a:rPr lang="en-US" sz="4250" dirty="0">
                <a:latin typeface="Montserrat"/>
              </a:rPr>
              <a:t>Action Items, </a:t>
            </a:r>
            <a:br>
              <a:rPr lang="en-US" sz="4250" dirty="0">
                <a:latin typeface="Montserrat"/>
              </a:rPr>
            </a:br>
            <a:r>
              <a:rPr lang="en-US" sz="4250" dirty="0">
                <a:latin typeface="Montserrat"/>
              </a:rPr>
              <a:t>Change Impacts, Wrap-Up &amp; Next Steps</a:t>
            </a:r>
            <a:endParaRPr lang="en-US" dirty="0"/>
          </a:p>
        </p:txBody>
      </p:sp>
    </p:spTree>
    <p:extLst>
      <p:ext uri="{BB962C8B-B14F-4D97-AF65-F5344CB8AC3E}">
        <p14:creationId xmlns:p14="http://schemas.microsoft.com/office/powerpoint/2010/main" val="2749544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619D-0B81-725C-05C0-A444FD63F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D21A1-7636-1E92-BA74-97C118A0BF07}"/>
              </a:ext>
            </a:extLst>
          </p:cNvPr>
          <p:cNvSpPr>
            <a:spLocks noGrp="1"/>
          </p:cNvSpPr>
          <p:nvPr>
            <p:ph type="sldNum" sz="quarter" idx="12"/>
          </p:nvPr>
        </p:nvSpPr>
        <p:spPr>
          <a:xfrm>
            <a:off x="11381562" y="6316519"/>
            <a:ext cx="609601" cy="365760"/>
          </a:xfrm>
          <a:prstGeom prst="rect">
            <a:avLst/>
          </a:prstGeom>
        </p:spPr>
        <p:txBody>
          <a:bodyPr vert="horz" lIns="91440" tIns="45720" rIns="91440" bIns="45720" rtlCol="0" anchor="b"/>
          <a:lstStyle>
            <a:defPPr>
              <a:defRPr lang="en-US"/>
            </a:defPPr>
            <a:lvl1pPr marL="0" algn="r" defTabSz="914400" rtl="0" eaLnBrk="1" latinLnBrk="0" hangingPunct="1">
              <a:defRPr sz="1067" b="0" i="0" kern="1200" baseline="0">
                <a:solidFill>
                  <a:schemeClr val="bg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EA69B7C6-3FEA-7848-A062-37F8F6368D00}" type="slidenum">
              <a:rPr kumimoji="0" lang="en-US" sz="1067" b="0" i="0" u="none" strike="noStrike" kern="1200" cap="none" spc="0" normalizeH="0" baseline="0" noProof="0" smtClean="0">
                <a:ln>
                  <a:noFill/>
                </a:ln>
                <a:solidFill>
                  <a:srgbClr val="FFFEFE"/>
                </a:solidFill>
                <a:effectLst/>
                <a:uLnTx/>
                <a:uFillTx/>
                <a:latin typeface="Montserrat" pitchFamily="2" charset="77"/>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66</a:t>
            </a:fld>
            <a:endParaRPr kumimoji="0" lang="en-US" sz="1067" b="0" i="0" u="none" strike="noStrike" kern="1200" cap="none" spc="0" normalizeH="0" baseline="0" noProof="0">
              <a:ln>
                <a:noFill/>
              </a:ln>
              <a:solidFill>
                <a:srgbClr val="FFFEFE"/>
              </a:solidFill>
              <a:effectLst/>
              <a:uLnTx/>
              <a:uFillTx/>
              <a:latin typeface="Montserrat" pitchFamily="2" charset="77"/>
              <a:ea typeface="+mn-ea"/>
              <a:cs typeface="+mn-cs"/>
            </a:endParaRPr>
          </a:p>
        </p:txBody>
      </p:sp>
      <p:sp>
        <p:nvSpPr>
          <p:cNvPr id="4" name="Title 3">
            <a:extLst>
              <a:ext uri="{FF2B5EF4-FFF2-40B4-BE49-F238E27FC236}">
                <a16:creationId xmlns:a16="http://schemas.microsoft.com/office/drawing/2014/main" id="{5F241765-29E7-B65E-EF47-99994A77E9E2}"/>
              </a:ext>
            </a:extLst>
          </p:cNvPr>
          <p:cNvSpPr>
            <a:spLocks noGrp="1"/>
          </p:cNvSpPr>
          <p:nvPr>
            <p:ph type="title"/>
          </p:nvPr>
        </p:nvSpPr>
        <p:spPr>
          <a:xfrm>
            <a:off x="211328" y="-140006"/>
            <a:ext cx="11375136" cy="609600"/>
          </a:xfrm>
        </p:spPr>
        <p:txBody>
          <a:bodyPr/>
          <a:lstStyle/>
          <a:p>
            <a:r>
              <a:rPr lang="en-US" sz="2000" b="1">
                <a:latin typeface="Montserrat"/>
              </a:rPr>
              <a:t>Program Charging	(CE Internal Only)			</a:t>
            </a:r>
            <a:endParaRPr lang="en-US" sz="1600" b="1">
              <a:latin typeface="Montserrat"/>
            </a:endParaRPr>
          </a:p>
        </p:txBody>
      </p:sp>
      <p:sp>
        <p:nvSpPr>
          <p:cNvPr id="3" name="Rectangle 5">
            <a:extLst>
              <a:ext uri="{FF2B5EF4-FFF2-40B4-BE49-F238E27FC236}">
                <a16:creationId xmlns:a16="http://schemas.microsoft.com/office/drawing/2014/main" id="{0E3C419A-8C28-8621-94F2-6BC57951C181}"/>
              </a:ext>
            </a:extLst>
          </p:cNvPr>
          <p:cNvSpPr>
            <a:spLocks noChangeArrowheads="1"/>
          </p:cNvSpPr>
          <p:nvPr/>
        </p:nvSpPr>
        <p:spPr bwMode="auto">
          <a:xfrm>
            <a:off x="211328" y="552364"/>
            <a:ext cx="117693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The Change &amp; Why:</a:t>
            </a:r>
            <a:endParaRPr lang="en-US" altLang="en-US" sz="1100" b="1"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cs typeface="Arial"/>
              </a:rPr>
              <a:t>We need to track O&amp;M costs more precisely. OCM and Data Conversion must be charged separately from End User Training and from Design/Build/Deployment work. This change is retroactive from February for Accounting, Rate case discovery, and audit. </a:t>
            </a:r>
            <a:endParaRPr 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Ask: </a:t>
            </a:r>
            <a:endParaRPr lang="en-US" altLang="en-US" sz="1100" b="1" i="0" u="sng"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Pls follow the instructions below that apply to you based on your staffing category on the </a:t>
            </a:r>
            <a:r>
              <a:rPr kumimoji="0" lang="en-US" altLang="en-US" sz="1100" b="0" i="0" u="none" strike="noStrike" kern="1200" cap="none" spc="0" normalizeH="0" baseline="0" noProof="0" err="1">
                <a:ln>
                  <a:noFill/>
                </a:ln>
                <a:solidFill>
                  <a:srgbClr val="000000"/>
                </a:solidFill>
                <a:effectLst/>
                <a:uLnTx/>
                <a:uFillTx/>
                <a:latin typeface="Arial"/>
                <a:ea typeface="Aptos" panose="020B0004020202020204" pitchFamily="34" charset="0"/>
                <a:cs typeface="Arial"/>
              </a:rPr>
              <a:t>LaunchPad</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program. It is critical to track costs in the correct cost buckets.</a:t>
            </a:r>
            <a:endParaRPr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Business Partner (BP) Core Team (Use SAP*):</a:t>
            </a:r>
            <a:endParaRPr lang="en-US" altLang="en-US" sz="1100" b="1"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Continue 100% allocation as before. (BP&amp;A handles this automatically behind the scenes and no time entry is needed except for the two scenarios below) </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OCM and Data Conversion activities; Use SAP to bill IO 6520973.</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End User Training; Use SAP to bill IO 6519532.</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endParaRPr lang="en-US" altLang="en-US" sz="1100" b="0" i="0" u="sng"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IT Core Team (Use Clarity):</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lvl="2" indent="-171450" eaLnBrk="0" fontAlgn="base" hangingPunct="0">
              <a:spcBef>
                <a:spcPct val="0"/>
              </a:spcBef>
              <a:spcAft>
                <a:spcPct val="0"/>
              </a:spcAft>
              <a:buFont typeface="Arial" panose="020B0604020202020204" pitchFamily="34" charset="0"/>
              <a:buChar char="•"/>
            </a:pPr>
            <a:r>
              <a:rPr lang="en-US" sz="1100">
                <a:solidFill>
                  <a:srgbClr val="000000"/>
                </a:solidFill>
                <a:highlight>
                  <a:srgbClr val="FFFF00"/>
                </a:highlight>
                <a:latin typeface="Arial"/>
                <a:cs typeface="Arial"/>
              </a:rPr>
              <a:t>S4- Customer – Design/Development/Testing/Deploy Clarity Task</a:t>
            </a:r>
            <a:endParaRPr lang="en-US" altLang="en-US" sz="1100">
              <a:solidFill>
                <a:srgbClr val="000000"/>
              </a:solidFill>
              <a:highlight>
                <a:srgbClr val="FFFF00"/>
              </a:highlight>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Clarity Timesheets will now be used for time charging, and the allocation mechanism is discontinued. Submit timesheets from February 2nd for a one-time catchup.  </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Separate tasks for OCM, End User Training, and Data Conversion are available; Find them using keywords OCM, End User Training, and Data Conversion and charge them as applicable.</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Extended BP Team (use SAP*):</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6520973 for OCM and Data Conversion.</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6519532 for End User Training.</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Use new IO </a:t>
            </a:r>
            <a:r>
              <a:rPr kumimoji="0" lang="en-US" sz="1100" b="0" i="0" u="none" strike="noStrike" kern="1200" cap="none" spc="0" normalizeH="0" baseline="0" noProof="0">
                <a:ln>
                  <a:noFill/>
                </a:ln>
                <a:solidFill>
                  <a:srgbClr val="000000"/>
                </a:solidFill>
                <a:effectLst/>
                <a:highlight>
                  <a:srgbClr val="FFFF00"/>
                </a:highlight>
                <a:uLnTx/>
                <a:uFillTx/>
                <a:latin typeface="Arial"/>
                <a:cs typeface="Arial"/>
              </a:rPr>
              <a:t>6521411 </a:t>
            </a: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for all other tasks.</a:t>
            </a:r>
            <a:endParaRPr lang="en-US" altLang="en-US" sz="1100" b="0" i="0" u="none"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Extended IT Team (Use Clarity):</a:t>
            </a:r>
            <a:endParaRPr lang="en-US" altLang="en-US" sz="1100" b="1" i="0" u="sng"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S4- Customer – Design/Development/Testing/Deploy Clarity Task</a:t>
            </a:r>
            <a:endParaRPr kumimoji="0" lang="en-US" altLang="en-US" sz="1100" b="0" i="0" u="none" strike="noStrike" kern="1200" cap="none" spc="0" normalizeH="0" baseline="0" noProof="0">
              <a:ln>
                <a:noFill/>
              </a:ln>
              <a:solidFill>
                <a:srgbClr val="000000"/>
              </a:solidFill>
              <a:effectLst/>
              <a:uLnTx/>
              <a:uFillTx/>
              <a:latin typeface="Arial"/>
              <a:ea typeface="+mn-ea"/>
              <a:cs typeface="Arial"/>
            </a:endParaRPr>
          </a:p>
          <a:p>
            <a:pPr marL="1085850" marR="0" lvl="2" indent="-171450" algn="l" defTabSz="914400" rtl="0" eaLnBrk="1" fontAlgn="auto"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specific tasks for OCM, End User Training, and Data Conversion; ID the tasks using the keywords OCM, End User Training, and Data Conversion.</a:t>
            </a:r>
            <a:endParaRPr 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other tasks as appropriate.</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*SAP Timesheet Submission Instructions (for BPs)</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Follow ESS steps (screen shot below): 1. Open ESS timesheet. 2. Enter IO number in work order field. 3. Select WORK code under ATT-ABS. 4. Add OCM, End User Training, or Data Conversion in comments. 5. Enter hours worked.</a:t>
            </a:r>
            <a:endParaRPr lang="en-US" altLang="en-US" sz="1100" b="0"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800" b="0" i="0" u="none" strike="noStrike" kern="1200" cap="none" spc="0" normalizeH="0" baseline="0" noProof="0">
              <a:ln>
                <a:noFill/>
              </a:ln>
              <a:solidFill>
                <a:srgbClr val="000000"/>
              </a:solidFill>
              <a:effectLst/>
              <a:uLnTx/>
              <a:uFillTx/>
              <a:latin typeface="Arial" panose="020B0604020202020204" pitchFamily="34" charset="0"/>
              <a:cs typeface="Arial"/>
            </a:endParaRPr>
          </a:p>
        </p:txBody>
      </p:sp>
      <p:pic>
        <p:nvPicPr>
          <p:cNvPr id="7" name="Picture 6">
            <a:extLst>
              <a:ext uri="{FF2B5EF4-FFF2-40B4-BE49-F238E27FC236}">
                <a16:creationId xmlns:a16="http://schemas.microsoft.com/office/drawing/2014/main" id="{70E62B9E-43CB-BEB2-4EBC-D41DFC90D1F5}"/>
              </a:ext>
            </a:extLst>
          </p:cNvPr>
          <p:cNvPicPr>
            <a:picLocks noChangeAspect="1"/>
          </p:cNvPicPr>
          <p:nvPr/>
        </p:nvPicPr>
        <p:blipFill>
          <a:blip r:embed="rId2"/>
          <a:stretch>
            <a:fillRect/>
          </a:stretch>
        </p:blipFill>
        <p:spPr>
          <a:xfrm>
            <a:off x="769840" y="5670487"/>
            <a:ext cx="9777075" cy="552478"/>
          </a:xfrm>
          <a:prstGeom prst="rect">
            <a:avLst/>
          </a:prstGeom>
        </p:spPr>
      </p:pic>
    </p:spTree>
    <p:extLst>
      <p:ext uri="{BB962C8B-B14F-4D97-AF65-F5344CB8AC3E}">
        <p14:creationId xmlns:p14="http://schemas.microsoft.com/office/powerpoint/2010/main" val="43405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16x9 PowertPoint Template-CE-Jan.2019-AFC">
  <a:themeElements>
    <a:clrScheme name="2024 Color Pallette">
      <a:dk1>
        <a:srgbClr val="000000"/>
      </a:dk1>
      <a:lt1>
        <a:srgbClr val="FFFEFE"/>
      </a:lt1>
      <a:dk2>
        <a:srgbClr val="454947"/>
      </a:dk2>
      <a:lt2>
        <a:srgbClr val="E3E4E3"/>
      </a:lt2>
      <a:accent1>
        <a:srgbClr val="0067A4"/>
      </a:accent1>
      <a:accent2>
        <a:srgbClr val="84BE41"/>
      </a:accent2>
      <a:accent3>
        <a:srgbClr val="E3E4E3"/>
      </a:accent3>
      <a:accent4>
        <a:srgbClr val="23425F"/>
      </a:accent4>
      <a:accent5>
        <a:srgbClr val="F5BB25"/>
      </a:accent5>
      <a:accent6>
        <a:srgbClr val="B4B4B3"/>
      </a:accent6>
      <a:hlink>
        <a:srgbClr val="0067A4"/>
      </a:hlink>
      <a:folHlink>
        <a:srgbClr val="B4B4B3"/>
      </a:folHlink>
    </a:clrScheme>
    <a:fontScheme name="2024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ln>
        <a:effectLst/>
      </a:spPr>
      <a:bodyPr rtlCol="0" anchor="ctr"/>
      <a:lstStyle>
        <a:defPPr algn="ctr">
          <a:defRPr sz="1000" dirty="0">
            <a:latin typeface="Montserrat" pitchFamily="2" charset="77"/>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ln>
          <a:solidFill>
            <a:schemeClr val="bg2"/>
          </a:solidFill>
        </a:ln>
      </a:spPr>
      <a:bodyPr wrap="square" rtlCol="0">
        <a:spAutoFit/>
      </a:bodyPr>
      <a:lstStyle>
        <a:defPPr algn="l">
          <a:defRPr sz="1000" dirty="0">
            <a:latin typeface="Montserrat" pitchFamily="2" charset="77"/>
          </a:defRPr>
        </a:defPPr>
      </a:lstStyle>
    </a:txDef>
  </a:objectDefaults>
  <a:extraClrSchemeLst/>
  <a:extLst>
    <a:ext uri="{05A4C25C-085E-4340-85A3-A5531E510DB2}">
      <thm15:themeFamily xmlns:thm15="http://schemas.microsoft.com/office/thememl/2012/main" name="2024 All Purpose PowerPoint Template.potx" id="{84CB3BC2-CE68-044F-9772-13EBC42BCB48}" vid="{4FEEE54B-C9A9-9B47-9C99-2B91212D14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01e0a56-4899-4cce-a214-5e425f318dcb">
      <Terms xmlns="http://schemas.microsoft.com/office/infopath/2007/PartnerControls"/>
    </lcf76f155ced4ddcb4097134ff3c332f>
    <TaxCatchAll xmlns="2c7fe448-207e-4aca-804d-051f84c484d7">
      <Value>4</Value>
    </TaxCatchAll>
    <i0f84bba906045b4af568ee102a52dcb xmlns="2c7fe448-207e-4aca-804d-051f84c484d7">
      <Terms xmlns="http://schemas.microsoft.com/office/infopath/2007/PartnerControls">
        <TermInfo xmlns="http://schemas.microsoft.com/office/infopath/2007/PartnerControls">
          <TermName xmlns="http://schemas.microsoft.com/office/infopath/2007/PartnerControls">COR-104 Policies and Procedures</TermName>
          <TermId xmlns="http://schemas.microsoft.com/office/infopath/2007/PartnerControls">23fe8a5f-9220-44d9-ae32-6aebd451fecc</TermId>
        </TermInfo>
      </Terms>
    </i0f84bba906045b4af568ee102a52dcb>
    <RSC_x0020_Event_x0020_Date xmlns="a433be04-1063-452b-9ab8-ba06373cb7c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85E4EB0480BDD4BA0725FDA835A98E9" ma:contentTypeVersion="12" ma:contentTypeDescription="Create a new document." ma:contentTypeScope="" ma:versionID="a7e85cd843c542c305e66a5ac0a6561c">
  <xsd:schema xmlns:xsd="http://www.w3.org/2001/XMLSchema" xmlns:xs="http://www.w3.org/2001/XMLSchema" xmlns:p="http://schemas.microsoft.com/office/2006/metadata/properties" xmlns:ns2="a433be04-1063-452b-9ab8-ba06373cb7cb" xmlns:ns3="2c7fe448-207e-4aca-804d-051f84c484d7" xmlns:ns4="301e0a56-4899-4cce-a214-5e425f318dcb" targetNamespace="http://schemas.microsoft.com/office/2006/metadata/properties" ma:root="true" ma:fieldsID="30d58687421f0a6c39a35b55d9f36047" ns2:_="" ns3:_="" ns4:_="">
    <xsd:import namespace="a433be04-1063-452b-9ab8-ba06373cb7cb"/>
    <xsd:import namespace="2c7fe448-207e-4aca-804d-051f84c484d7"/>
    <xsd:import namespace="301e0a56-4899-4cce-a214-5e425f318dcb"/>
    <xsd:element name="properties">
      <xsd:complexType>
        <xsd:sequence>
          <xsd:element name="documentManagement">
            <xsd:complexType>
              <xsd:all>
                <xsd:element ref="ns2:RSC_x0020_Event_x0020_Date" minOccurs="0"/>
                <xsd:element ref="ns3:i0f84bba906045b4af568ee102a52dcb" minOccurs="0"/>
                <xsd:element ref="ns3:TaxCatchAll" minOccurs="0"/>
                <xsd:element ref="ns4:MediaServiceMetadata" minOccurs="0"/>
                <xsd:element ref="ns4:MediaServiceFastMetadata" minOccurs="0"/>
                <xsd:element ref="ns4:MediaServiceSearchProperties" minOccurs="0"/>
                <xsd:element ref="ns4:MediaServiceDateTaken" minOccurs="0"/>
                <xsd:element ref="ns4:lcf76f155ced4ddcb4097134ff3c332f"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3be04-1063-452b-9ab8-ba06373cb7cb" elementFormDefault="qualified">
    <xsd:import namespace="http://schemas.microsoft.com/office/2006/documentManagement/types"/>
    <xsd:import namespace="http://schemas.microsoft.com/office/infopath/2007/PartnerControls"/>
    <xsd:element name="RSC_x0020_Event_x0020_Date" ma:index="2" nillable="true" ma:displayName="RSC Event Date" ma:default="" ma:description="This is used for retention purpose" ma:format="DateOnly" ma:internalName="RSC_x0020_Event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7fe448-207e-4aca-804d-051f84c484d7" elementFormDefault="qualified">
    <xsd:import namespace="http://schemas.microsoft.com/office/2006/documentManagement/types"/>
    <xsd:import namespace="http://schemas.microsoft.com/office/infopath/2007/PartnerControls"/>
    <xsd:element name="i0f84bba906045b4af568ee102a52dcb" ma:index="10" nillable="true" ma:taxonomy="true" ma:internalName="i0f84bba906045b4af568ee102a52dcb" ma:taxonomyFieldName="RevIMBCS" ma:displayName="Record Series Code" ma:indexed="true" ma:default="1;#Default RSC|9a6b99e8-c984-4e1f-adbd-d33c0db777c9" ma:fieldId="{20f84bba-9060-45b4-af56-8ee102a52dcb}" ma:sspId="eeb413d7-29a7-49c8-b3b9-887ddee13f64" ma:termSetId="7f59b463-bd21-44ec-893d-1d24de4ba12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0ec71dd2-9a89-4594-bd42-1ef39577ba0a}" ma:internalName="TaxCatchAll" ma:showField="CatchAllData" ma:web="2c7fe448-207e-4aca-804d-051f84c484d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01e0a56-4899-4cce-a214-5e425f318dcb"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b413d7-29a7-49c8-b3b9-887ddee13f6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eeb413d7-29a7-49c8-b3b9-887ddee13f64" ContentTypeId="0x01" PreviousValue="false"/>
</file>

<file path=customXml/itemProps1.xml><?xml version="1.0" encoding="utf-8"?>
<ds:datastoreItem xmlns:ds="http://schemas.openxmlformats.org/officeDocument/2006/customXml" ds:itemID="{6934203E-F84F-42A1-BE7F-2ED863C99AA5}">
  <ds:schemaRefs>
    <ds:schemaRef ds:uri="http://schemas.microsoft.com/office/infopath/2007/PartnerControls"/>
    <ds:schemaRef ds:uri="http://schemas.microsoft.com/office/2006/documentManagement/types"/>
    <ds:schemaRef ds:uri="2c7fe448-207e-4aca-804d-051f84c484d7"/>
    <ds:schemaRef ds:uri="301e0a56-4899-4cce-a214-5e425f318dcb"/>
    <ds:schemaRef ds:uri="a433be04-1063-452b-9ab8-ba06373cb7cb"/>
    <ds:schemaRef ds:uri="http://purl.org/dc/elements/1.1/"/>
    <ds:schemaRef ds:uri="http://www.w3.org/XML/1998/namespace"/>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8E5C41F0-1A8C-4F27-98CC-41CB6F8C0276}">
  <ds:schemaRefs>
    <ds:schemaRef ds:uri="2c7fe448-207e-4aca-804d-051f84c484d7"/>
    <ds:schemaRef ds:uri="301e0a56-4899-4cce-a214-5e425f318dcb"/>
    <ds:schemaRef ds:uri="a433be04-1063-452b-9ab8-ba06373cb7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DCFE08-E000-4E3C-9310-2C6D30497FD7}">
  <ds:schemaRefs>
    <ds:schemaRef ds:uri="http://schemas.microsoft.com/sharepoint/v3/contenttype/forms"/>
  </ds:schemaRefs>
</ds:datastoreItem>
</file>

<file path=customXml/itemProps4.xml><?xml version="1.0" encoding="utf-8"?>
<ds:datastoreItem xmlns:ds="http://schemas.openxmlformats.org/officeDocument/2006/customXml" ds:itemID="{0F335610-4AA4-4FE7-AF91-F45CC40938C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otalTime>6958</TotalTime>
  <Words>2409</Words>
  <Application>Microsoft Office PowerPoint</Application>
  <PresentationFormat>Widescreen</PresentationFormat>
  <Paragraphs>335</Paragraphs>
  <Slides>66</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Arial</vt:lpstr>
      <vt:lpstr>Arial,Sans-Serif</vt:lpstr>
      <vt:lpstr>Calibri</vt:lpstr>
      <vt:lpstr>Montserrat</vt:lpstr>
      <vt:lpstr>Nunito</vt:lpstr>
      <vt:lpstr>Nunito Sans Light</vt:lpstr>
      <vt:lpstr>Wingdings</vt:lpstr>
      <vt:lpstr>16x9 PowertPoint Template-CE-Jan.2019-AFC</vt:lpstr>
      <vt:lpstr>Handle Case Management  Workshop A-1  Jose Diaz and Mohanta Das 6/17/26</vt:lpstr>
      <vt:lpstr>Overarching Design Principles</vt:lpstr>
      <vt:lpstr>PowerPoint Presentation</vt:lpstr>
      <vt:lpstr>01 Scope, Purpose, Objective  </vt:lpstr>
      <vt:lpstr>Scope, Purpose, Objectives</vt:lpstr>
      <vt:lpstr>Ownership</vt:lpstr>
      <vt:lpstr>02 (L3) Manage Cases</vt:lpstr>
      <vt:lpstr>What is Case Management? </vt:lpstr>
      <vt:lpstr>What Actions A Case Can Do</vt:lpstr>
      <vt:lpstr>Scope of Case Management</vt:lpstr>
      <vt:lpstr>Service Notification’s Maintained</vt:lpstr>
      <vt:lpstr>02.1 (L3) Create Cases</vt:lpstr>
      <vt:lpstr>Create Notification in CRM7</vt:lpstr>
      <vt:lpstr>Create Notification in CRM7</vt:lpstr>
      <vt:lpstr>Create Notification in CRM7</vt:lpstr>
      <vt:lpstr>Create Case in Service Cloud v2 </vt:lpstr>
      <vt:lpstr>Create Case in Service Cloud v2 </vt:lpstr>
      <vt:lpstr>Create Case in Service Cloud v2 </vt:lpstr>
      <vt:lpstr>Create Case in Service Cloud v2 </vt:lpstr>
      <vt:lpstr>02.2 (L3) Display Cases</vt:lpstr>
      <vt:lpstr>Display Notification</vt:lpstr>
      <vt:lpstr>Display Notification: Construction Contacts</vt:lpstr>
      <vt:lpstr>Display Notification: Construction Document and Notes</vt:lpstr>
      <vt:lpstr>Display Notification: Construction Field Completion</vt:lpstr>
      <vt:lpstr>Display Notification: Construction Tasks</vt:lpstr>
      <vt:lpstr>Display Notification: Construction Actions</vt:lpstr>
      <vt:lpstr>Display Service Order</vt:lpstr>
      <vt:lpstr>Display Document Flow</vt:lpstr>
      <vt:lpstr>Extended views: Partners, Address, FuntLoc Partner</vt:lpstr>
      <vt:lpstr>Status Overview, Sales Summary</vt:lpstr>
      <vt:lpstr>Display Sold To Party &amp; Orders </vt:lpstr>
      <vt:lpstr>Display Status</vt:lpstr>
      <vt:lpstr>Display Long Text</vt:lpstr>
      <vt:lpstr>PowerPoint Presentation</vt:lpstr>
      <vt:lpstr>PowerPoint Presentation</vt:lpstr>
      <vt:lpstr>Display Document Flow</vt:lpstr>
      <vt:lpstr>PowerPoint Presentation</vt:lpstr>
      <vt:lpstr>Manage Cases - CRM7</vt:lpstr>
      <vt:lpstr>Create Work Order - CRM7</vt:lpstr>
      <vt:lpstr>Order Initiation Layer  Screens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 Display Service Notifications</vt:lpstr>
      <vt:lpstr>Display Service Notifications</vt:lpstr>
      <vt:lpstr>Display Service Notifications</vt:lpstr>
      <vt:lpstr>Display Service Notifications</vt:lpstr>
      <vt:lpstr>Display Service Notifications</vt:lpstr>
      <vt:lpstr>Display Service Notifications</vt:lpstr>
      <vt:lpstr>BREAK!  - 10 mins</vt:lpstr>
      <vt:lpstr>05 Assumptions for Future State</vt:lpstr>
      <vt:lpstr>Assumptions for Future State</vt:lpstr>
      <vt:lpstr>06 FRICE-W</vt:lpstr>
      <vt:lpstr>FRICE-W Identified</vt:lpstr>
      <vt:lpstr>07 Drafted User Stories</vt:lpstr>
      <vt:lpstr>User Stories for Handle Case Management</vt:lpstr>
      <vt:lpstr>08 Data Migration</vt:lpstr>
      <vt:lpstr>Potential Tables</vt:lpstr>
      <vt:lpstr>9 Decisions,  Action Items,  Change Impacts, Wrap-Up &amp; Next Steps</vt:lpstr>
      <vt:lpstr>Program Charging (CE Internal Only)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Diaz</dc:creator>
  <cp:lastModifiedBy>Jose Diaz</cp:lastModifiedBy>
  <cp:revision>890</cp:revision>
  <dcterms:created xsi:type="dcterms:W3CDTF">2026-04-30T14:24:24Z</dcterms:created>
  <dcterms:modified xsi:type="dcterms:W3CDTF">2026-06-17T19:31:25Z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0x010100E85E4EB0480BDD4BA0725FDA835A98E9</vt:lpwstr>
  </property>
  <property fmtid="{D5CDD505-2E9C-101B-9397-08002B2CF9AE}" pid="3" name="MediaServiceImageTags">
    <vt:lpwstr/>
  </property>
  <property fmtid="{D5CDD505-2E9C-101B-9397-08002B2CF9AE}" pid="4" name="RevIMBCS">
    <vt:lpwstr>4;#COR-104 Policies and Procedures|23fe8a5f-9220-44d9-ae32-6aebd451fecc</vt:lpwstr>
  </property>
</Properties>
</file>