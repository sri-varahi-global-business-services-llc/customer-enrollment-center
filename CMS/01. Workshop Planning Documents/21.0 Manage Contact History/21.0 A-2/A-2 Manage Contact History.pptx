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FF0_1996B2E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5"/>
  </p:sldMasterIdLst>
  <p:notesMasterIdLst>
    <p:notesMasterId r:id="rId21"/>
  </p:notesMasterIdLst>
  <p:sldIdLst>
    <p:sldId id="268" r:id="rId6"/>
    <p:sldId id="305" r:id="rId7"/>
    <p:sldId id="2147483632" r:id="rId8"/>
    <p:sldId id="295" r:id="rId9"/>
    <p:sldId id="2147483637" r:id="rId10"/>
    <p:sldId id="280" r:id="rId11"/>
    <p:sldId id="277" r:id="rId12"/>
    <p:sldId id="291" r:id="rId13"/>
    <p:sldId id="2147483642" r:id="rId14"/>
    <p:sldId id="261" r:id="rId15"/>
    <p:sldId id="2147483641" r:id="rId16"/>
    <p:sldId id="270" r:id="rId17"/>
    <p:sldId id="271" r:id="rId18"/>
    <p:sldId id="257" r:id="rId19"/>
    <p:sldId id="214748286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56B50B-91B3-483C-BE05-FE0EDD9856A7}">
          <p14:sldIdLst>
            <p14:sldId id="268"/>
            <p14:sldId id="305"/>
            <p14:sldId id="2147483632"/>
            <p14:sldId id="295"/>
            <p14:sldId id="2147483637"/>
            <p14:sldId id="280"/>
            <p14:sldId id="277"/>
            <p14:sldId id="291"/>
            <p14:sldId id="2147483642"/>
            <p14:sldId id="261"/>
            <p14:sldId id="2147483641"/>
            <p14:sldId id="270"/>
            <p14:sldId id="271"/>
            <p14:sldId id="257"/>
            <p14:sldId id="2147482861"/>
          </p14:sldIdLst>
        </p14:section>
        <p14:section name="Graveyard" id="{6A0FE7CB-C75F-47F8-8DB4-A309BCF33C4C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054E2A-988F-FF15-C981-8B792429B072}" name="DAWN M PETTENGILL" initials="DP" userId="S::DAWN.PETTENGILL@cmsenergy.com::6c3e7221-c014-41df-9963-eb44707bad46" providerId="AD"/>
  <p188:author id="{DE9ACA47-3EA9-04A0-C6C5-013CFC6955FC}" name="Jose Diaz" initials="JD" userId="S::jose.diaz@cmsenergy.com::517cb5ef-6fb8-49bc-8303-535c95eee28f" providerId="AD"/>
  <p188:author id="{63114D57-0809-584E-AAB2-61DBCC96837E}" name="Shibu Devapalan Prabha" initials="SD" userId="S::Shibu.DevapalanPrabha@cmsenergy.com::183e8b0d-c241-4499-bcd3-c8d01511828f" providerId="AD"/>
  <p188:author id="{F71F5868-14A0-AE0D-85D4-64A03FE904D8}" name="Taylor Ilov" initials="" userId="S::Taylor.Ilov@ibm.com::43dc5e75-7824-4f8d-a1aa-508c4d2ae3d7" providerId="AD"/>
  <p188:author id="{213F0180-4E89-B86B-F6E1-E03B7518BAE5}" name="Taylor Ilov" initials="TI" userId="S::taylor.ilov@ibm.com::43dc5e75-7824-4f8d-a1aa-508c4d2ae3d7" providerId="AD"/>
  <p188:author id="{55932883-5CB1-84AB-7BEE-79D4FF9FD896}" name="DAWN M PETTENGILL" initials="DP" userId="S::dawn.pettengill@cmsenergy.com::6c3e7221-c014-41df-9963-eb44707bad46" providerId="AD"/>
  <p188:author id="{E0F43C9C-6832-B916-1774-3259A96AF8AE}" name="TARAH A WILSON" initials="TW" userId="S::tarah.wilson@cmsenergy.com::0e9dfbcc-f770-45ed-b786-50574abd7039" providerId="AD"/>
  <p188:author id="{06E22CA2-C0F8-AC46-CA2A-3E2B1B6644D3}" name="Taylor Ilov" initials="TI" userId="S::taylor.ilov@cmsenergy.com::b3e8fa34-e639-4d12-a6dc-5e3032b39fb7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35A72-E9CD-CB10-47E8-38CC4FBE8B68}" v="123" dt="2026-06-22T21:26:58.907"/>
    <p1510:client id="{B49F93AA-30B2-4418-BB28-ECF4235D9B6D}" v="593" dt="2026-06-22T20:40:13.264"/>
    <p1510:client id="{D54AD515-BDB4-285A-1243-78CF12CE573D}" v="65" dt="2026-06-22T21:40:08.680"/>
    <p1510:client id="{EEB16FAB-89C2-E082-5D1E-32E5CD0297D2}" v="2" dt="2026-06-22T11:23:27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Ilov" userId="S::taylor.ilov@cmsenergy.com::b3e8fa34-e639-4d12-a6dc-5e3032b39fb7" providerId="AD" clId="Web-{F72D50F6-0306-2153-0590-0F1A49D3974E}"/>
    <pc:docChg chg="modSld">
      <pc:chgData name="Taylor Ilov" userId="S::taylor.ilov@cmsenergy.com::b3e8fa34-e639-4d12-a6dc-5e3032b39fb7" providerId="AD" clId="Web-{F72D50F6-0306-2153-0590-0F1A49D3974E}" dt="2026-06-01T18:01:45.014" v="62" actId="20577"/>
      <pc:docMkLst>
        <pc:docMk/>
      </pc:docMkLst>
      <pc:sldChg chg="modSp">
        <pc:chgData name="Taylor Ilov" userId="S::taylor.ilov@cmsenergy.com::b3e8fa34-e639-4d12-a6dc-5e3032b39fb7" providerId="AD" clId="Web-{F72D50F6-0306-2153-0590-0F1A49D3974E}" dt="2026-06-01T18:01:04.466" v="59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F72D50F6-0306-2153-0590-0F1A49D3974E}" dt="2026-06-01T18:01:04.466" v="59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addSp modSp">
        <pc:chgData name="Taylor Ilov" userId="S::taylor.ilov@cmsenergy.com::b3e8fa34-e639-4d12-a6dc-5e3032b39fb7" providerId="AD" clId="Web-{F72D50F6-0306-2153-0590-0F1A49D3974E}" dt="2026-06-01T18:00:52.543" v="52"/>
        <pc:sldMkLst>
          <pc:docMk/>
          <pc:sldMk cId="3692638522" sldId="280"/>
        </pc:sldMkLst>
        <pc:graphicFrameChg chg="add mod">
          <ac:chgData name="Taylor Ilov" userId="S::taylor.ilov@cmsenergy.com::b3e8fa34-e639-4d12-a6dc-5e3032b39fb7" providerId="AD" clId="Web-{F72D50F6-0306-2153-0590-0F1A49D3974E}" dt="2026-06-01T18:00:42.214" v="2" actId="1076"/>
          <ac:graphicFrameMkLst>
            <pc:docMk/>
            <pc:sldMk cId="3692638522" sldId="280"/>
            <ac:graphicFrameMk id="4" creationId="{70CDFE92-90B4-12BE-C832-4302641FD08F}"/>
          </ac:graphicFrameMkLst>
        </pc:graphicFrameChg>
        <pc:graphicFrameChg chg="mod modGraphic">
          <ac:chgData name="Taylor Ilov" userId="S::taylor.ilov@cmsenergy.com::b3e8fa34-e639-4d12-a6dc-5e3032b39fb7" providerId="AD" clId="Web-{F72D50F6-0306-2153-0590-0F1A49D3974E}" dt="2026-06-01T18:00:52.543" v="52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F72D50F6-0306-2153-0590-0F1A49D3974E}" dt="2026-06-01T18:01:02.090" v="58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F72D50F6-0306-2153-0590-0F1A49D3974E}" dt="2026-06-01T18:01:02.090" v="58" actId="20577"/>
          <ac:spMkLst>
            <pc:docMk/>
            <pc:sldMk cId="12600196" sldId="281"/>
            <ac:spMk id="7" creationId="{EB98184E-2065-B50A-5DE8-04BEA6B96B3C}"/>
          </ac:spMkLst>
        </pc:spChg>
      </pc:sldChg>
    </pc:docChg>
  </pc:docChgLst>
  <pc:docChgLst>
    <pc:chgData name="Taylor Ilov" userId="S::taylor.ilov@cmsenergy.com::b3e8fa34-e639-4d12-a6dc-5e3032b39fb7" providerId="AD" clId="Web-{210A9902-F20C-6A31-AFE2-3845EE1D1744}"/>
    <pc:docChg chg="delSld modSld sldOrd modSection">
      <pc:chgData name="Taylor Ilov" userId="S::taylor.ilov@cmsenergy.com::b3e8fa34-e639-4d12-a6dc-5e3032b39fb7" providerId="AD" clId="Web-{210A9902-F20C-6A31-AFE2-3845EE1D1744}" dt="2026-06-01T15:48:34.904" v="589" actId="20577"/>
      <pc:docMkLst>
        <pc:docMk/>
      </pc:docMkLst>
      <pc:sldChg chg="modSp">
        <pc:chgData name="Taylor Ilov" userId="S::taylor.ilov@cmsenergy.com::b3e8fa34-e639-4d12-a6dc-5e3032b39fb7" providerId="AD" clId="Web-{210A9902-F20C-6A31-AFE2-3845EE1D1744}" dt="2026-06-01T15:44:38.615" v="371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210A9902-F20C-6A31-AFE2-3845EE1D1744}" dt="2026-06-01T15:44:38.615" v="371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9.068" v="368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210A9902-F20C-6A31-AFE2-3845EE1D1744}" dt="2026-06-01T15:44:29.068" v="368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27:10.511" v="8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210A9902-F20C-6A31-AFE2-3845EE1D1744}" dt="2026-06-01T15:27:10.511" v="8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32.271" v="369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210A9902-F20C-6A31-AFE2-3845EE1D1744}" dt="2026-06-01T15:44:32.271" v="369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210A9902-F20C-6A31-AFE2-3845EE1D1744}" dt="2026-06-01T15:48:34.904" v="589" actId="20577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210A9902-F20C-6A31-AFE2-3845EE1D1744}" dt="2026-06-01T15:48:34.904" v="589" actId="20577"/>
          <ac:spMkLst>
            <pc:docMk/>
            <pc:sldMk cId="2218206800" sldId="271"/>
            <ac:spMk id="2" creationId="{FADA383F-4927-0444-587E-4284181D7C5E}"/>
          </ac:spMkLst>
        </pc:spChg>
        <pc:graphicFrameChg chg="mod modGraphic">
          <ac:chgData name="Taylor Ilov" userId="S::taylor.ilov@cmsenergy.com::b3e8fa34-e639-4d12-a6dc-5e3032b39fb7" providerId="AD" clId="Web-{210A9902-F20C-6A31-AFE2-3845EE1D1744}" dt="2026-06-01T15:48:02.372" v="569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4:20.990" v="36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210A9902-F20C-6A31-AFE2-3845EE1D1744}" dt="2026-06-01T15:44:20.990" v="36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2:48.595" v="293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210A9902-F20C-6A31-AFE2-3845EE1D1744}" dt="2026-06-01T15:42:48.595" v="29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210A9902-F20C-6A31-AFE2-3845EE1D1744}" dt="2026-06-01T15:42:31.438" v="277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210A9902-F20C-6A31-AFE2-3845EE1D1744}" dt="2026-06-01T15:42:26.047" v="276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4:11.849" v="355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210A9902-F20C-6A31-AFE2-3845EE1D1744}" dt="2026-06-01T15:44:11.849" v="355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ord">
        <pc:chgData name="Taylor Ilov" userId="S::taylor.ilov@cmsenergy.com::b3e8fa34-e639-4d12-a6dc-5e3032b39fb7" providerId="AD" clId="Web-{210A9902-F20C-6A31-AFE2-3845EE1D1744}" dt="2026-06-01T15:44:16.317" v="356"/>
        <pc:sldMkLst>
          <pc:docMk/>
          <pc:sldMk cId="1963681403" sldId="291"/>
        </pc:sldMkLst>
      </pc:sldChg>
      <pc:sldChg chg="modSp">
        <pc:chgData name="Taylor Ilov" userId="S::taylor.ilov@cmsenergy.com::b3e8fa34-e639-4d12-a6dc-5e3032b39fb7" providerId="AD" clId="Web-{210A9902-F20C-6A31-AFE2-3845EE1D1744}" dt="2026-06-01T15:39:06.018" v="40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210A9902-F20C-6A31-AFE2-3845EE1D1744}" dt="2026-06-01T15:38:59.158" v="3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210A9902-F20C-6A31-AFE2-3845EE1D1744}" dt="2026-06-01T15:39:06.018" v="40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6:30.776" v="422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210A9902-F20C-6A31-AFE2-3845EE1D1744}" dt="2026-06-01T15:46:30.776" v="422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5.740" v="367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210A9902-F20C-6A31-AFE2-3845EE1D1744}" dt="2026-06-01T15:44:25.740" v="367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ylor Ilov" userId="S::taylor.ilov@cmsenergy.com::b3e8fa34-e639-4d12-a6dc-5e3032b39fb7" providerId="AD" clId="Web-{51735A72-E9CD-CB10-47E8-38CC4FBE8B68}"/>
    <pc:docChg chg="delSld modSld modSection">
      <pc:chgData name="Taylor Ilov" userId="S::taylor.ilov@cmsenergy.com::b3e8fa34-e639-4d12-a6dc-5e3032b39fb7" providerId="AD" clId="Web-{51735A72-E9CD-CB10-47E8-38CC4FBE8B68}" dt="2026-06-22T21:26:58.907" v="83" actId="20577"/>
      <pc:docMkLst>
        <pc:docMk/>
      </pc:docMkLst>
      <pc:sldChg chg="del">
        <pc:chgData name="Taylor Ilov" userId="S::taylor.ilov@cmsenergy.com::b3e8fa34-e639-4d12-a6dc-5e3032b39fb7" providerId="AD" clId="Web-{51735A72-E9CD-CB10-47E8-38CC4FBE8B68}" dt="2026-06-22T20:29:39.917" v="32"/>
        <pc:sldMkLst>
          <pc:docMk/>
          <pc:sldMk cId="2052507368" sldId="256"/>
        </pc:sldMkLst>
      </pc:sldChg>
      <pc:sldChg chg="modSp">
        <pc:chgData name="Taylor Ilov" userId="S::taylor.ilov@cmsenergy.com::b3e8fa34-e639-4d12-a6dc-5e3032b39fb7" providerId="AD" clId="Web-{51735A72-E9CD-CB10-47E8-38CC4FBE8B68}" dt="2026-06-22T20:30:19.684" v="3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51735A72-E9CD-CB10-47E8-38CC4FBE8B68}" dt="2026-06-22T20:30:19.684" v="3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del">
        <pc:chgData name="Taylor Ilov" userId="S::taylor.ilov@cmsenergy.com::b3e8fa34-e639-4d12-a6dc-5e3032b39fb7" providerId="AD" clId="Web-{51735A72-E9CD-CB10-47E8-38CC4FBE8B68}" dt="2026-06-22T20:29:39.917" v="31"/>
        <pc:sldMkLst>
          <pc:docMk/>
          <pc:sldMk cId="3258273975" sldId="262"/>
        </pc:sldMkLst>
      </pc:sldChg>
      <pc:sldChg chg="del">
        <pc:chgData name="Taylor Ilov" userId="S::taylor.ilov@cmsenergy.com::b3e8fa34-e639-4d12-a6dc-5e3032b39fb7" providerId="AD" clId="Web-{51735A72-E9CD-CB10-47E8-38CC4FBE8B68}" dt="2026-06-22T20:29:37.136" v="30"/>
        <pc:sldMkLst>
          <pc:docMk/>
          <pc:sldMk cId="3351640754" sldId="273"/>
        </pc:sldMkLst>
      </pc:sldChg>
      <pc:sldChg chg="mod modShow">
        <pc:chgData name="Taylor Ilov" userId="S::taylor.ilov@cmsenergy.com::b3e8fa34-e639-4d12-a6dc-5e3032b39fb7" providerId="AD" clId="Web-{51735A72-E9CD-CB10-47E8-38CC4FBE8B68}" dt="2026-06-22T20:31:49.999" v="41"/>
        <pc:sldMkLst>
          <pc:docMk/>
          <pc:sldMk cId="2542367511" sldId="277"/>
        </pc:sldMkLst>
      </pc:sldChg>
      <pc:sldChg chg="modSp">
        <pc:chgData name="Taylor Ilov" userId="S::taylor.ilov@cmsenergy.com::b3e8fa34-e639-4d12-a6dc-5e3032b39fb7" providerId="AD" clId="Web-{51735A72-E9CD-CB10-47E8-38CC4FBE8B68}" dt="2026-06-22T20:28:52.385" v="24"/>
        <pc:sldMkLst>
          <pc:docMk/>
          <pc:sldMk cId="3692638522" sldId="280"/>
        </pc:sldMkLst>
        <pc:graphicFrameChg chg="mod modGraphic">
          <ac:chgData name="Taylor Ilov" userId="S::taylor.ilov@cmsenergy.com::b3e8fa34-e639-4d12-a6dc-5e3032b39fb7" providerId="AD" clId="Web-{51735A72-E9CD-CB10-47E8-38CC4FBE8B68}" dt="2026-06-22T20:28:52.385" v="24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 modShow">
        <pc:chgData name="Taylor Ilov" userId="S::taylor.ilov@cmsenergy.com::b3e8fa34-e639-4d12-a6dc-5e3032b39fb7" providerId="AD" clId="Web-{51735A72-E9CD-CB10-47E8-38CC4FBE8B68}" dt="2026-06-22T20:31:49.859" v="40"/>
        <pc:sldMkLst>
          <pc:docMk/>
          <pc:sldMk cId="12600196" sldId="281"/>
        </pc:sldMkLst>
      </pc:sldChg>
      <pc:sldChg chg="delSp modSp">
        <pc:chgData name="Taylor Ilov" userId="S::taylor.ilov@cmsenergy.com::b3e8fa34-e639-4d12-a6dc-5e3032b39fb7" providerId="AD" clId="Web-{51735A72-E9CD-CB10-47E8-38CC4FBE8B68}" dt="2026-06-22T21:26:58.907" v="83" actId="20577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51735A72-E9CD-CB10-47E8-38CC4FBE8B68}" dt="2026-06-22T20:29:59.965" v="37" actId="1076"/>
          <ac:spMkLst>
            <pc:docMk/>
            <pc:sldMk cId="429306594" sldId="2147483632"/>
            <ac:spMk id="2" creationId="{440C7EC6-DBBB-DA51-BFFF-8CA5BC63AD30}"/>
          </ac:spMkLst>
        </pc:spChg>
        <pc:spChg chg="del">
          <ac:chgData name="Taylor Ilov" userId="S::taylor.ilov@cmsenergy.com::b3e8fa34-e639-4d12-a6dc-5e3032b39fb7" providerId="AD" clId="Web-{51735A72-E9CD-CB10-47E8-38CC4FBE8B68}" dt="2026-06-22T20:26:09.005" v="0"/>
          <ac:spMkLst>
            <pc:docMk/>
            <pc:sldMk cId="429306594" sldId="2147483632"/>
            <ac:spMk id="3" creationId="{0C6FF333-408A-91A2-7176-E20767459EB7}"/>
          </ac:spMkLst>
        </pc:spChg>
        <pc:spChg chg="del">
          <ac:chgData name="Taylor Ilov" userId="S::taylor.ilov@cmsenergy.com::b3e8fa34-e639-4d12-a6dc-5e3032b39fb7" providerId="AD" clId="Web-{51735A72-E9CD-CB10-47E8-38CC4FBE8B68}" dt="2026-06-22T20:29:54.465" v="36"/>
          <ac:spMkLst>
            <pc:docMk/>
            <pc:sldMk cId="429306594" sldId="2147483632"/>
            <ac:spMk id="5" creationId="{190299F6-71FD-C862-BBAE-0A1B505E3A82}"/>
          </ac:spMkLst>
        </pc:spChg>
        <pc:spChg chg="mod">
          <ac:chgData name="Taylor Ilov" userId="S::taylor.ilov@cmsenergy.com::b3e8fa34-e639-4d12-a6dc-5e3032b39fb7" providerId="AD" clId="Web-{51735A72-E9CD-CB10-47E8-38CC4FBE8B68}" dt="2026-06-22T21:26:58.907" v="83" actId="20577"/>
          <ac:spMkLst>
            <pc:docMk/>
            <pc:sldMk cId="429306594" sldId="2147483632"/>
            <ac:spMk id="14" creationId="{1A3158E1-7695-0C81-4A14-28927869505A}"/>
          </ac:spMkLst>
        </pc:spChg>
        <pc:cxnChg chg="del mod">
          <ac:chgData name="Taylor Ilov" userId="S::taylor.ilov@cmsenergy.com::b3e8fa34-e639-4d12-a6dc-5e3032b39fb7" providerId="AD" clId="Web-{51735A72-E9CD-CB10-47E8-38CC4FBE8B68}" dt="2026-06-22T20:29:54.465" v="35"/>
          <ac:cxnSpMkLst>
            <pc:docMk/>
            <pc:sldMk cId="429306594" sldId="2147483632"/>
            <ac:cxnSpMk id="13" creationId="{3120E3D8-22F4-C94C-6FC1-F097D9CDE7B1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47.351" v="20" actId="1076"/>
          <ac:cxnSpMkLst>
            <pc:docMk/>
            <pc:sldMk cId="429306594" sldId="2147483632"/>
            <ac:cxnSpMk id="16" creationId="{28733F61-66C7-18F4-6938-676D88C48CC5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44.554" v="19" actId="1076"/>
          <ac:cxnSpMkLst>
            <pc:docMk/>
            <pc:sldMk cId="429306594" sldId="2147483632"/>
            <ac:cxnSpMk id="17" creationId="{23CE3659-5291-DEDD-2F76-4488BBA28AFA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38.836" v="16" actId="1076"/>
          <ac:cxnSpMkLst>
            <pc:docMk/>
            <pc:sldMk cId="429306594" sldId="2147483632"/>
            <ac:cxnSpMk id="23" creationId="{4C43B979-0628-FFA5-3D81-2A6A3E21E52F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40.757" v="17" actId="1076"/>
          <ac:cxnSpMkLst>
            <pc:docMk/>
            <pc:sldMk cId="429306594" sldId="2147483632"/>
            <ac:cxnSpMk id="25" creationId="{95DD4D7D-C580-3745-9E64-E7C176966FB6}"/>
          </ac:cxnSpMkLst>
        </pc:cxnChg>
        <pc:cxnChg chg="mod">
          <ac:chgData name="Taylor Ilov" userId="S::taylor.ilov@cmsenergy.com::b3e8fa34-e639-4d12-a6dc-5e3032b39fb7" providerId="AD" clId="Web-{51735A72-E9CD-CB10-47E8-38CC4FBE8B68}" dt="2026-06-22T20:27:42.492" v="18" actId="1076"/>
          <ac:cxnSpMkLst>
            <pc:docMk/>
            <pc:sldMk cId="429306594" sldId="2147483632"/>
            <ac:cxnSpMk id="151" creationId="{3F14BB83-26F6-F81B-257F-AB1BDE8BC505}"/>
          </ac:cxnSpMkLst>
        </pc:cxnChg>
      </pc:sldChg>
      <pc:sldChg chg="del mod modShow">
        <pc:chgData name="Taylor Ilov" userId="S::taylor.ilov@cmsenergy.com::b3e8fa34-e639-4d12-a6dc-5e3032b39fb7" providerId="AD" clId="Web-{51735A72-E9CD-CB10-47E8-38CC4FBE8B68}" dt="2026-06-22T20:29:24.182" v="26"/>
        <pc:sldMkLst>
          <pc:docMk/>
          <pc:sldMk cId="1929058891" sldId="2147483639"/>
        </pc:sldMkLst>
      </pc:sldChg>
      <pc:sldChg chg="mod modShow">
        <pc:chgData name="Taylor Ilov" userId="S::taylor.ilov@cmsenergy.com::b3e8fa34-e639-4d12-a6dc-5e3032b39fb7" providerId="AD" clId="Web-{51735A72-E9CD-CB10-47E8-38CC4FBE8B68}" dt="2026-06-22T20:31:53.921" v="42"/>
        <pc:sldMkLst>
          <pc:docMk/>
          <pc:sldMk cId="309092209" sldId="2147483642"/>
        </pc:sldMkLst>
      </pc:sldChg>
    </pc:docChg>
  </pc:docChgLst>
  <pc:docChgLst>
    <pc:chgData name="Taylor Ilov" userId="S::taylor.ilov@cmsenergy.com::b3e8fa34-e639-4d12-a6dc-5e3032b39fb7" providerId="AD" clId="Web-{4FCA1464-E9D2-C664-E200-464425C53939}"/>
    <pc:docChg chg="modSld">
      <pc:chgData name="Taylor Ilov" userId="S::taylor.ilov@cmsenergy.com::b3e8fa34-e639-4d12-a6dc-5e3032b39fb7" providerId="AD" clId="Web-{4FCA1464-E9D2-C664-E200-464425C53939}" dt="2026-06-15T03:37:24.463" v="64" actId="20577"/>
      <pc:docMkLst>
        <pc:docMk/>
      </pc:docMkLst>
    </pc:docChg>
  </pc:docChgLst>
  <pc:docChgLst>
    <pc:chgData name="TARAH A WILSON" userId="S::tarah.wilson@cmsenergy.com::0e9dfbcc-f770-45ed-b786-50574abd7039" providerId="AD" clId="Web-{EEB16FAB-89C2-E082-5D1E-32E5CD0297D2}"/>
    <pc:docChg chg="mod">
      <pc:chgData name="TARAH A WILSON" userId="S::tarah.wilson@cmsenergy.com::0e9dfbcc-f770-45ed-b786-50574abd7039" providerId="AD" clId="Web-{EEB16FAB-89C2-E082-5D1E-32E5CD0297D2}" dt="2026-06-22T11:23:27.401" v="0"/>
      <pc:docMkLst>
        <pc:docMk/>
      </pc:docMkLst>
    </pc:docChg>
  </pc:docChgLst>
  <pc:docChgLst>
    <pc:chgData name="Jose Diaz" userId="S::jose.diaz@cmsenergy.com::517cb5ef-6fb8-49bc-8303-535c95eee28f" providerId="AD" clId="Web-{A4692085-25FF-CDFF-3416-76D8F4CE8BAF}"/>
    <pc:docChg chg="addSld modSld sldOrd modSection">
      <pc:chgData name="Jose Diaz" userId="S::jose.diaz@cmsenergy.com::517cb5ef-6fb8-49bc-8303-535c95eee28f" providerId="AD" clId="Web-{A4692085-25FF-CDFF-3416-76D8F4CE8BAF}" dt="2026-06-21T14:34:11.143" v="14"/>
      <pc:docMkLst>
        <pc:docMk/>
      </pc:docMkLst>
      <pc:sldChg chg="ord">
        <pc:chgData name="Jose Diaz" userId="S::jose.diaz@cmsenergy.com::517cb5ef-6fb8-49bc-8303-535c95eee28f" providerId="AD" clId="Web-{A4692085-25FF-CDFF-3416-76D8F4CE8BAF}" dt="2026-06-21T14:29:42.719" v="0"/>
        <pc:sldMkLst>
          <pc:docMk/>
          <pc:sldMk cId="3692638522" sldId="280"/>
        </pc:sldMkLst>
      </pc:sldChg>
      <pc:sldChg chg="delSp modSp add ord replId">
        <pc:chgData name="Jose Diaz" userId="S::jose.diaz@cmsenergy.com::517cb5ef-6fb8-49bc-8303-535c95eee28f" providerId="AD" clId="Web-{A4692085-25FF-CDFF-3416-76D8F4CE8BAF}" dt="2026-06-21T14:34:11.143" v="14"/>
        <pc:sldMkLst>
          <pc:docMk/>
          <pc:sldMk cId="3226315002" sldId="2147483643"/>
        </pc:sldMkLst>
        <pc:spChg chg="mod">
          <ac:chgData name="Jose Diaz" userId="S::jose.diaz@cmsenergy.com::517cb5ef-6fb8-49bc-8303-535c95eee28f" providerId="AD" clId="Web-{A4692085-25FF-CDFF-3416-76D8F4CE8BAF}" dt="2026-06-21T14:30:05.813" v="10" actId="20577"/>
          <ac:spMkLst>
            <pc:docMk/>
            <pc:sldMk cId="3226315002" sldId="2147483643"/>
            <ac:spMk id="2" creationId="{2F4E4BA4-2813-F796-A6AB-2A454B08E387}"/>
          </ac:spMkLst>
        </pc:spChg>
        <pc:spChg chg="del">
          <ac:chgData name="Jose Diaz" userId="S::jose.diaz@cmsenergy.com::517cb5ef-6fb8-49bc-8303-535c95eee28f" providerId="AD" clId="Web-{A4692085-25FF-CDFF-3416-76D8F4CE8BAF}" dt="2026-06-21T14:30:15.579" v="12"/>
          <ac:spMkLst>
            <pc:docMk/>
            <pc:sldMk cId="3226315002" sldId="2147483643"/>
            <ac:spMk id="3" creationId="{C2DEA058-FCC3-2F36-646E-AA161B16E588}"/>
          </ac:spMkLst>
        </pc:spChg>
        <pc:spChg chg="del">
          <ac:chgData name="Jose Diaz" userId="S::jose.diaz@cmsenergy.com::517cb5ef-6fb8-49bc-8303-535c95eee28f" providerId="AD" clId="Web-{A4692085-25FF-CDFF-3416-76D8F4CE8BAF}" dt="2026-06-21T14:30:15.579" v="13"/>
          <ac:spMkLst>
            <pc:docMk/>
            <pc:sldMk cId="3226315002" sldId="2147483643"/>
            <ac:spMk id="8" creationId="{E71ACE0F-4740-01FE-27E4-530BAEA48E33}"/>
          </ac:spMkLst>
        </pc:spChg>
        <pc:graphicFrameChg chg="del">
          <ac:chgData name="Jose Diaz" userId="S::jose.diaz@cmsenergy.com::517cb5ef-6fb8-49bc-8303-535c95eee28f" providerId="AD" clId="Web-{A4692085-25FF-CDFF-3416-76D8F4CE8BAF}" dt="2026-06-21T14:34:11.143" v="14"/>
          <ac:graphicFrameMkLst>
            <pc:docMk/>
            <pc:sldMk cId="3226315002" sldId="2147483643"/>
            <ac:graphicFrameMk id="4" creationId="{4079519C-EDDF-4B7F-F6B6-5F33AFC88E79}"/>
          </ac:graphicFrameMkLst>
        </pc:graphicFrameChg>
        <pc:graphicFrameChg chg="del">
          <ac:chgData name="Jose Diaz" userId="S::jose.diaz@cmsenergy.com::517cb5ef-6fb8-49bc-8303-535c95eee28f" providerId="AD" clId="Web-{A4692085-25FF-CDFF-3416-76D8F4CE8BAF}" dt="2026-06-21T14:30:11.454" v="11"/>
          <ac:graphicFrameMkLst>
            <pc:docMk/>
            <pc:sldMk cId="3226315002" sldId="2147483643"/>
            <ac:graphicFrameMk id="11" creationId="{6D9C8A65-FB04-C5A9-7690-87CE1187EC02}"/>
          </ac:graphicFrameMkLst>
        </pc:graphicFrameChg>
      </pc:sldChg>
    </pc:docChg>
  </pc:docChgLst>
  <pc:docChgLst>
    <pc:chgData name="Taylor Ilov" userId="S::taylor.ilov@cmsenergy.com::b3e8fa34-e639-4d12-a6dc-5e3032b39fb7" providerId="AD" clId="Web-{0A44A006-A03F-3576-136B-44C7BA3AE361}"/>
    <pc:docChg chg="modSld">
      <pc:chgData name="Taylor Ilov" userId="S::taylor.ilov@cmsenergy.com::b3e8fa34-e639-4d12-a6dc-5e3032b39fb7" providerId="AD" clId="Web-{0A44A006-A03F-3576-136B-44C7BA3AE361}" dt="2026-05-23T11:32:35.359" v="0"/>
      <pc:docMkLst>
        <pc:docMk/>
      </pc:docMkLst>
      <pc:sldChg chg="delSp">
        <pc:chgData name="Taylor Ilov" userId="S::taylor.ilov@cmsenergy.com::b3e8fa34-e639-4d12-a6dc-5e3032b39fb7" providerId="AD" clId="Web-{0A44A006-A03F-3576-136B-44C7BA3AE361}" dt="2026-05-23T11:32:35.359" v="0"/>
        <pc:sldMkLst>
          <pc:docMk/>
          <pc:sldMk cId="3852294437" sldId="268"/>
        </pc:sldMkLst>
      </pc:sldChg>
    </pc:docChg>
  </pc:docChgLst>
  <pc:docChgLst>
    <pc:chgData name="Taylor Ilov" userId="S::taylor.ilov@cmsenergy.com::b3e8fa34-e639-4d12-a6dc-5e3032b39fb7" providerId="AD" clId="Web-{D54AD515-BDB4-285A-1243-78CF12CE573D}"/>
    <pc:docChg chg="addSld delSld modSld sldOrd modSection">
      <pc:chgData name="Taylor Ilov" userId="S::taylor.ilov@cmsenergy.com::b3e8fa34-e639-4d12-a6dc-5e3032b39fb7" providerId="AD" clId="Web-{D54AD515-BDB4-285A-1243-78CF12CE573D}" dt="2026-06-22T21:40:08.680" v="61" actId="20577"/>
      <pc:docMkLst>
        <pc:docMk/>
      </pc:docMkLst>
      <pc:sldChg chg="modSp">
        <pc:chgData name="Taylor Ilov" userId="S::taylor.ilov@cmsenergy.com::b3e8fa34-e639-4d12-a6dc-5e3032b39fb7" providerId="AD" clId="Web-{D54AD515-BDB4-285A-1243-78CF12CE573D}" dt="2026-06-22T21:39:48.585" v="5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D54AD515-BDB4-285A-1243-78CF12CE573D}" dt="2026-06-22T21:39:48.585" v="5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del">
        <pc:chgData name="Taylor Ilov" userId="S::taylor.ilov@cmsenergy.com::b3e8fa34-e639-4d12-a6dc-5e3032b39fb7" providerId="AD" clId="Web-{D54AD515-BDB4-285A-1243-78CF12CE573D}" dt="2026-06-22T21:36:19.030" v="0"/>
        <pc:sldMkLst>
          <pc:docMk/>
          <pc:sldMk cId="2828065825" sldId="258"/>
        </pc:sldMkLst>
      </pc:sldChg>
      <pc:sldChg chg="del">
        <pc:chgData name="Taylor Ilov" userId="S::taylor.ilov@cmsenergy.com::b3e8fa34-e639-4d12-a6dc-5e3032b39fb7" providerId="AD" clId="Web-{D54AD515-BDB4-285A-1243-78CF12CE573D}" dt="2026-06-22T21:36:37.937" v="7"/>
        <pc:sldMkLst>
          <pc:docMk/>
          <pc:sldMk cId="938235850" sldId="259"/>
        </pc:sldMkLst>
      </pc:sldChg>
      <pc:sldChg chg="del">
        <pc:chgData name="Taylor Ilov" userId="S::taylor.ilov@cmsenergy.com::b3e8fa34-e639-4d12-a6dc-5e3032b39fb7" providerId="AD" clId="Web-{D54AD515-BDB4-285A-1243-78CF12CE573D}" dt="2026-06-22T21:36:35.780" v="5"/>
        <pc:sldMkLst>
          <pc:docMk/>
          <pc:sldMk cId="2697584092" sldId="260"/>
        </pc:sldMkLst>
      </pc:sldChg>
      <pc:sldChg chg="modSp">
        <pc:chgData name="Taylor Ilov" userId="S::taylor.ilov@cmsenergy.com::b3e8fa34-e639-4d12-a6dc-5e3032b39fb7" providerId="AD" clId="Web-{D54AD515-BDB4-285A-1243-78CF12CE573D}" dt="2026-06-22T21:39:40.351" v="57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D54AD515-BDB4-285A-1243-78CF12CE573D}" dt="2026-06-22T21:39:40.351" v="57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del">
        <pc:chgData name="Taylor Ilov" userId="S::taylor.ilov@cmsenergy.com::b3e8fa34-e639-4d12-a6dc-5e3032b39fb7" providerId="AD" clId="Web-{D54AD515-BDB4-285A-1243-78CF12CE573D}" dt="2026-06-22T21:36:36.780" v="6"/>
        <pc:sldMkLst>
          <pc:docMk/>
          <pc:sldMk cId="504906159" sldId="263"/>
        </pc:sldMkLst>
      </pc:sldChg>
      <pc:sldChg chg="modSp">
        <pc:chgData name="Taylor Ilov" userId="S::taylor.ilov@cmsenergy.com::b3e8fa34-e639-4d12-a6dc-5e3032b39fb7" providerId="AD" clId="Web-{D54AD515-BDB4-285A-1243-78CF12CE573D}" dt="2026-06-22T21:40:08.680" v="61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D54AD515-BDB4-285A-1243-78CF12CE573D}" dt="2026-06-22T21:40:08.680" v="61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D54AD515-BDB4-285A-1243-78CF12CE573D}" dt="2026-06-22T21:39:44.788" v="58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D54AD515-BDB4-285A-1243-78CF12CE573D}" dt="2026-06-22T21:39:44.788" v="58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modSp ord">
        <pc:chgData name="Taylor Ilov" userId="S::taylor.ilov@cmsenergy.com::b3e8fa34-e639-4d12-a6dc-5e3032b39fb7" providerId="AD" clId="Web-{D54AD515-BDB4-285A-1243-78CF12CE573D}" dt="2026-06-22T21:39:30.756" v="5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D54AD515-BDB4-285A-1243-78CF12CE573D}" dt="2026-06-22T21:39:30.756" v="5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 del">
        <pc:chgData name="Taylor Ilov" userId="S::taylor.ilov@cmsenergy.com::b3e8fa34-e639-4d12-a6dc-5e3032b39fb7" providerId="AD" clId="Web-{D54AD515-BDB4-285A-1243-78CF12CE573D}" dt="2026-06-22T21:39:07.287" v="51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D54AD515-BDB4-285A-1243-78CF12CE573D}" dt="2026-06-22T21:39:06.083" v="50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ord">
        <pc:chgData name="Taylor Ilov" userId="S::taylor.ilov@cmsenergy.com::b3e8fa34-e639-4d12-a6dc-5e3032b39fb7" providerId="AD" clId="Web-{D54AD515-BDB4-285A-1243-78CF12CE573D}" dt="2026-06-22T21:36:43.702" v="10"/>
        <pc:sldMkLst>
          <pc:docMk/>
          <pc:sldMk cId="1963681403" sldId="291"/>
        </pc:sldMkLst>
      </pc:sldChg>
      <pc:sldChg chg="addSp delSp modSp">
        <pc:chgData name="Taylor Ilov" userId="S::taylor.ilov@cmsenergy.com::b3e8fa34-e639-4d12-a6dc-5e3032b39fb7" providerId="AD" clId="Web-{D54AD515-BDB4-285A-1243-78CF12CE573D}" dt="2026-06-22T21:37:03.172" v="13"/>
        <pc:sldMkLst>
          <pc:docMk/>
          <pc:sldMk cId="1110191763" sldId="305"/>
        </pc:sldMkLst>
        <pc:spChg chg="add del mod">
          <ac:chgData name="Taylor Ilov" userId="S::taylor.ilov@cmsenergy.com::b3e8fa34-e639-4d12-a6dc-5e3032b39fb7" providerId="AD" clId="Web-{D54AD515-BDB4-285A-1243-78CF12CE573D}" dt="2026-06-22T21:37:03.172" v="13"/>
          <ac:spMkLst>
            <pc:docMk/>
            <pc:sldMk cId="1110191763" sldId="305"/>
            <ac:spMk id="3" creationId="{E82F8298-81AE-310D-B71E-081848A309D7}"/>
          </ac:spMkLst>
        </pc:spChg>
      </pc:sldChg>
      <pc:sldChg chg="delSp modSp add del">
        <pc:chgData name="Taylor Ilov" userId="S::taylor.ilov@cmsenergy.com::b3e8fa34-e639-4d12-a6dc-5e3032b39fb7" providerId="AD" clId="Web-{D54AD515-BDB4-285A-1243-78CF12CE573D}" dt="2026-06-22T21:38:38.535" v="48" actId="20577"/>
        <pc:sldMkLst>
          <pc:docMk/>
          <pc:sldMk cId="429306594" sldId="2147483632"/>
        </pc:sldMkLst>
        <pc:spChg chg="del mod">
          <ac:chgData name="Taylor Ilov" userId="S::taylor.ilov@cmsenergy.com::b3e8fa34-e639-4d12-a6dc-5e3032b39fb7" providerId="AD" clId="Web-{D54AD515-BDB4-285A-1243-78CF12CE573D}" dt="2026-06-22T21:37:53.159" v="34"/>
          <ac:spMkLst>
            <pc:docMk/>
            <pc:sldMk cId="429306594" sldId="2147483632"/>
            <ac:spMk id="2" creationId="{440C7EC6-DBBB-DA51-BFFF-8CA5BC63AD30}"/>
          </ac:spMkLst>
        </pc:spChg>
        <pc:spChg chg="mod">
          <ac:chgData name="Taylor Ilov" userId="S::taylor.ilov@cmsenergy.com::b3e8fa34-e639-4d12-a6dc-5e3032b39fb7" providerId="AD" clId="Web-{D54AD515-BDB4-285A-1243-78CF12CE573D}" dt="2026-06-22T21:37:46.471" v="25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D54AD515-BDB4-285A-1243-78CF12CE573D}" dt="2026-06-22T21:37:46.486" v="26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D54AD515-BDB4-285A-1243-78CF12CE573D}" dt="2026-06-22T21:37:46.502" v="27" actId="1076"/>
          <ac:spMkLst>
            <pc:docMk/>
            <pc:sldMk cId="429306594" sldId="2147483632"/>
            <ac:spMk id="9" creationId="{04ABBC89-EEC8-89D8-4B2B-F5F774610ECB}"/>
          </ac:spMkLst>
        </pc:spChg>
        <pc:spChg chg="mod">
          <ac:chgData name="Taylor Ilov" userId="S::taylor.ilov@cmsenergy.com::b3e8fa34-e639-4d12-a6dc-5e3032b39fb7" providerId="AD" clId="Web-{D54AD515-BDB4-285A-1243-78CF12CE573D}" dt="2026-06-22T21:37:51.690" v="31" actId="107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D54AD515-BDB4-285A-1243-78CF12CE573D}" dt="2026-06-22T21:38:38.535" v="48" actId="20577"/>
          <ac:spMkLst>
            <pc:docMk/>
            <pc:sldMk cId="429306594" sldId="2147483632"/>
            <ac:spMk id="14" creationId="{1A3158E1-7695-0C81-4A14-28927869505A}"/>
          </ac:spMkLst>
        </pc:spChg>
        <pc:spChg chg="mod">
          <ac:chgData name="Taylor Ilov" userId="S::taylor.ilov@cmsenergy.com::b3e8fa34-e639-4d12-a6dc-5e3032b39fb7" providerId="AD" clId="Web-{D54AD515-BDB4-285A-1243-78CF12CE573D}" dt="2026-06-22T21:37:51.705" v="32" actId="1076"/>
          <ac:spMkLst>
            <pc:docMk/>
            <pc:sldMk cId="429306594" sldId="2147483632"/>
            <ac:spMk id="20" creationId="{E37498B5-50A6-1993-F4E6-D125CEC4558D}"/>
          </ac:spMkLst>
        </pc:spChg>
        <pc:cxnChg chg="del">
          <ac:chgData name="Taylor Ilov" userId="S::taylor.ilov@cmsenergy.com::b3e8fa34-e639-4d12-a6dc-5e3032b39fb7" providerId="AD" clId="Web-{D54AD515-BDB4-285A-1243-78CF12CE573D}" dt="2026-06-22T21:37:53.159" v="33"/>
          <ac:cxnSpMkLst>
            <pc:docMk/>
            <pc:sldMk cId="429306594" sldId="2147483632"/>
            <ac:cxnSpMk id="16" creationId="{28733F61-66C7-18F4-6938-676D88C48CC5}"/>
          </ac:cxnSpMkLst>
        </pc:cxnChg>
        <pc:cxnChg chg="del">
          <ac:chgData name="Taylor Ilov" userId="S::taylor.ilov@cmsenergy.com::b3e8fa34-e639-4d12-a6dc-5e3032b39fb7" providerId="AD" clId="Web-{D54AD515-BDB4-285A-1243-78CF12CE573D}" dt="2026-06-22T21:37:53.159" v="35"/>
          <ac:cxnSpMkLst>
            <pc:docMk/>
            <pc:sldMk cId="429306594" sldId="2147483632"/>
            <ac:cxnSpMk id="17" creationId="{23CE3659-5291-DEDD-2F76-4488BBA28AFA}"/>
          </ac:cxnSpMkLst>
        </pc:cxnChg>
        <pc:cxnChg chg="mod">
          <ac:chgData name="Taylor Ilov" userId="S::taylor.ilov@cmsenergy.com::b3e8fa34-e639-4d12-a6dc-5e3032b39fb7" providerId="AD" clId="Web-{D54AD515-BDB4-285A-1243-78CF12CE573D}" dt="2026-06-22T21:38:00.878" v="37" actId="1076"/>
          <ac:cxnSpMkLst>
            <pc:docMk/>
            <pc:sldMk cId="429306594" sldId="2147483632"/>
            <ac:cxnSpMk id="151" creationId="{3F14BB83-26F6-F81B-257F-AB1BDE8BC505}"/>
          </ac:cxnSpMkLst>
        </pc:cxnChg>
      </pc:sldChg>
      <pc:sldChg chg="modSp">
        <pc:chgData name="Taylor Ilov" userId="S::taylor.ilov@cmsenergy.com::b3e8fa34-e639-4d12-a6dc-5e3032b39fb7" providerId="AD" clId="Web-{D54AD515-BDB4-285A-1243-78CF12CE573D}" dt="2026-06-22T21:39:37.991" v="56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D54AD515-BDB4-285A-1243-78CF12CE573D}" dt="2026-06-22T21:39:37.991" v="56" actId="20577"/>
          <ac:spMkLst>
            <pc:docMk/>
            <pc:sldMk cId="309092209" sldId="2147483642"/>
            <ac:spMk id="7" creationId="{4C70A362-5F9D-E986-8A1E-DFA31FDD6FB7}"/>
          </ac:spMkLst>
        </pc:spChg>
      </pc:sldChg>
      <pc:sldChg chg="del">
        <pc:chgData name="Taylor Ilov" userId="S::taylor.ilov@cmsenergy.com::b3e8fa34-e639-4d12-a6dc-5e3032b39fb7" providerId="AD" clId="Web-{D54AD515-BDB4-285A-1243-78CF12CE573D}" dt="2026-06-22T21:36:21.530" v="3"/>
        <pc:sldMkLst>
          <pc:docMk/>
          <pc:sldMk cId="3226315002" sldId="2147483643"/>
        </pc:sldMkLst>
      </pc:sldChg>
      <pc:sldChg chg="del">
        <pc:chgData name="Taylor Ilov" userId="S::taylor.ilov@cmsenergy.com::b3e8fa34-e639-4d12-a6dc-5e3032b39fb7" providerId="AD" clId="Web-{D54AD515-BDB4-285A-1243-78CF12CE573D}" dt="2026-06-22T21:36:20.311" v="2"/>
        <pc:sldMkLst>
          <pc:docMk/>
          <pc:sldMk cId="2007032002" sldId="2147483644"/>
        </pc:sldMkLst>
      </pc:sldChg>
      <pc:sldChg chg="del">
        <pc:chgData name="Taylor Ilov" userId="S::taylor.ilov@cmsenergy.com::b3e8fa34-e639-4d12-a6dc-5e3032b39fb7" providerId="AD" clId="Web-{D54AD515-BDB4-285A-1243-78CF12CE573D}" dt="2026-06-22T21:36:24.561" v="4"/>
        <pc:sldMkLst>
          <pc:docMk/>
          <pc:sldMk cId="1397014236" sldId="2147483645"/>
        </pc:sldMkLst>
      </pc:sldChg>
      <pc:sldChg chg="del">
        <pc:chgData name="Taylor Ilov" userId="S::taylor.ilov@cmsenergy.com::b3e8fa34-e639-4d12-a6dc-5e3032b39fb7" providerId="AD" clId="Web-{D54AD515-BDB4-285A-1243-78CF12CE573D}" dt="2026-06-22T21:36:38.640" v="8"/>
        <pc:sldMkLst>
          <pc:docMk/>
          <pc:sldMk cId="4160093216" sldId="2147483646"/>
        </pc:sldMkLst>
      </pc:sldChg>
      <pc:sldChg chg="del">
        <pc:chgData name="Taylor Ilov" userId="S::taylor.ilov@cmsenergy.com::b3e8fa34-e639-4d12-a6dc-5e3032b39fb7" providerId="AD" clId="Web-{D54AD515-BDB4-285A-1243-78CF12CE573D}" dt="2026-06-22T21:36:40.249" v="9"/>
        <pc:sldMkLst>
          <pc:docMk/>
          <pc:sldMk cId="2836484904" sldId="2147483647"/>
        </pc:sldMkLst>
      </pc:sldChg>
    </pc:docChg>
  </pc:docChgLst>
  <pc:docChgLst>
    <pc:chgData name="Jose Diaz" userId="S::jose.diaz@cmsenergy.com::517cb5ef-6fb8-49bc-8303-535c95eee28f" providerId="AD" clId="Web-{0BFEBDF3-A953-9ECD-3F19-B39A69B823B9}"/>
    <pc:docChg chg="addSld delSld modSld sldOrd modSection">
      <pc:chgData name="Jose Diaz" userId="S::jose.diaz@cmsenergy.com::517cb5ef-6fb8-49bc-8303-535c95eee28f" providerId="AD" clId="Web-{0BFEBDF3-A953-9ECD-3F19-B39A69B823B9}" dt="2026-05-23T21:13:25.658" v="386" actId="20577"/>
      <pc:docMkLst>
        <pc:docMk/>
      </pc:docMkLst>
    </pc:docChg>
  </pc:docChgLst>
  <pc:docChgLst>
    <pc:chgData name="DAWN M PETTENGILL" userId="6c3e7221-c014-41df-9963-eb44707bad46" providerId="ADAL" clId="{29FA3F86-359B-4B62-8DF6-5E1FAB534B2A}"/>
    <pc:docChg chg="custSel modSld">
      <pc:chgData name="DAWN M PETTENGILL" userId="6c3e7221-c014-41df-9963-eb44707bad46" providerId="ADAL" clId="{29FA3F86-359B-4B62-8DF6-5E1FAB534B2A}" dt="2026-05-29T17:57:02.330" v="94" actId="5793"/>
      <pc:docMkLst>
        <pc:docMk/>
      </pc:docMkLst>
      <pc:sldChg chg="modSp mod">
        <pc:chgData name="DAWN M PETTENGILL" userId="6c3e7221-c014-41df-9963-eb44707bad46" providerId="ADAL" clId="{29FA3F86-359B-4B62-8DF6-5E1FAB534B2A}" dt="2026-05-29T17:57:02.330" v="94" actId="5793"/>
        <pc:sldMkLst>
          <pc:docMk/>
          <pc:sldMk cId="2218206800" sldId="271"/>
        </pc:sldMkLst>
        <pc:graphicFrameChg chg="mod modGraphic">
          <ac:chgData name="DAWN M PETTENGILL" userId="6c3e7221-c014-41df-9963-eb44707bad46" providerId="ADAL" clId="{29FA3F86-359B-4B62-8DF6-5E1FAB534B2A}" dt="2026-05-29T17:57:02.330" v="94" actId="5793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</pc:docChg>
  </pc:docChgLst>
  <pc:docChgLst>
    <pc:chgData name="Taylor Ilov" userId="S::taylor.ilov@cmsenergy.com::b3e8fa34-e639-4d12-a6dc-5e3032b39fb7" providerId="AD" clId="Web-{B23F50C1-F81E-DCA0-2696-560A2F5A8108}"/>
    <pc:docChg chg="addSld delSld modSld sldOrd modSection">
      <pc:chgData name="Taylor Ilov" userId="S::taylor.ilov@cmsenergy.com::b3e8fa34-e639-4d12-a6dc-5e3032b39fb7" providerId="AD" clId="Web-{B23F50C1-F81E-DCA0-2696-560A2F5A8108}" dt="2026-06-01T14:58:50.022" v="526"/>
      <pc:docMkLst>
        <pc:docMk/>
      </pc:docMkLst>
      <pc:sldChg chg="modSp">
        <pc:chgData name="Taylor Ilov" userId="S::taylor.ilov@cmsenergy.com::b3e8fa34-e639-4d12-a6dc-5e3032b39fb7" providerId="AD" clId="Web-{B23F50C1-F81E-DCA0-2696-560A2F5A8108}" dt="2026-06-01T14:24:22.545" v="44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B23F50C1-F81E-DCA0-2696-560A2F5A8108}" dt="2026-06-01T14:24:22.545" v="44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3:21:27.158" v="2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B23F50C1-F81E-DCA0-2696-560A2F5A8108}" dt="2026-06-01T13:21:27.158" v="2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B23F50C1-F81E-DCA0-2696-560A2F5A8108}" dt="2026-06-01T14:58:50.022" v="526"/>
        <pc:sldMkLst>
          <pc:docMk/>
          <pc:sldMk cId="2218206800" sldId="271"/>
        </pc:sldMkLst>
        <pc:graphicFrameChg chg="mod modGraphic">
          <ac:chgData name="Taylor Ilov" userId="S::taylor.ilov@cmsenergy.com::b3e8fa34-e639-4d12-a6dc-5e3032b39fb7" providerId="AD" clId="Web-{B23F50C1-F81E-DCA0-2696-560A2F5A8108}" dt="2026-06-01T14:58:35.506" v="524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4:20.787" v="40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B23F50C1-F81E-DCA0-2696-560A2F5A8108}" dt="2026-06-01T14:14:20.787" v="40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 add">
        <pc:chgData name="Taylor Ilov" userId="S::taylor.ilov@cmsenergy.com::b3e8fa34-e639-4d12-a6dc-5e3032b39fb7" providerId="AD" clId="Web-{B23F50C1-F81E-DCA0-2696-560A2F5A8108}" dt="2026-06-01T13:48:21.678" v="259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B23F50C1-F81E-DCA0-2696-560A2F5A8108}" dt="2026-06-01T13:47:52.426" v="24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7:28.066" v="234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B23F50C1-F81E-DCA0-2696-560A2F5A8108}" dt="2026-06-01T13:48:21.678" v="2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3:40.082" v="390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B23F50C1-F81E-DCA0-2696-560A2F5A8108}" dt="2026-06-01T14:13:40.082" v="390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add">
        <pc:chgData name="Taylor Ilov" userId="S::taylor.ilov@cmsenergy.com::b3e8fa34-e639-4d12-a6dc-5e3032b39fb7" providerId="AD" clId="Web-{B23F50C1-F81E-DCA0-2696-560A2F5A8108}" dt="2026-06-01T13:21:46.221" v="23"/>
        <pc:sldMkLst>
          <pc:docMk/>
          <pc:sldMk cId="1110191763" sldId="305"/>
        </pc:sldMkLst>
      </pc:sldChg>
      <pc:sldChg chg="modSp">
        <pc:chgData name="Taylor Ilov" userId="S::taylor.ilov@cmsenergy.com::b3e8fa34-e639-4d12-a6dc-5e3032b39fb7" providerId="AD" clId="Web-{B23F50C1-F81E-DCA0-2696-560A2F5A8108}" dt="2026-06-01T13:49:19.180" v="311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B23F50C1-F81E-DCA0-2696-560A2F5A8108}" dt="2026-06-01T13:48:47.601" v="288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9:19.180" v="3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addSp delSp modSp">
        <pc:chgData name="Taylor Ilov" userId="S::taylor.ilov@cmsenergy.com::b3e8fa34-e639-4d12-a6dc-5e3032b39fb7" providerId="AD" clId="Web-{B23F50C1-F81E-DCA0-2696-560A2F5A8108}" dt="2026-06-01T14:24:57.624" v="458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B23F50C1-F81E-DCA0-2696-560A2F5A8108}" dt="2026-06-01T14:24:53.234" v="457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Taylor Ilov" userId="S::taylor.ilov@cmsenergy.com::b3e8fa34-e639-4d12-a6dc-5e3032b39fb7" providerId="AD" clId="Web-{E1F79A72-DA0D-D5F5-8913-92835685BCFC}"/>
    <pc:docChg chg="addSld modSld sldOrd modSection">
      <pc:chgData name="Taylor Ilov" userId="S::taylor.ilov@cmsenergy.com::b3e8fa34-e639-4d12-a6dc-5e3032b39fb7" providerId="AD" clId="Web-{E1F79A72-DA0D-D5F5-8913-92835685BCFC}" dt="2026-06-01T15:23:04.250" v="558" actId="20577"/>
      <pc:docMkLst>
        <pc:docMk/>
      </pc:docMkLst>
      <pc:sldChg chg="modSp">
        <pc:chgData name="Taylor Ilov" userId="S::taylor.ilov@cmsenergy.com::b3e8fa34-e639-4d12-a6dc-5e3032b39fb7" providerId="AD" clId="Web-{E1F79A72-DA0D-D5F5-8913-92835685BCFC}" dt="2026-06-01T15:23:04.250" v="558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E1F79A72-DA0D-D5F5-8913-92835685BCFC}" dt="2026-06-01T15:23:04.250" v="558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2.890" v="553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E1F79A72-DA0D-D5F5-8913-92835685BCFC}" dt="2026-06-01T15:22:52.890" v="553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2:34.467" v="10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E1F79A72-DA0D-D5F5-8913-92835685BCFC}" dt="2026-06-01T15:02:34.467" v="10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5.359" v="554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E1F79A72-DA0D-D5F5-8913-92835685BCFC}" dt="2026-06-01T15:22:55.359" v="554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E1F79A72-DA0D-D5F5-8913-92835685BCFC}" dt="2026-06-01T15:08:33.685" v="110"/>
        <pc:sldMkLst>
          <pc:docMk/>
          <pc:sldMk cId="2218206800" sldId="271"/>
        </pc:sldMkLst>
        <pc:graphicFrameChg chg="mod modGraphic">
          <ac:chgData name="Taylor Ilov" userId="S::taylor.ilov@cmsenergy.com::b3e8fa34-e639-4d12-a6dc-5e3032b39fb7" providerId="AD" clId="Web-{E1F79A72-DA0D-D5F5-8913-92835685BCFC}" dt="2026-06-01T15:08:33.685" v="110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E1F79A72-DA0D-D5F5-8913-92835685BCFC}" dt="2026-06-01T15:19:57.977" v="515" actId="14100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E1F79A72-DA0D-D5F5-8913-92835685BCFC}" dt="2026-06-01T15:19:57.977" v="515" actId="14100"/>
          <ac:spMkLst>
            <pc:docMk/>
            <pc:sldMk cId="2542367511" sldId="277"/>
            <ac:spMk id="7" creationId="{CAD1F050-5AB8-5CAC-CBBB-4BA7E18D5658}"/>
          </ac:spMkLst>
        </pc:spChg>
      </pc:sldChg>
      <pc:sldChg chg="addSp delSp modSp">
        <pc:chgData name="Taylor Ilov" userId="S::taylor.ilov@cmsenergy.com::b3e8fa34-e639-4d12-a6dc-5e3032b39fb7" providerId="AD" clId="Web-{E1F79A72-DA0D-D5F5-8913-92835685BCFC}" dt="2026-06-01T15:14:53.122" v="397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E1F79A72-DA0D-D5F5-8913-92835685BCFC}" dt="2026-06-01T15:14:36.840" v="386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4:53.122" v="397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E1F79A72-DA0D-D5F5-8913-92835685BCFC}" dt="2026-06-01T15:14:13.995" v="372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 ord">
        <pc:chgData name="Taylor Ilov" userId="S::taylor.ilov@cmsenergy.com::b3e8fa34-e639-4d12-a6dc-5e3032b39fb7" providerId="AD" clId="Web-{E1F79A72-DA0D-D5F5-8913-92835685BCFC}" dt="2026-06-01T15:20:19.509" v="518" actId="1076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E1F79A72-DA0D-D5F5-8913-92835685BCFC}" dt="2026-06-01T15:20:19.509" v="518" actId="1076"/>
          <ac:spMkLst>
            <pc:docMk/>
            <pc:sldMk cId="12600196" sldId="281"/>
            <ac:spMk id="7" creationId="{EB98184E-2065-B50A-5DE8-04BEA6B96B3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15:18.357" v="405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E1F79A72-DA0D-D5F5-8913-92835685BCFC}" dt="2026-06-01T15:15:09.778" v="40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5:18.357" v="405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9:43.657" v="127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E1F79A72-DA0D-D5F5-8913-92835685BCFC}" dt="2026-06-01T15:09:43.657" v="127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 add replId">
        <pc:chgData name="Taylor Ilov" userId="S::taylor.ilov@cmsenergy.com::b3e8fa34-e639-4d12-a6dc-5e3032b39fb7" providerId="AD" clId="Web-{E1F79A72-DA0D-D5F5-8913-92835685BCFC}" dt="2026-06-01T15:22:48.890" v="552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E1F79A72-DA0D-D5F5-8913-92835685BCFC}" dt="2026-06-01T15:22:48.890" v="552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Jose Diaz" userId="517cb5ef-6fb8-49bc-8303-535c95eee28f" providerId="ADAL" clId="{55A93F46-8806-43C5-8CDF-2E96BA0AF0DB}"/>
    <pc:docChg chg="undo custSel addSld modSld sldOrd modSection">
      <pc:chgData name="Jose Diaz" userId="517cb5ef-6fb8-49bc-8303-535c95eee28f" providerId="ADAL" clId="{55A93F46-8806-43C5-8CDF-2E96BA0AF0DB}" dt="2026-06-22T20:40:13.264" v="3549" actId="20577"/>
      <pc:docMkLst>
        <pc:docMk/>
      </pc:docMkLst>
      <pc:sldChg chg="addSp delSp modSp add mod ord">
        <pc:chgData name="Jose Diaz" userId="517cb5ef-6fb8-49bc-8303-535c95eee28f" providerId="ADAL" clId="{55A93F46-8806-43C5-8CDF-2E96BA0AF0DB}" dt="2026-06-22T20:40:13.264" v="3549" actId="20577"/>
        <pc:sldMkLst>
          <pc:docMk/>
          <pc:sldMk cId="938235850" sldId="259"/>
        </pc:sldMkLst>
        <pc:spChg chg="mod">
          <ac:chgData name="Jose Diaz" userId="517cb5ef-6fb8-49bc-8303-535c95eee28f" providerId="ADAL" clId="{55A93F46-8806-43C5-8CDF-2E96BA0AF0DB}" dt="2026-06-22T14:56:20.872" v="1463" actId="20577"/>
          <ac:spMkLst>
            <pc:docMk/>
            <pc:sldMk cId="938235850" sldId="259"/>
            <ac:spMk id="2" creationId="{937B19BD-6A9C-4C32-C4DA-F42918FE9FF6}"/>
          </ac:spMkLst>
        </pc:spChg>
        <pc:spChg chg="add mod">
          <ac:chgData name="Jose Diaz" userId="517cb5ef-6fb8-49bc-8303-535c95eee28f" providerId="ADAL" clId="{55A93F46-8806-43C5-8CDF-2E96BA0AF0DB}" dt="2026-06-22T14:57:10.366" v="1595"/>
          <ac:spMkLst>
            <pc:docMk/>
            <pc:sldMk cId="938235850" sldId="259"/>
            <ac:spMk id="3" creationId="{6174FA1A-9E37-98AE-FD96-8318123FB4F2}"/>
          </ac:spMkLst>
        </pc:spChg>
        <pc:spChg chg="add mod">
          <ac:chgData name="Jose Diaz" userId="517cb5ef-6fb8-49bc-8303-535c95eee28f" providerId="ADAL" clId="{55A93F46-8806-43C5-8CDF-2E96BA0AF0DB}" dt="2026-06-22T15:05:16.179" v="1634" actId="20577"/>
          <ac:spMkLst>
            <pc:docMk/>
            <pc:sldMk cId="938235850" sldId="259"/>
            <ac:spMk id="4" creationId="{D9B2981F-2948-F5CE-A1EA-53E52507CC58}"/>
          </ac:spMkLst>
        </pc:spChg>
        <pc:spChg chg="add mod">
          <ac:chgData name="Jose Diaz" userId="517cb5ef-6fb8-49bc-8303-535c95eee28f" providerId="ADAL" clId="{55A93F46-8806-43C5-8CDF-2E96BA0AF0DB}" dt="2026-06-22T14:57:26.958" v="1597"/>
          <ac:spMkLst>
            <pc:docMk/>
            <pc:sldMk cId="938235850" sldId="259"/>
            <ac:spMk id="5" creationId="{5A2ECB4D-1E0E-FB35-8F4A-D664A6C34CC1}"/>
          </ac:spMkLst>
        </pc:spChg>
        <pc:spChg chg="add mod">
          <ac:chgData name="Jose Diaz" userId="517cb5ef-6fb8-49bc-8303-535c95eee28f" providerId="ADAL" clId="{55A93F46-8806-43C5-8CDF-2E96BA0AF0DB}" dt="2026-06-22T20:40:13.264" v="3549" actId="20577"/>
          <ac:spMkLst>
            <pc:docMk/>
            <pc:sldMk cId="938235850" sldId="259"/>
            <ac:spMk id="7" creationId="{87C75E1A-FE7D-F222-E82C-9DEE959C050D}"/>
          </ac:spMkLst>
        </pc:spChg>
        <pc:spChg chg="add mod">
          <ac:chgData name="Jose Diaz" userId="517cb5ef-6fb8-49bc-8303-535c95eee28f" providerId="ADAL" clId="{55A93F46-8806-43C5-8CDF-2E96BA0AF0DB}" dt="2026-06-22T15:11:31.367" v="1643" actId="13822"/>
          <ac:spMkLst>
            <pc:docMk/>
            <pc:sldMk cId="938235850" sldId="259"/>
            <ac:spMk id="8" creationId="{C46858ED-AB24-F3FB-6B7C-2636EA0940E5}"/>
          </ac:spMkLst>
        </pc:spChg>
        <pc:spChg chg="add mod">
          <ac:chgData name="Jose Diaz" userId="517cb5ef-6fb8-49bc-8303-535c95eee28f" providerId="ADAL" clId="{55A93F46-8806-43C5-8CDF-2E96BA0AF0DB}" dt="2026-06-22T14:57:52.217" v="1600"/>
          <ac:spMkLst>
            <pc:docMk/>
            <pc:sldMk cId="938235850" sldId="259"/>
            <ac:spMk id="9" creationId="{01E96F49-E02A-FD45-4712-C3B4BF3F0084}"/>
          </ac:spMkLst>
        </pc:spChg>
        <pc:spChg chg="add mod">
          <ac:chgData name="Jose Diaz" userId="517cb5ef-6fb8-49bc-8303-535c95eee28f" providerId="ADAL" clId="{55A93F46-8806-43C5-8CDF-2E96BA0AF0DB}" dt="2026-06-22T15:05:47.957" v="1641" actId="20577"/>
          <ac:spMkLst>
            <pc:docMk/>
            <pc:sldMk cId="938235850" sldId="259"/>
            <ac:spMk id="10" creationId="{DDEDAAD3-3EEF-6051-3C87-8EDCC18FA26E}"/>
          </ac:spMkLst>
        </pc:spChg>
        <pc:spChg chg="add mod">
          <ac:chgData name="Jose Diaz" userId="517cb5ef-6fb8-49bc-8303-535c95eee28f" providerId="ADAL" clId="{55A93F46-8806-43C5-8CDF-2E96BA0AF0DB}" dt="2026-06-22T15:06:00.191" v="1642" actId="13822"/>
          <ac:spMkLst>
            <pc:docMk/>
            <pc:sldMk cId="938235850" sldId="259"/>
            <ac:spMk id="11" creationId="{E91AB2AB-C87B-A9A2-89E2-04E230753346}"/>
          </ac:spMkLst>
        </pc:spChg>
        <pc:spChg chg="mod">
          <ac:chgData name="Jose Diaz" userId="517cb5ef-6fb8-49bc-8303-535c95eee28f" providerId="ADAL" clId="{55A93F46-8806-43C5-8CDF-2E96BA0AF0DB}" dt="2026-06-22T15:12:22.804" v="1644" actId="1076"/>
          <ac:spMkLst>
            <pc:docMk/>
            <pc:sldMk cId="938235850" sldId="259"/>
            <ac:spMk id="12" creationId="{A7293F05-B10C-747B-74E1-303F98FC10E8}"/>
          </ac:spMkLst>
        </pc:spChg>
        <pc:spChg chg="add mod">
          <ac:chgData name="Jose Diaz" userId="517cb5ef-6fb8-49bc-8303-535c95eee28f" providerId="ADAL" clId="{55A93F46-8806-43C5-8CDF-2E96BA0AF0DB}" dt="2026-06-22T14:58:14.086" v="1603"/>
          <ac:spMkLst>
            <pc:docMk/>
            <pc:sldMk cId="938235850" sldId="259"/>
            <ac:spMk id="13" creationId="{1CA0D1B8-512B-6AB4-1CC6-AF389097E0B4}"/>
          </ac:spMkLst>
        </pc:spChg>
        <pc:spChg chg="add mod">
          <ac:chgData name="Jose Diaz" userId="517cb5ef-6fb8-49bc-8303-535c95eee28f" providerId="ADAL" clId="{55A93F46-8806-43C5-8CDF-2E96BA0AF0DB}" dt="2026-06-22T15:12:58.389" v="1667" actId="20577"/>
          <ac:spMkLst>
            <pc:docMk/>
            <pc:sldMk cId="938235850" sldId="259"/>
            <ac:spMk id="14" creationId="{5FD7B8A5-2413-4362-E480-EF4BBE55B94D}"/>
          </ac:spMkLst>
        </pc:spChg>
        <pc:picChg chg="del">
          <ac:chgData name="Jose Diaz" userId="517cb5ef-6fb8-49bc-8303-535c95eee28f" providerId="ADAL" clId="{55A93F46-8806-43C5-8CDF-2E96BA0AF0DB}" dt="2026-06-22T14:56:26.588" v="1464" actId="478"/>
          <ac:picMkLst>
            <pc:docMk/>
            <pc:sldMk cId="938235850" sldId="259"/>
            <ac:picMk id="6" creationId="{47ED9318-F262-588F-1A0A-B5E54061AA5B}"/>
          </ac:picMkLst>
        </pc:picChg>
        <pc:cxnChg chg="add">
          <ac:chgData name="Jose Diaz" userId="517cb5ef-6fb8-49bc-8303-535c95eee28f" providerId="ADAL" clId="{55A93F46-8806-43C5-8CDF-2E96BA0AF0DB}" dt="2026-06-22T15:01:35.092" v="1614" actId="11529"/>
          <ac:cxnSpMkLst>
            <pc:docMk/>
            <pc:sldMk cId="938235850" sldId="259"/>
            <ac:cxnSpMk id="16" creationId="{C408216D-19A7-0EFB-F99A-AE5B7FD29BE8}"/>
          </ac:cxnSpMkLst>
        </pc:cxnChg>
        <pc:cxnChg chg="add mod">
          <ac:chgData name="Jose Diaz" userId="517cb5ef-6fb8-49bc-8303-535c95eee28f" providerId="ADAL" clId="{55A93F46-8806-43C5-8CDF-2E96BA0AF0DB}" dt="2026-06-22T15:01:42.244" v="1618" actId="14100"/>
          <ac:cxnSpMkLst>
            <pc:docMk/>
            <pc:sldMk cId="938235850" sldId="259"/>
            <ac:cxnSpMk id="17" creationId="{4BD2D364-7897-41D4-7211-B1226BB5C393}"/>
          </ac:cxnSpMkLst>
        </pc:cxnChg>
      </pc:sldChg>
      <pc:sldChg chg="addSp delSp modSp add mod">
        <pc:chgData name="Jose Diaz" userId="517cb5ef-6fb8-49bc-8303-535c95eee28f" providerId="ADAL" clId="{55A93F46-8806-43C5-8CDF-2E96BA0AF0DB}" dt="2026-06-22T18:14:00.856" v="1758" actId="14100"/>
        <pc:sldMkLst>
          <pc:docMk/>
          <pc:sldMk cId="2697584092" sldId="260"/>
        </pc:sldMkLst>
        <pc:spChg chg="del">
          <ac:chgData name="Jose Diaz" userId="517cb5ef-6fb8-49bc-8303-535c95eee28f" providerId="ADAL" clId="{55A93F46-8806-43C5-8CDF-2E96BA0AF0DB}" dt="2026-06-22T15:34:39.510" v="1681" actId="478"/>
          <ac:spMkLst>
            <pc:docMk/>
            <pc:sldMk cId="2697584092" sldId="260"/>
            <ac:spMk id="3" creationId="{607E43FA-2BDA-854D-0B8F-BEAF4BBCB31C}"/>
          </ac:spMkLst>
        </pc:spChg>
        <pc:spChg chg="del">
          <ac:chgData name="Jose Diaz" userId="517cb5ef-6fb8-49bc-8303-535c95eee28f" providerId="ADAL" clId="{55A93F46-8806-43C5-8CDF-2E96BA0AF0DB}" dt="2026-06-22T15:34:45.250" v="1684" actId="478"/>
          <ac:spMkLst>
            <pc:docMk/>
            <pc:sldMk cId="2697584092" sldId="260"/>
            <ac:spMk id="6" creationId="{079F75B8-A918-1CFC-85BD-8E2A45E793D4}"/>
          </ac:spMkLst>
        </pc:spChg>
        <pc:spChg chg="add mod">
          <ac:chgData name="Jose Diaz" userId="517cb5ef-6fb8-49bc-8303-535c95eee28f" providerId="ADAL" clId="{55A93F46-8806-43C5-8CDF-2E96BA0AF0DB}" dt="2026-06-22T18:13:12.843" v="1749" actId="20577"/>
          <ac:spMkLst>
            <pc:docMk/>
            <pc:sldMk cId="2697584092" sldId="260"/>
            <ac:spMk id="7" creationId="{3D1CA255-99A9-56F7-1C6F-64ED2C4BB1EC}"/>
          </ac:spMkLst>
        </pc:spChg>
        <pc:spChg chg="del">
          <ac:chgData name="Jose Diaz" userId="517cb5ef-6fb8-49bc-8303-535c95eee28f" providerId="ADAL" clId="{55A93F46-8806-43C5-8CDF-2E96BA0AF0DB}" dt="2026-06-22T15:34:45.250" v="1684" actId="478"/>
          <ac:spMkLst>
            <pc:docMk/>
            <pc:sldMk cId="2697584092" sldId="260"/>
            <ac:spMk id="14" creationId="{FF7DC71A-56D5-EC2E-0A0D-2495554B8DC7}"/>
          </ac:spMkLst>
        </pc:spChg>
        <pc:spChg chg="del">
          <ac:chgData name="Jose Diaz" userId="517cb5ef-6fb8-49bc-8303-535c95eee28f" providerId="ADAL" clId="{55A93F46-8806-43C5-8CDF-2E96BA0AF0DB}" dt="2026-06-22T15:34:46.265" v="1685" actId="478"/>
          <ac:spMkLst>
            <pc:docMk/>
            <pc:sldMk cId="2697584092" sldId="260"/>
            <ac:spMk id="15" creationId="{5CBEEECD-290F-2685-F4EF-D09CEB10968B}"/>
          </ac:spMkLst>
        </pc:spChg>
        <pc:spChg chg="del">
          <ac:chgData name="Jose Diaz" userId="517cb5ef-6fb8-49bc-8303-535c95eee28f" providerId="ADAL" clId="{55A93F46-8806-43C5-8CDF-2E96BA0AF0DB}" dt="2026-06-22T15:34:39.943" v="1682" actId="478"/>
          <ac:spMkLst>
            <pc:docMk/>
            <pc:sldMk cId="2697584092" sldId="260"/>
            <ac:spMk id="16" creationId="{D27E3E0E-4B3F-FCE6-EEA6-B1426331FA2D}"/>
          </ac:spMkLst>
        </pc:spChg>
        <pc:spChg chg="del">
          <ac:chgData name="Jose Diaz" userId="517cb5ef-6fb8-49bc-8303-535c95eee28f" providerId="ADAL" clId="{55A93F46-8806-43C5-8CDF-2E96BA0AF0DB}" dt="2026-06-22T15:34:45.250" v="1684" actId="478"/>
          <ac:spMkLst>
            <pc:docMk/>
            <pc:sldMk cId="2697584092" sldId="260"/>
            <ac:spMk id="21" creationId="{4FE2C52B-8603-8883-B986-393AEC6008A6}"/>
          </ac:spMkLst>
        </pc:spChg>
        <pc:picChg chg="add del">
          <ac:chgData name="Jose Diaz" userId="517cb5ef-6fb8-49bc-8303-535c95eee28f" providerId="ADAL" clId="{55A93F46-8806-43C5-8CDF-2E96BA0AF0DB}" dt="2026-06-22T18:09:23.861" v="1687" actId="478"/>
          <ac:picMkLst>
            <pc:docMk/>
            <pc:sldMk cId="2697584092" sldId="260"/>
            <ac:picMk id="4" creationId="{4A5A6B8C-8B3A-A933-E22D-2E094F583B5E}"/>
          </ac:picMkLst>
        </pc:picChg>
        <pc:picChg chg="del">
          <ac:chgData name="Jose Diaz" userId="517cb5ef-6fb8-49bc-8303-535c95eee28f" providerId="ADAL" clId="{55A93F46-8806-43C5-8CDF-2E96BA0AF0DB}" dt="2026-06-22T15:34:40.885" v="1683" actId="478"/>
          <ac:picMkLst>
            <pc:docMk/>
            <pc:sldMk cId="2697584092" sldId="260"/>
            <ac:picMk id="5" creationId="{2A105445-C8BD-270D-C72E-375FE02F60B1}"/>
          </ac:picMkLst>
        </pc:picChg>
        <pc:picChg chg="add mod">
          <ac:chgData name="Jose Diaz" userId="517cb5ef-6fb8-49bc-8303-535c95eee28f" providerId="ADAL" clId="{55A93F46-8806-43C5-8CDF-2E96BA0AF0DB}" dt="2026-06-22T18:10:21.426" v="1693" actId="1076"/>
          <ac:picMkLst>
            <pc:docMk/>
            <pc:sldMk cId="2697584092" sldId="260"/>
            <ac:picMk id="6" creationId="{4CCCE44E-B377-09CD-3F4E-14F556C67967}"/>
          </ac:picMkLst>
        </pc:picChg>
        <pc:cxnChg chg="del">
          <ac:chgData name="Jose Diaz" userId="517cb5ef-6fb8-49bc-8303-535c95eee28f" providerId="ADAL" clId="{55A93F46-8806-43C5-8CDF-2E96BA0AF0DB}" dt="2026-06-22T15:34:45.250" v="1684" actId="478"/>
          <ac:cxnSpMkLst>
            <pc:docMk/>
            <pc:sldMk cId="2697584092" sldId="260"/>
            <ac:cxnSpMk id="8" creationId="{17B40CA5-53D8-2C28-76D9-F94D82DDF23F}"/>
          </ac:cxnSpMkLst>
        </pc:cxnChg>
        <pc:cxnChg chg="add">
          <ac:chgData name="Jose Diaz" userId="517cb5ef-6fb8-49bc-8303-535c95eee28f" providerId="ADAL" clId="{55A93F46-8806-43C5-8CDF-2E96BA0AF0DB}" dt="2026-06-22T18:13:30.704" v="1750" actId="11529"/>
          <ac:cxnSpMkLst>
            <pc:docMk/>
            <pc:sldMk cId="2697584092" sldId="260"/>
            <ac:cxnSpMk id="9" creationId="{B0AEA358-E2E2-8BB3-C299-1D0EDC4F115D}"/>
          </ac:cxnSpMkLst>
        </pc:cxnChg>
        <pc:cxnChg chg="add">
          <ac:chgData name="Jose Diaz" userId="517cb5ef-6fb8-49bc-8303-535c95eee28f" providerId="ADAL" clId="{55A93F46-8806-43C5-8CDF-2E96BA0AF0DB}" dt="2026-06-22T18:13:40.128" v="1751" actId="11529"/>
          <ac:cxnSpMkLst>
            <pc:docMk/>
            <pc:sldMk cId="2697584092" sldId="260"/>
            <ac:cxnSpMk id="11" creationId="{67009A52-0066-5127-BCE6-FADFE5EB3352}"/>
          </ac:cxnSpMkLst>
        </pc:cxnChg>
        <pc:cxnChg chg="add mod">
          <ac:chgData name="Jose Diaz" userId="517cb5ef-6fb8-49bc-8303-535c95eee28f" providerId="ADAL" clId="{55A93F46-8806-43C5-8CDF-2E96BA0AF0DB}" dt="2026-06-22T18:14:00.856" v="1758" actId="14100"/>
          <ac:cxnSpMkLst>
            <pc:docMk/>
            <pc:sldMk cId="2697584092" sldId="260"/>
            <ac:cxnSpMk id="12" creationId="{CD36D4D3-89B6-0C19-BA2B-E7003AE2195B}"/>
          </ac:cxnSpMkLst>
        </pc:cxnChg>
        <pc:cxnChg chg="del">
          <ac:chgData name="Jose Diaz" userId="517cb5ef-6fb8-49bc-8303-535c95eee28f" providerId="ADAL" clId="{55A93F46-8806-43C5-8CDF-2E96BA0AF0DB}" dt="2026-06-22T15:34:45.250" v="1684" actId="478"/>
          <ac:cxnSpMkLst>
            <pc:docMk/>
            <pc:sldMk cId="2697584092" sldId="260"/>
            <ac:cxnSpMk id="18" creationId="{A91E6E0B-2D79-1E21-3567-E180C958776C}"/>
          </ac:cxnSpMkLst>
        </pc:cxnChg>
        <pc:cxnChg chg="del">
          <ac:chgData name="Jose Diaz" userId="517cb5ef-6fb8-49bc-8303-535c95eee28f" providerId="ADAL" clId="{55A93F46-8806-43C5-8CDF-2E96BA0AF0DB}" dt="2026-06-22T15:34:45.250" v="1684" actId="478"/>
          <ac:cxnSpMkLst>
            <pc:docMk/>
            <pc:sldMk cId="2697584092" sldId="260"/>
            <ac:cxnSpMk id="19" creationId="{8ED078AE-F14B-9C0C-4431-FD64ACC7B438}"/>
          </ac:cxnSpMkLst>
        </pc:cxnChg>
        <pc:cxnChg chg="del">
          <ac:chgData name="Jose Diaz" userId="517cb5ef-6fb8-49bc-8303-535c95eee28f" providerId="ADAL" clId="{55A93F46-8806-43C5-8CDF-2E96BA0AF0DB}" dt="2026-06-22T15:34:45.250" v="1684" actId="478"/>
          <ac:cxnSpMkLst>
            <pc:docMk/>
            <pc:sldMk cId="2697584092" sldId="260"/>
            <ac:cxnSpMk id="22" creationId="{9CB86816-C842-9F3F-38C3-4F3056AEF890}"/>
          </ac:cxnSpMkLst>
        </pc:cxnChg>
      </pc:sldChg>
      <pc:sldChg chg="addSp delSp modSp add mod">
        <pc:chgData name="Jose Diaz" userId="517cb5ef-6fb8-49bc-8303-535c95eee28f" providerId="ADAL" clId="{55A93F46-8806-43C5-8CDF-2E96BA0AF0DB}" dt="2026-06-22T18:35:28.262" v="2289" actId="1076"/>
        <pc:sldMkLst>
          <pc:docMk/>
          <pc:sldMk cId="504906159" sldId="263"/>
        </pc:sldMkLst>
        <pc:spChg chg="add mod">
          <ac:chgData name="Jose Diaz" userId="517cb5ef-6fb8-49bc-8303-535c95eee28f" providerId="ADAL" clId="{55A93F46-8806-43C5-8CDF-2E96BA0AF0DB}" dt="2026-06-22T18:35:28.262" v="2289" actId="1076"/>
          <ac:spMkLst>
            <pc:docMk/>
            <pc:sldMk cId="504906159" sldId="263"/>
            <ac:spMk id="5" creationId="{5430770C-03A5-4895-4C08-2960338704BA}"/>
          </ac:spMkLst>
        </pc:spChg>
        <pc:spChg chg="del">
          <ac:chgData name="Jose Diaz" userId="517cb5ef-6fb8-49bc-8303-535c95eee28f" providerId="ADAL" clId="{55A93F46-8806-43C5-8CDF-2E96BA0AF0DB}" dt="2026-06-22T18:17:07.444" v="1762" actId="478"/>
          <ac:spMkLst>
            <pc:docMk/>
            <pc:sldMk cId="504906159" sldId="263"/>
            <ac:spMk id="7" creationId="{48C40DAD-0967-9B04-1C3A-F0AD0B40FF80}"/>
          </ac:spMkLst>
        </pc:spChg>
        <pc:picChg chg="add mod">
          <ac:chgData name="Jose Diaz" userId="517cb5ef-6fb8-49bc-8303-535c95eee28f" providerId="ADAL" clId="{55A93F46-8806-43C5-8CDF-2E96BA0AF0DB}" dt="2026-06-22T18:17:26.683" v="1768" actId="1076"/>
          <ac:picMkLst>
            <pc:docMk/>
            <pc:sldMk cId="504906159" sldId="263"/>
            <ac:picMk id="4" creationId="{679F8DB8-CF8C-AF21-E13C-C102044F768C}"/>
          </ac:picMkLst>
        </pc:picChg>
        <pc:picChg chg="del">
          <ac:chgData name="Jose Diaz" userId="517cb5ef-6fb8-49bc-8303-535c95eee28f" providerId="ADAL" clId="{55A93F46-8806-43C5-8CDF-2E96BA0AF0DB}" dt="2026-06-22T18:17:05.668" v="1761" actId="478"/>
          <ac:picMkLst>
            <pc:docMk/>
            <pc:sldMk cId="504906159" sldId="263"/>
            <ac:picMk id="6" creationId="{A37DC36B-7254-6621-09C7-7F2D46D5D9FA}"/>
          </ac:picMkLst>
        </pc:picChg>
        <pc:cxnChg chg="del mod">
          <ac:chgData name="Jose Diaz" userId="517cb5ef-6fb8-49bc-8303-535c95eee28f" providerId="ADAL" clId="{55A93F46-8806-43C5-8CDF-2E96BA0AF0DB}" dt="2026-06-22T18:17:03.093" v="1760" actId="478"/>
          <ac:cxnSpMkLst>
            <pc:docMk/>
            <pc:sldMk cId="504906159" sldId="263"/>
            <ac:cxnSpMk id="9" creationId="{21DF93FD-F550-7170-239B-05696168F41E}"/>
          </ac:cxnSpMkLst>
        </pc:cxnChg>
        <pc:cxnChg chg="del">
          <ac:chgData name="Jose Diaz" userId="517cb5ef-6fb8-49bc-8303-535c95eee28f" providerId="ADAL" clId="{55A93F46-8806-43C5-8CDF-2E96BA0AF0DB}" dt="2026-06-22T18:17:07.444" v="1762" actId="478"/>
          <ac:cxnSpMkLst>
            <pc:docMk/>
            <pc:sldMk cId="504906159" sldId="263"/>
            <ac:cxnSpMk id="11" creationId="{5B286FAF-A11B-D830-7089-B7D8571BD37A}"/>
          </ac:cxnSpMkLst>
        </pc:cxnChg>
        <pc:cxnChg chg="del">
          <ac:chgData name="Jose Diaz" userId="517cb5ef-6fb8-49bc-8303-535c95eee28f" providerId="ADAL" clId="{55A93F46-8806-43C5-8CDF-2E96BA0AF0DB}" dt="2026-06-22T18:17:07.444" v="1762" actId="478"/>
          <ac:cxnSpMkLst>
            <pc:docMk/>
            <pc:sldMk cId="504906159" sldId="263"/>
            <ac:cxnSpMk id="12" creationId="{F932B458-3490-E245-5A60-7CB3F0ACC3EE}"/>
          </ac:cxnSpMkLst>
        </pc:cxnChg>
      </pc:sldChg>
      <pc:sldChg chg="modSp mod">
        <pc:chgData name="Jose Diaz" userId="517cb5ef-6fb8-49bc-8303-535c95eee28f" providerId="ADAL" clId="{55A93F46-8806-43C5-8CDF-2E96BA0AF0DB}" dt="2026-06-22T18:57:57.077" v="2906" actId="1076"/>
        <pc:sldMkLst>
          <pc:docMk/>
          <pc:sldMk cId="3692638522" sldId="280"/>
        </pc:sldMkLst>
        <pc:spChg chg="mod">
          <ac:chgData name="Jose Diaz" userId="517cb5ef-6fb8-49bc-8303-535c95eee28f" providerId="ADAL" clId="{55A93F46-8806-43C5-8CDF-2E96BA0AF0DB}" dt="2026-06-22T18:57:57.077" v="2906" actId="1076"/>
          <ac:spMkLst>
            <pc:docMk/>
            <pc:sldMk cId="3692638522" sldId="280"/>
            <ac:spMk id="2" creationId="{D75F46CD-1144-6554-DF58-B2D391AF65F8}"/>
          </ac:spMkLst>
        </pc:spChg>
      </pc:sldChg>
      <pc:sldChg chg="addSp delSp modSp mod ord">
        <pc:chgData name="Jose Diaz" userId="517cb5ef-6fb8-49bc-8303-535c95eee28f" providerId="ADAL" clId="{55A93F46-8806-43C5-8CDF-2E96BA0AF0DB}" dt="2026-06-22T02:02:34.367" v="662" actId="14100"/>
        <pc:sldMkLst>
          <pc:docMk/>
          <pc:sldMk cId="3226315002" sldId="2147483643"/>
        </pc:sldMkLst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5" creationId="{A0E133EC-F9FD-A4FF-FFC0-7BA3A8D506D2}"/>
          </ac:spMkLst>
        </pc:spChg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6" creationId="{BA792742-358B-01DC-2B99-DEEF5FAAC8FF}"/>
          </ac:spMkLst>
        </pc:spChg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7" creationId="{FFAF72E9-140F-9412-4759-A41C6B580B2B}"/>
          </ac:spMkLst>
        </pc:spChg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8" creationId="{582483DE-6CF1-C2A0-FB33-6511700F0EE7}"/>
          </ac:spMkLst>
        </pc:spChg>
        <pc:spChg chg="add del mod">
          <ac:chgData name="Jose Diaz" userId="517cb5ef-6fb8-49bc-8303-535c95eee28f" providerId="ADAL" clId="{55A93F46-8806-43C5-8CDF-2E96BA0AF0DB}" dt="2026-06-22T01:02:51.726" v="203" actId="478"/>
          <ac:spMkLst>
            <pc:docMk/>
            <pc:sldMk cId="3226315002" sldId="2147483643"/>
            <ac:spMk id="9" creationId="{656D342A-79EC-7936-91B6-4170D69E06EE}"/>
          </ac:spMkLst>
        </pc:spChg>
        <pc:spChg chg="add del mod">
          <ac:chgData name="Jose Diaz" userId="517cb5ef-6fb8-49bc-8303-535c95eee28f" providerId="ADAL" clId="{55A93F46-8806-43C5-8CDF-2E96BA0AF0DB}" dt="2026-06-22T01:07:42.938" v="210" actId="21"/>
          <ac:spMkLst>
            <pc:docMk/>
            <pc:sldMk cId="3226315002" sldId="2147483643"/>
            <ac:spMk id="10" creationId="{475A37FA-9186-CE84-DCC9-0F58346A25EA}"/>
          </ac:spMkLst>
        </pc:spChg>
        <pc:spChg chg="add del mod">
          <ac:chgData name="Jose Diaz" userId="517cb5ef-6fb8-49bc-8303-535c95eee28f" providerId="ADAL" clId="{55A93F46-8806-43C5-8CDF-2E96BA0AF0DB}" dt="2026-06-22T01:07:53.674" v="213" actId="478"/>
          <ac:spMkLst>
            <pc:docMk/>
            <pc:sldMk cId="3226315002" sldId="2147483643"/>
            <ac:spMk id="11" creationId="{D4B64767-8F5D-6631-FC2F-9CFDE58CB1B2}"/>
          </ac:spMkLst>
        </pc:spChg>
        <pc:spChg chg="add mod">
          <ac:chgData name="Jose Diaz" userId="517cb5ef-6fb8-49bc-8303-535c95eee28f" providerId="ADAL" clId="{55A93F46-8806-43C5-8CDF-2E96BA0AF0DB}" dt="2026-06-22T01:28:27.005" v="258" actId="1076"/>
          <ac:spMkLst>
            <pc:docMk/>
            <pc:sldMk cId="3226315002" sldId="2147483643"/>
            <ac:spMk id="12" creationId="{475A37FA-9186-CE84-DCC9-0F58346A25EA}"/>
          </ac:spMkLst>
        </pc:spChg>
        <pc:spChg chg="add mod">
          <ac:chgData name="Jose Diaz" userId="517cb5ef-6fb8-49bc-8303-535c95eee28f" providerId="ADAL" clId="{55A93F46-8806-43C5-8CDF-2E96BA0AF0DB}" dt="2026-06-22T01:33:20.357" v="328" actId="1076"/>
          <ac:spMkLst>
            <pc:docMk/>
            <pc:sldMk cId="3226315002" sldId="2147483643"/>
            <ac:spMk id="15" creationId="{A39F0D73-1F18-2CB1-5CBC-DB7F5938D2AB}"/>
          </ac:spMkLst>
        </pc:spChg>
        <pc:spChg chg="add mod">
          <ac:chgData name="Jose Diaz" userId="517cb5ef-6fb8-49bc-8303-535c95eee28f" providerId="ADAL" clId="{55A93F46-8806-43C5-8CDF-2E96BA0AF0DB}" dt="2026-06-22T01:38:56.026" v="473" actId="1076"/>
          <ac:spMkLst>
            <pc:docMk/>
            <pc:sldMk cId="3226315002" sldId="2147483643"/>
            <ac:spMk id="18" creationId="{CACA8121-629F-EF88-F44A-E78E51284312}"/>
          </ac:spMkLst>
        </pc:spChg>
        <pc:spChg chg="add mod">
          <ac:chgData name="Jose Diaz" userId="517cb5ef-6fb8-49bc-8303-535c95eee28f" providerId="ADAL" clId="{55A93F46-8806-43C5-8CDF-2E96BA0AF0DB}" dt="2026-06-22T01:48:31.549" v="558" actId="20577"/>
          <ac:spMkLst>
            <pc:docMk/>
            <pc:sldMk cId="3226315002" sldId="2147483643"/>
            <ac:spMk id="21" creationId="{31C7DD2E-4235-F758-0F7B-5AA90C9DD8CB}"/>
          </ac:spMkLst>
        </pc:spChg>
        <pc:spChg chg="add mod">
          <ac:chgData name="Jose Diaz" userId="517cb5ef-6fb8-49bc-8303-535c95eee28f" providerId="ADAL" clId="{55A93F46-8806-43C5-8CDF-2E96BA0AF0DB}" dt="2026-06-22T01:56:30.430" v="601" actId="20577"/>
          <ac:spMkLst>
            <pc:docMk/>
            <pc:sldMk cId="3226315002" sldId="2147483643"/>
            <ac:spMk id="27" creationId="{59092748-C50F-C55A-9FCC-8150899E754B}"/>
          </ac:spMkLst>
        </pc:spChg>
        <pc:spChg chg="add mod">
          <ac:chgData name="Jose Diaz" userId="517cb5ef-6fb8-49bc-8303-535c95eee28f" providerId="ADAL" clId="{55A93F46-8806-43C5-8CDF-2E96BA0AF0DB}" dt="2026-06-22T02:02:34.367" v="662" actId="14100"/>
          <ac:spMkLst>
            <pc:docMk/>
            <pc:sldMk cId="3226315002" sldId="2147483643"/>
            <ac:spMk id="31" creationId="{33B665AF-D99E-0808-53AA-A6BEC74E0B50}"/>
          </ac:spMkLst>
        </pc:spChg>
        <pc:picChg chg="add del mod">
          <ac:chgData name="Jose Diaz" userId="517cb5ef-6fb8-49bc-8303-535c95eee28f" providerId="ADAL" clId="{55A93F46-8806-43C5-8CDF-2E96BA0AF0DB}" dt="2026-06-22T01:02:51.726" v="203" actId="478"/>
          <ac:picMkLst>
            <pc:docMk/>
            <pc:sldMk cId="3226315002" sldId="2147483643"/>
            <ac:picMk id="4" creationId="{F7E98E65-E323-8F6E-F89F-8F5E52DC7044}"/>
          </ac:picMkLst>
        </pc:picChg>
        <pc:picChg chg="add mod">
          <ac:chgData name="Jose Diaz" userId="517cb5ef-6fb8-49bc-8303-535c95eee28f" providerId="ADAL" clId="{55A93F46-8806-43C5-8CDF-2E96BA0AF0DB}" dt="2026-06-22T01:48:41.534" v="562" actId="1076"/>
          <ac:picMkLst>
            <pc:docMk/>
            <pc:sldMk cId="3226315002" sldId="2147483643"/>
            <ac:picMk id="14" creationId="{734880F7-DB5F-FC9F-B83D-59D9DA4C090E}"/>
          </ac:picMkLst>
        </pc:picChg>
        <pc:cxnChg chg="add">
          <ac:chgData name="Jose Diaz" userId="517cb5ef-6fb8-49bc-8303-535c95eee28f" providerId="ADAL" clId="{55A93F46-8806-43C5-8CDF-2E96BA0AF0DB}" dt="2026-06-22T01:33:27.643" v="329" actId="11529"/>
          <ac:cxnSpMkLst>
            <pc:docMk/>
            <pc:sldMk cId="3226315002" sldId="2147483643"/>
            <ac:cxnSpMk id="17" creationId="{6941E3FC-09E0-ADF7-242B-FC4AEA789A9B}"/>
          </ac:cxnSpMkLst>
        </pc:cxnChg>
        <pc:cxnChg chg="add">
          <ac:chgData name="Jose Diaz" userId="517cb5ef-6fb8-49bc-8303-535c95eee28f" providerId="ADAL" clId="{55A93F46-8806-43C5-8CDF-2E96BA0AF0DB}" dt="2026-06-22T01:39:02.045" v="474" actId="11529"/>
          <ac:cxnSpMkLst>
            <pc:docMk/>
            <pc:sldMk cId="3226315002" sldId="2147483643"/>
            <ac:cxnSpMk id="20" creationId="{5AFD43DD-D65C-D473-E158-2B7F79FE30F2}"/>
          </ac:cxnSpMkLst>
        </pc:cxnChg>
        <pc:cxnChg chg="add mod">
          <ac:chgData name="Jose Diaz" userId="517cb5ef-6fb8-49bc-8303-535c95eee28f" providerId="ADAL" clId="{55A93F46-8806-43C5-8CDF-2E96BA0AF0DB}" dt="2026-06-22T01:48:51.519" v="564" actId="14100"/>
          <ac:cxnSpMkLst>
            <pc:docMk/>
            <pc:sldMk cId="3226315002" sldId="2147483643"/>
            <ac:cxnSpMk id="23" creationId="{1EA73F16-273B-7C1F-5171-522252DBDFF3}"/>
          </ac:cxnSpMkLst>
        </pc:cxnChg>
        <pc:cxnChg chg="add mod">
          <ac:chgData name="Jose Diaz" userId="517cb5ef-6fb8-49bc-8303-535c95eee28f" providerId="ADAL" clId="{55A93F46-8806-43C5-8CDF-2E96BA0AF0DB}" dt="2026-06-22T01:57:08.751" v="605" actId="14100"/>
          <ac:cxnSpMkLst>
            <pc:docMk/>
            <pc:sldMk cId="3226315002" sldId="2147483643"/>
            <ac:cxnSpMk id="28" creationId="{19D1D34C-84BE-71EA-E82A-75C96EA45B78}"/>
          </ac:cxnSpMkLst>
        </pc:cxnChg>
        <pc:cxnChg chg="add mod">
          <ac:chgData name="Jose Diaz" userId="517cb5ef-6fb8-49bc-8303-535c95eee28f" providerId="ADAL" clId="{55A93F46-8806-43C5-8CDF-2E96BA0AF0DB}" dt="2026-06-22T02:02:06.284" v="612" actId="14100"/>
          <ac:cxnSpMkLst>
            <pc:docMk/>
            <pc:sldMk cId="3226315002" sldId="2147483643"/>
            <ac:cxnSpMk id="32" creationId="{61D2C3DC-D407-1ACD-9266-6790D262647B}"/>
          </ac:cxnSpMkLst>
        </pc:cxnChg>
      </pc:sldChg>
      <pc:sldChg chg="addSp modSp add mod">
        <pc:chgData name="Jose Diaz" userId="517cb5ef-6fb8-49bc-8303-535c95eee28f" providerId="ADAL" clId="{55A93F46-8806-43C5-8CDF-2E96BA0AF0DB}" dt="2026-06-22T02:07:15.858" v="787" actId="20577"/>
        <pc:sldMkLst>
          <pc:docMk/>
          <pc:sldMk cId="2007032002" sldId="2147483644"/>
        </pc:sldMkLst>
        <pc:spChg chg="add mod">
          <ac:chgData name="Jose Diaz" userId="517cb5ef-6fb8-49bc-8303-535c95eee28f" providerId="ADAL" clId="{55A93F46-8806-43C5-8CDF-2E96BA0AF0DB}" dt="2026-06-22T02:06:50.151" v="784" actId="20577"/>
          <ac:spMkLst>
            <pc:docMk/>
            <pc:sldMk cId="2007032002" sldId="2147483644"/>
            <ac:spMk id="3" creationId="{EA4B17FB-8757-AB13-78A1-47304236E391}"/>
          </ac:spMkLst>
        </pc:spChg>
        <pc:spChg chg="mod">
          <ac:chgData name="Jose Diaz" userId="517cb5ef-6fb8-49bc-8303-535c95eee28f" providerId="ADAL" clId="{55A93F46-8806-43C5-8CDF-2E96BA0AF0DB}" dt="2026-06-22T01:01:35.023" v="181" actId="1076"/>
          <ac:spMkLst>
            <pc:docMk/>
            <pc:sldMk cId="2007032002" sldId="2147483644"/>
            <ac:spMk id="9" creationId="{88E53C5B-DBDA-D268-0FD5-8FD0BF6A8533}"/>
          </ac:spMkLst>
        </pc:spChg>
        <pc:spChg chg="add mod">
          <ac:chgData name="Jose Diaz" userId="517cb5ef-6fb8-49bc-8303-535c95eee28f" providerId="ADAL" clId="{55A93F46-8806-43C5-8CDF-2E96BA0AF0DB}" dt="2026-06-22T02:07:15.858" v="787" actId="20577"/>
          <ac:spMkLst>
            <pc:docMk/>
            <pc:sldMk cId="2007032002" sldId="2147483644"/>
            <ac:spMk id="10" creationId="{B81DBED3-32A6-F9B5-A82F-D7A191CBF1A3}"/>
          </ac:spMkLst>
        </pc:spChg>
        <pc:cxnChg chg="add">
          <ac:chgData name="Jose Diaz" userId="517cb5ef-6fb8-49bc-8303-535c95eee28f" providerId="ADAL" clId="{55A93F46-8806-43C5-8CDF-2E96BA0AF0DB}" dt="2026-06-22T01:01:01.800" v="171" actId="11529"/>
          <ac:cxnSpMkLst>
            <pc:docMk/>
            <pc:sldMk cId="2007032002" sldId="2147483644"/>
            <ac:cxnSpMk id="12" creationId="{345A2884-41E2-1548-60AE-511300237199}"/>
          </ac:cxnSpMkLst>
        </pc:cxnChg>
        <pc:cxnChg chg="add mod">
          <ac:chgData name="Jose Diaz" userId="517cb5ef-6fb8-49bc-8303-535c95eee28f" providerId="ADAL" clId="{55A93F46-8806-43C5-8CDF-2E96BA0AF0DB}" dt="2026-06-22T01:02:06.352" v="188" actId="14100"/>
          <ac:cxnSpMkLst>
            <pc:docMk/>
            <pc:sldMk cId="2007032002" sldId="2147483644"/>
            <ac:cxnSpMk id="13" creationId="{81092476-794E-50F5-2B5D-A18FC943A326}"/>
          </ac:cxnSpMkLst>
        </pc:cxnChg>
        <pc:cxnChg chg="add mod">
          <ac:chgData name="Jose Diaz" userId="517cb5ef-6fb8-49bc-8303-535c95eee28f" providerId="ADAL" clId="{55A93F46-8806-43C5-8CDF-2E96BA0AF0DB}" dt="2026-06-22T01:01:40.858" v="182" actId="14100"/>
          <ac:cxnSpMkLst>
            <pc:docMk/>
            <pc:sldMk cId="2007032002" sldId="2147483644"/>
            <ac:cxnSpMk id="16" creationId="{B9253101-AB4C-79D1-E3A8-F9F07C8C16E1}"/>
          </ac:cxnSpMkLst>
        </pc:cxnChg>
        <pc:cxnChg chg="add mod">
          <ac:chgData name="Jose Diaz" userId="517cb5ef-6fb8-49bc-8303-535c95eee28f" providerId="ADAL" clId="{55A93F46-8806-43C5-8CDF-2E96BA0AF0DB}" dt="2026-06-22T01:01:58.227" v="187" actId="14100"/>
          <ac:cxnSpMkLst>
            <pc:docMk/>
            <pc:sldMk cId="2007032002" sldId="2147483644"/>
            <ac:cxnSpMk id="22" creationId="{38C0648E-D273-C5FB-651D-BD1814512845}"/>
          </ac:cxnSpMkLst>
        </pc:cxnChg>
        <pc:cxnChg chg="add mod">
          <ac:chgData name="Jose Diaz" userId="517cb5ef-6fb8-49bc-8303-535c95eee28f" providerId="ADAL" clId="{55A93F46-8806-43C5-8CDF-2E96BA0AF0DB}" dt="2026-06-22T01:02:36.637" v="200" actId="14100"/>
          <ac:cxnSpMkLst>
            <pc:docMk/>
            <pc:sldMk cId="2007032002" sldId="2147483644"/>
            <ac:cxnSpMk id="27" creationId="{E490D7A8-6A53-2258-DBA5-D7207410BD27}"/>
          </ac:cxnSpMkLst>
        </pc:cxnChg>
        <pc:cxnChg chg="add mod">
          <ac:chgData name="Jose Diaz" userId="517cb5ef-6fb8-49bc-8303-535c95eee28f" providerId="ADAL" clId="{55A93F46-8806-43C5-8CDF-2E96BA0AF0DB}" dt="2026-06-22T01:02:23.661" v="194" actId="14100"/>
          <ac:cxnSpMkLst>
            <pc:docMk/>
            <pc:sldMk cId="2007032002" sldId="2147483644"/>
            <ac:cxnSpMk id="28" creationId="{BF5D60BC-51CA-EC70-3FAA-FB77D7E184A2}"/>
          </ac:cxnSpMkLst>
        </pc:cxnChg>
      </pc:sldChg>
      <pc:sldChg chg="addSp delSp modSp add mod">
        <pc:chgData name="Jose Diaz" userId="517cb5ef-6fb8-49bc-8303-535c95eee28f" providerId="ADAL" clId="{55A93F46-8806-43C5-8CDF-2E96BA0AF0DB}" dt="2026-06-22T02:58:35.895" v="1392" actId="14100"/>
        <pc:sldMkLst>
          <pc:docMk/>
          <pc:sldMk cId="1397014236" sldId="2147483645"/>
        </pc:sldMkLst>
        <pc:spChg chg="mod">
          <ac:chgData name="Jose Diaz" userId="517cb5ef-6fb8-49bc-8303-535c95eee28f" providerId="ADAL" clId="{55A93F46-8806-43C5-8CDF-2E96BA0AF0DB}" dt="2026-06-22T02:05:44.785" v="737" actId="20577"/>
          <ac:spMkLst>
            <pc:docMk/>
            <pc:sldMk cId="1397014236" sldId="2147483645"/>
            <ac:spMk id="2" creationId="{05F9C727-A440-F595-F380-943BCD7ACF40}"/>
          </ac:spMkLst>
        </pc:spChg>
        <pc:spChg chg="add mod">
          <ac:chgData name="Jose Diaz" userId="517cb5ef-6fb8-49bc-8303-535c95eee28f" providerId="ADAL" clId="{55A93F46-8806-43C5-8CDF-2E96BA0AF0DB}" dt="2026-06-22T02:31:29.126" v="1134" actId="1076"/>
          <ac:spMkLst>
            <pc:docMk/>
            <pc:sldMk cId="1397014236" sldId="2147483645"/>
            <ac:spMk id="3" creationId="{D0EA79E2-DCD0-918E-0466-DFA39F945774}"/>
          </ac:spMkLst>
        </pc:spChg>
        <pc:spChg chg="add mod">
          <ac:chgData name="Jose Diaz" userId="517cb5ef-6fb8-49bc-8303-535c95eee28f" providerId="ADAL" clId="{55A93F46-8806-43C5-8CDF-2E96BA0AF0DB}" dt="2026-06-22T02:35:03.868" v="1235" actId="1076"/>
          <ac:spMkLst>
            <pc:docMk/>
            <pc:sldMk cId="1397014236" sldId="2147483645"/>
            <ac:spMk id="6" creationId="{B6B0DDEB-B4EE-69EE-EC16-33B651D4C3D5}"/>
          </ac:spMkLst>
        </pc:spChg>
        <pc:spChg chg="del">
          <ac:chgData name="Jose Diaz" userId="517cb5ef-6fb8-49bc-8303-535c95eee28f" providerId="ADAL" clId="{55A93F46-8806-43C5-8CDF-2E96BA0AF0DB}" dt="2026-06-22T02:08:09.111" v="789" actId="21"/>
          <ac:spMkLst>
            <pc:docMk/>
            <pc:sldMk cId="1397014236" sldId="2147483645"/>
            <ac:spMk id="12" creationId="{938D7881-5FB7-A0E3-810E-E4D9B000065F}"/>
          </ac:spMkLst>
        </pc:spChg>
        <pc:spChg chg="add mod">
          <ac:chgData name="Jose Diaz" userId="517cb5ef-6fb8-49bc-8303-535c95eee28f" providerId="ADAL" clId="{55A93F46-8806-43C5-8CDF-2E96BA0AF0DB}" dt="2026-06-22T02:40:35.185" v="1245" actId="1076"/>
          <ac:spMkLst>
            <pc:docMk/>
            <pc:sldMk cId="1397014236" sldId="2147483645"/>
            <ac:spMk id="14" creationId="{F3A8BFFD-5604-5D0D-2527-5A1B07C41790}"/>
          </ac:spMkLst>
        </pc:spChg>
        <pc:spChg chg="add mod">
          <ac:chgData name="Jose Diaz" userId="517cb5ef-6fb8-49bc-8303-535c95eee28f" providerId="ADAL" clId="{55A93F46-8806-43C5-8CDF-2E96BA0AF0DB}" dt="2026-06-22T02:41:40.281" v="1250" actId="1076"/>
          <ac:spMkLst>
            <pc:docMk/>
            <pc:sldMk cId="1397014236" sldId="2147483645"/>
            <ac:spMk id="15" creationId="{A08EA628-D6FA-BEDD-0B83-22C8452DE349}"/>
          </ac:spMkLst>
        </pc:spChg>
        <pc:spChg chg="add mod">
          <ac:chgData name="Jose Diaz" userId="517cb5ef-6fb8-49bc-8303-535c95eee28f" providerId="ADAL" clId="{55A93F46-8806-43C5-8CDF-2E96BA0AF0DB}" dt="2026-06-22T02:43:01.374" v="1358" actId="1076"/>
          <ac:spMkLst>
            <pc:docMk/>
            <pc:sldMk cId="1397014236" sldId="2147483645"/>
            <ac:spMk id="16" creationId="{E6797879-25A5-0724-912B-D28DF2F1BED0}"/>
          </ac:spMkLst>
        </pc:spChg>
        <pc:spChg chg="add mod">
          <ac:chgData name="Jose Diaz" userId="517cb5ef-6fb8-49bc-8303-535c95eee28f" providerId="ADAL" clId="{55A93F46-8806-43C5-8CDF-2E96BA0AF0DB}" dt="2026-06-22T02:58:32.010" v="1391" actId="1076"/>
          <ac:spMkLst>
            <pc:docMk/>
            <pc:sldMk cId="1397014236" sldId="2147483645"/>
            <ac:spMk id="21" creationId="{B5CC6A42-4FC6-04B3-838E-5F9A296780C2}"/>
          </ac:spMkLst>
        </pc:spChg>
        <pc:picChg chg="add mod">
          <ac:chgData name="Jose Diaz" userId="517cb5ef-6fb8-49bc-8303-535c95eee28f" providerId="ADAL" clId="{55A93F46-8806-43C5-8CDF-2E96BA0AF0DB}" dt="2026-06-22T02:33:55.105" v="1142" actId="1076"/>
          <ac:picMkLst>
            <pc:docMk/>
            <pc:sldMk cId="1397014236" sldId="2147483645"/>
            <ac:picMk id="5" creationId="{00539115-813B-70B7-9569-CE901FD769D0}"/>
          </ac:picMkLst>
        </pc:picChg>
        <pc:cxnChg chg="add mod">
          <ac:chgData name="Jose Diaz" userId="517cb5ef-6fb8-49bc-8303-535c95eee28f" providerId="ADAL" clId="{55A93F46-8806-43C5-8CDF-2E96BA0AF0DB}" dt="2026-06-22T02:34:58.772" v="1234" actId="14100"/>
          <ac:cxnSpMkLst>
            <pc:docMk/>
            <pc:sldMk cId="1397014236" sldId="2147483645"/>
            <ac:cxnSpMk id="8" creationId="{A6E3DEAF-20C0-66D4-A34A-4ED22FBD856B}"/>
          </ac:cxnSpMkLst>
        </pc:cxnChg>
        <pc:cxnChg chg="add">
          <ac:chgData name="Jose Diaz" userId="517cb5ef-6fb8-49bc-8303-535c95eee28f" providerId="ADAL" clId="{55A93F46-8806-43C5-8CDF-2E96BA0AF0DB}" dt="2026-06-22T02:43:16.814" v="1359" actId="11529"/>
          <ac:cxnSpMkLst>
            <pc:docMk/>
            <pc:sldMk cId="1397014236" sldId="2147483645"/>
            <ac:cxnSpMk id="18" creationId="{4F13BCB0-F8CC-5216-36A2-B7294047F184}"/>
          </ac:cxnSpMkLst>
        </pc:cxnChg>
        <pc:cxnChg chg="add mod">
          <ac:chgData name="Jose Diaz" userId="517cb5ef-6fb8-49bc-8303-535c95eee28f" providerId="ADAL" clId="{55A93F46-8806-43C5-8CDF-2E96BA0AF0DB}" dt="2026-06-22T02:43:29.170" v="1362" actId="14100"/>
          <ac:cxnSpMkLst>
            <pc:docMk/>
            <pc:sldMk cId="1397014236" sldId="2147483645"/>
            <ac:cxnSpMk id="19" creationId="{07375D7B-B754-ABB9-7653-6E842ACEF865}"/>
          </ac:cxnSpMkLst>
        </pc:cxnChg>
        <pc:cxnChg chg="add mod">
          <ac:chgData name="Jose Diaz" userId="517cb5ef-6fb8-49bc-8303-535c95eee28f" providerId="ADAL" clId="{55A93F46-8806-43C5-8CDF-2E96BA0AF0DB}" dt="2026-06-22T02:58:35.895" v="1392" actId="14100"/>
          <ac:cxnSpMkLst>
            <pc:docMk/>
            <pc:sldMk cId="1397014236" sldId="2147483645"/>
            <ac:cxnSpMk id="22" creationId="{F29DC008-1E61-5910-52E8-BADC359E2A7B}"/>
          </ac:cxnSpMkLst>
        </pc:cxnChg>
      </pc:sldChg>
      <pc:sldChg chg="addSp delSp modSp add mod">
        <pc:chgData name="Jose Diaz" userId="517cb5ef-6fb8-49bc-8303-535c95eee28f" providerId="ADAL" clId="{55A93F46-8806-43C5-8CDF-2E96BA0AF0DB}" dt="2026-06-22T20:09:48.543" v="3547" actId="113"/>
        <pc:sldMkLst>
          <pc:docMk/>
          <pc:sldMk cId="4160093216" sldId="2147483646"/>
        </pc:sldMkLst>
        <pc:spChg chg="mod">
          <ac:chgData name="Jose Diaz" userId="517cb5ef-6fb8-49bc-8303-535c95eee28f" providerId="ADAL" clId="{55A93F46-8806-43C5-8CDF-2E96BA0AF0DB}" dt="2026-06-22T02:20:02.196" v="838" actId="20577"/>
          <ac:spMkLst>
            <pc:docMk/>
            <pc:sldMk cId="4160093216" sldId="2147483646"/>
            <ac:spMk id="2" creationId="{56CFC613-40A7-7FDB-3128-D3088CCB10C5}"/>
          </ac:spMkLst>
        </pc:spChg>
        <pc:spChg chg="add del mod">
          <ac:chgData name="Jose Diaz" userId="517cb5ef-6fb8-49bc-8303-535c95eee28f" providerId="ADAL" clId="{55A93F46-8806-43C5-8CDF-2E96BA0AF0DB}" dt="2026-06-22T14:19:04.020" v="1395" actId="21"/>
          <ac:spMkLst>
            <pc:docMk/>
            <pc:sldMk cId="4160093216" sldId="2147483646"/>
            <ac:spMk id="3" creationId="{4ABF9BC2-5C9A-5D09-6B82-D0FDC7D37299}"/>
          </ac:spMkLst>
        </pc:spChg>
        <pc:spChg chg="add mod">
          <ac:chgData name="Jose Diaz" userId="517cb5ef-6fb8-49bc-8303-535c95eee28f" providerId="ADAL" clId="{55A93F46-8806-43C5-8CDF-2E96BA0AF0DB}" dt="2026-06-22T20:09:48.543" v="3547" actId="113"/>
          <ac:spMkLst>
            <pc:docMk/>
            <pc:sldMk cId="4160093216" sldId="2147483646"/>
            <ac:spMk id="3" creationId="{D49B603F-0A49-BAED-1003-F80121B69308}"/>
          </ac:spMkLst>
        </pc:spChg>
        <pc:spChg chg="add del mod">
          <ac:chgData name="Jose Diaz" userId="517cb5ef-6fb8-49bc-8303-535c95eee28f" providerId="ADAL" clId="{55A93F46-8806-43C5-8CDF-2E96BA0AF0DB}" dt="2026-06-22T14:19:21.959" v="1398" actId="478"/>
          <ac:spMkLst>
            <pc:docMk/>
            <pc:sldMk cId="4160093216" sldId="2147483646"/>
            <ac:spMk id="4" creationId="{3BCAAB1C-D8A7-AEE0-A3DE-0E094998648F}"/>
          </ac:spMkLst>
        </pc:spChg>
        <pc:spChg chg="mod">
          <ac:chgData name="Jose Diaz" userId="517cb5ef-6fb8-49bc-8303-535c95eee28f" providerId="ADAL" clId="{55A93F46-8806-43C5-8CDF-2E96BA0AF0DB}" dt="2026-06-22T15:16:39.789" v="1673" actId="1076"/>
          <ac:spMkLst>
            <pc:docMk/>
            <pc:sldMk cId="4160093216" sldId="2147483646"/>
            <ac:spMk id="12" creationId="{3122B023-9F7F-173D-D1B8-545E23622360}"/>
          </ac:spMkLst>
        </pc:spChg>
        <pc:picChg chg="add mod">
          <ac:chgData name="Jose Diaz" userId="517cb5ef-6fb8-49bc-8303-535c95eee28f" providerId="ADAL" clId="{55A93F46-8806-43C5-8CDF-2E96BA0AF0DB}" dt="2026-06-22T15:15:59.581" v="1671" actId="14100"/>
          <ac:picMkLst>
            <pc:docMk/>
            <pc:sldMk cId="4160093216" sldId="2147483646"/>
            <ac:picMk id="6" creationId="{75C7D002-E88F-C7A4-279C-CDBE969EAB18}"/>
          </ac:picMkLst>
        </pc:picChg>
        <pc:picChg chg="add mod">
          <ac:chgData name="Jose Diaz" userId="517cb5ef-6fb8-49bc-8303-535c95eee28f" providerId="ADAL" clId="{55A93F46-8806-43C5-8CDF-2E96BA0AF0DB}" dt="2026-06-22T15:16:47.727" v="1675"/>
          <ac:picMkLst>
            <pc:docMk/>
            <pc:sldMk cId="4160093216" sldId="2147483646"/>
            <ac:picMk id="7" creationId="{2A105642-E6E1-CF95-0B20-C4204D7F1D33}"/>
          </ac:picMkLst>
        </pc:picChg>
        <pc:picChg chg="add mod">
          <ac:chgData name="Jose Diaz" userId="517cb5ef-6fb8-49bc-8303-535c95eee28f" providerId="ADAL" clId="{55A93F46-8806-43C5-8CDF-2E96BA0AF0DB}" dt="2026-06-22T20:09:37.961" v="3546" actId="1076"/>
          <ac:picMkLst>
            <pc:docMk/>
            <pc:sldMk cId="4160093216" sldId="2147483646"/>
            <ac:picMk id="8" creationId="{3E725FBF-266B-DEC8-466D-9F3626CF9517}"/>
          </ac:picMkLst>
        </pc:picChg>
        <pc:cxnChg chg="add del">
          <ac:chgData name="Jose Diaz" userId="517cb5ef-6fb8-49bc-8303-535c95eee28f" providerId="ADAL" clId="{55A93F46-8806-43C5-8CDF-2E96BA0AF0DB}" dt="2026-06-22T20:09:30.472" v="3544" actId="478"/>
          <ac:cxnSpMkLst>
            <pc:docMk/>
            <pc:sldMk cId="4160093216" sldId="2147483646"/>
            <ac:cxnSpMk id="5" creationId="{DD4E1CBE-1862-81AA-378F-2F7A71DB9EF9}"/>
          </ac:cxnSpMkLst>
        </pc:cxnChg>
      </pc:sldChg>
      <pc:sldChg chg="addSp modSp add mod">
        <pc:chgData name="Jose Diaz" userId="517cb5ef-6fb8-49bc-8303-535c95eee28f" providerId="ADAL" clId="{55A93F46-8806-43C5-8CDF-2E96BA0AF0DB}" dt="2026-06-22T19:43:08.143" v="3279" actId="20577"/>
        <pc:sldMkLst>
          <pc:docMk/>
          <pc:sldMk cId="2836484904" sldId="2147483647"/>
        </pc:sldMkLst>
        <pc:spChg chg="mod">
          <ac:chgData name="Jose Diaz" userId="517cb5ef-6fb8-49bc-8303-535c95eee28f" providerId="ADAL" clId="{55A93F46-8806-43C5-8CDF-2E96BA0AF0DB}" dt="2026-06-22T02:20:26.721" v="863" actId="20577"/>
          <ac:spMkLst>
            <pc:docMk/>
            <pc:sldMk cId="2836484904" sldId="2147483647"/>
            <ac:spMk id="2" creationId="{A39EAA46-A116-479C-5DB6-093642708A28}"/>
          </ac:spMkLst>
        </pc:spChg>
        <pc:spChg chg="add mod">
          <ac:chgData name="Jose Diaz" userId="517cb5ef-6fb8-49bc-8303-535c95eee28f" providerId="ADAL" clId="{55A93F46-8806-43C5-8CDF-2E96BA0AF0DB}" dt="2026-06-22T18:46:42.447" v="2895" actId="14100"/>
          <ac:spMkLst>
            <pc:docMk/>
            <pc:sldMk cId="2836484904" sldId="2147483647"/>
            <ac:spMk id="3" creationId="{F1361003-31DD-C34F-5184-8F13BA86BE13}"/>
          </ac:spMkLst>
        </pc:spChg>
        <pc:spChg chg="add mod">
          <ac:chgData name="Jose Diaz" userId="517cb5ef-6fb8-49bc-8303-535c95eee28f" providerId="ADAL" clId="{55A93F46-8806-43C5-8CDF-2E96BA0AF0DB}" dt="2026-06-22T18:36:51.305" v="2478" actId="20577"/>
          <ac:spMkLst>
            <pc:docMk/>
            <pc:sldMk cId="2836484904" sldId="2147483647"/>
            <ac:spMk id="4" creationId="{A40A1A1F-8FA0-6F48-3B45-A814D9B2CC93}"/>
          </ac:spMkLst>
        </pc:spChg>
        <pc:spChg chg="add mod">
          <ac:chgData name="Jose Diaz" userId="517cb5ef-6fb8-49bc-8303-535c95eee28f" providerId="ADAL" clId="{55A93F46-8806-43C5-8CDF-2E96BA0AF0DB}" dt="2026-06-22T19:41:17.727" v="3221" actId="20577"/>
          <ac:spMkLst>
            <pc:docMk/>
            <pc:sldMk cId="2836484904" sldId="2147483647"/>
            <ac:spMk id="5" creationId="{AF771F3D-321F-25EB-0E7D-4E5E6B4A86AD}"/>
          </ac:spMkLst>
        </pc:spChg>
        <pc:spChg chg="add mod">
          <ac:chgData name="Jose Diaz" userId="517cb5ef-6fb8-49bc-8303-535c95eee28f" providerId="ADAL" clId="{55A93F46-8806-43C5-8CDF-2E96BA0AF0DB}" dt="2026-06-22T18:46:55.482" v="2897" actId="14100"/>
          <ac:spMkLst>
            <pc:docMk/>
            <pc:sldMk cId="2836484904" sldId="2147483647"/>
            <ac:spMk id="6" creationId="{1E3527E0-19E4-D1BB-DBDD-963923B640C7}"/>
          </ac:spMkLst>
        </pc:spChg>
        <pc:spChg chg="add mod">
          <ac:chgData name="Jose Diaz" userId="517cb5ef-6fb8-49bc-8303-535c95eee28f" providerId="ADAL" clId="{55A93F46-8806-43C5-8CDF-2E96BA0AF0DB}" dt="2026-06-22T18:43:30.115" v="2634" actId="20577"/>
          <ac:spMkLst>
            <pc:docMk/>
            <pc:sldMk cId="2836484904" sldId="2147483647"/>
            <ac:spMk id="7" creationId="{AACC4EAF-C07F-DDCD-1D5D-59904F0C2726}"/>
          </ac:spMkLst>
        </pc:spChg>
        <pc:spChg chg="add mod">
          <ac:chgData name="Jose Diaz" userId="517cb5ef-6fb8-49bc-8303-535c95eee28f" providerId="ADAL" clId="{55A93F46-8806-43C5-8CDF-2E96BA0AF0DB}" dt="2026-06-22T19:43:08.143" v="3279" actId="20577"/>
          <ac:spMkLst>
            <pc:docMk/>
            <pc:sldMk cId="2836484904" sldId="2147483647"/>
            <ac:spMk id="8" creationId="{70D2C79A-4CFE-56F1-43FE-3DAB0D8E87FB}"/>
          </ac:spMkLst>
        </pc:spChg>
        <pc:spChg chg="add mod">
          <ac:chgData name="Jose Diaz" userId="517cb5ef-6fb8-49bc-8303-535c95eee28f" providerId="ADAL" clId="{55A93F46-8806-43C5-8CDF-2E96BA0AF0DB}" dt="2026-06-22T18:47:03.287" v="2899" actId="14100"/>
          <ac:spMkLst>
            <pc:docMk/>
            <pc:sldMk cId="2836484904" sldId="2147483647"/>
            <ac:spMk id="9" creationId="{3E371292-6DA2-65CD-A7E8-99C1FB6570D7}"/>
          </ac:spMkLst>
        </pc:spChg>
        <pc:spChg chg="add mod">
          <ac:chgData name="Jose Diaz" userId="517cb5ef-6fb8-49bc-8303-535c95eee28f" providerId="ADAL" clId="{55A93F46-8806-43C5-8CDF-2E96BA0AF0DB}" dt="2026-06-22T18:44:53.071" v="2762" actId="20577"/>
          <ac:spMkLst>
            <pc:docMk/>
            <pc:sldMk cId="2836484904" sldId="2147483647"/>
            <ac:spMk id="10" creationId="{B35E1513-A551-7010-E7AF-E373221F3053}"/>
          </ac:spMkLst>
        </pc:spChg>
        <pc:spChg chg="add mod">
          <ac:chgData name="Jose Diaz" userId="517cb5ef-6fb8-49bc-8303-535c95eee28f" providerId="ADAL" clId="{55A93F46-8806-43C5-8CDF-2E96BA0AF0DB}" dt="2026-06-22T19:42:08.931" v="3270" actId="20577"/>
          <ac:spMkLst>
            <pc:docMk/>
            <pc:sldMk cId="2836484904" sldId="2147483647"/>
            <ac:spMk id="11" creationId="{7B2AA580-EA34-DE5C-A803-7157E3356438}"/>
          </ac:spMkLst>
        </pc:spChg>
        <pc:spChg chg="mod">
          <ac:chgData name="Jose Diaz" userId="517cb5ef-6fb8-49bc-8303-535c95eee28f" providerId="ADAL" clId="{55A93F46-8806-43C5-8CDF-2E96BA0AF0DB}" dt="2026-06-22T18:47:24.911" v="2903" actId="20577"/>
          <ac:spMkLst>
            <pc:docMk/>
            <pc:sldMk cId="2836484904" sldId="2147483647"/>
            <ac:spMk id="12" creationId="{9A6AB599-BF61-20F6-C872-3F1521C9CB95}"/>
          </ac:spMkLst>
        </pc:spChg>
        <pc:spChg chg="add mod">
          <ac:chgData name="Jose Diaz" userId="517cb5ef-6fb8-49bc-8303-535c95eee28f" providerId="ADAL" clId="{55A93F46-8806-43C5-8CDF-2E96BA0AF0DB}" dt="2026-06-22T19:35:55.774" v="3029" actId="20577"/>
          <ac:spMkLst>
            <pc:docMk/>
            <pc:sldMk cId="2836484904" sldId="2147483647"/>
            <ac:spMk id="19" creationId="{B2F83057-FF97-014E-1388-EC16EF9E5BDA}"/>
          </ac:spMkLst>
        </pc:spChg>
        <pc:cxnChg chg="mod">
          <ac:chgData name="Jose Diaz" userId="517cb5ef-6fb8-49bc-8303-535c95eee28f" providerId="ADAL" clId="{55A93F46-8806-43C5-8CDF-2E96BA0AF0DB}" dt="2026-06-22T18:46:55.482" v="2897" actId="14100"/>
          <ac:cxnSpMkLst>
            <pc:docMk/>
            <pc:sldMk cId="2836484904" sldId="2147483647"/>
            <ac:cxnSpMk id="13" creationId="{BF4CEB30-2859-74F3-D751-F3DEE893768A}"/>
          </ac:cxnSpMkLst>
        </pc:cxnChg>
        <pc:cxnChg chg="add mod">
          <ac:chgData name="Jose Diaz" userId="517cb5ef-6fb8-49bc-8303-535c95eee28f" providerId="ADAL" clId="{55A93F46-8806-43C5-8CDF-2E96BA0AF0DB}" dt="2026-06-22T18:47:03.287" v="2899" actId="14100"/>
          <ac:cxnSpMkLst>
            <pc:docMk/>
            <pc:sldMk cId="2836484904" sldId="2147483647"/>
            <ac:cxnSpMk id="14" creationId="{6392BEFA-9682-794E-C55F-3236DC79D53F}"/>
          </ac:cxnSpMkLst>
        </pc:cxnChg>
      </pc:sld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13F7A-D799-47D8-B0C0-7C909CCFF8FB}" type="datetimeFigureOut"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CE71-FD4B-43E3-A8CE-38A62705FA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D421C6B-9F5B-4DB8-A455-F9B42A1B54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00801"/>
            <a:ext cx="5486313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IBM Consulting / ©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57B4B170-B75A-4566-BD1C-C1A3AC9774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400801"/>
            <a:ext cx="2438309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E55ADD0-679D-766C-B0A5-B16098B2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11606693" cy="860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18601E-3127-8A99-E91E-5885361C43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756834"/>
            <a:ext cx="11582400" cy="45444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0821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21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sz="2400">
                <a:solidFill>
                  <a:srgbClr val="3C3C3B"/>
                </a:solidFill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355F-22F0-684D-B046-094980D10CE1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9B7C6-3FEA-7848-A062-37F8F6368D0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50287" y="-5321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46911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lf Frame 4">
            <a:extLst>
              <a:ext uri="{FF2B5EF4-FFF2-40B4-BE49-F238E27FC236}">
                <a16:creationId xmlns:a16="http://schemas.microsoft.com/office/drawing/2014/main" id="{6581409C-6125-F298-D37A-31D8253DA6C0}"/>
              </a:ext>
            </a:extLst>
          </p:cNvPr>
          <p:cNvSpPr/>
          <p:nvPr userDrawn="1"/>
        </p:nvSpPr>
        <p:spPr>
          <a:xfrm rot="5400000">
            <a:off x="10427853" y="-341746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D445B04-5630-FADB-A52F-C02F082ED06B}"/>
              </a:ext>
            </a:extLst>
          </p:cNvPr>
          <p:cNvSpPr/>
          <p:nvPr userDrawn="1"/>
        </p:nvSpPr>
        <p:spPr>
          <a:xfrm rot="16200000">
            <a:off x="341748" y="5093852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57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6" r:id="rId24"/>
    <p:sldLayoutId id="2147483697" r:id="rId25"/>
    <p:sldLayoutId id="2147483698" r:id="rId2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08" y="1270659"/>
            <a:ext cx="11705493" cy="3272557"/>
          </a:xfrm>
        </p:spPr>
        <p:txBody>
          <a:bodyPr/>
          <a:lstStyle/>
          <a:p>
            <a:r>
              <a:rPr lang="en-US" sz="4250" dirty="0">
                <a:latin typeface="Montserrat"/>
              </a:rPr>
              <a:t>Manage Contact History </a:t>
            </a:r>
            <a:br>
              <a:rPr lang="en-US" sz="4250" dirty="0">
                <a:latin typeface="Montserrat"/>
              </a:rPr>
            </a:br>
            <a:r>
              <a:rPr lang="en-US" sz="4250">
                <a:latin typeface="Montserrat"/>
              </a:rPr>
              <a:t>Workshop A-2</a:t>
            </a:r>
            <a:br>
              <a:rPr lang="en-US" sz="4250" dirty="0">
                <a:latin typeface="Montserrat"/>
              </a:rPr>
            </a:br>
            <a:br>
              <a:rPr lang="en-US" sz="4250" dirty="0">
                <a:latin typeface="Montserrat"/>
              </a:rPr>
            </a:br>
            <a:r>
              <a:rPr lang="en-US" sz="2800" b="1">
                <a:latin typeface="Montserrat"/>
              </a:rPr>
              <a:t>Jose Diaz and Mohanta Das</a:t>
            </a:r>
            <a:br>
              <a:rPr lang="en-US" sz="2800" dirty="0">
                <a:latin typeface="Montserrat"/>
              </a:rPr>
            </a:br>
            <a:r>
              <a:rPr lang="en-US" sz="2800" dirty="0">
                <a:highlight>
                  <a:srgbClr val="FFFF00"/>
                </a:highlight>
                <a:latin typeface="Montserrat"/>
              </a:rPr>
              <a:t>6/23/26</a:t>
            </a:r>
            <a:endParaRPr lang="en-US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xfrm>
            <a:off x="268516" y="412769"/>
            <a:ext cx="11375136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2800" b="1">
                <a:latin typeface="Montserrat"/>
              </a:rPr>
              <a:t>Overarching Design Principles</a:t>
            </a:r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257027" y="4480549"/>
            <a:ext cx="5765213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Minimize customizations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58375" y="4495995"/>
            <a:ext cx="5766069" cy="1457100"/>
            <a:chOff x="4684200" y="2235351"/>
            <a:chExt cx="4324552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582308"/>
              <a:ext cx="3292708" cy="715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‘Best of Breed’ by exception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265344" y="2853848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Fit to Standard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417;g32789fbb2d8_0_389">
            <a:extLst>
              <a:ext uri="{FF2B5EF4-FFF2-40B4-BE49-F238E27FC236}">
                <a16:creationId xmlns:a16="http://schemas.microsoft.com/office/drawing/2014/main" id="{E908B7A6-2C7E-0E4F-24F6-146F9D47ABBB}"/>
              </a:ext>
            </a:extLst>
          </p:cNvPr>
          <p:cNvSpPr/>
          <p:nvPr/>
        </p:nvSpPr>
        <p:spPr>
          <a:xfrm>
            <a:off x="7666911" y="2844429"/>
            <a:ext cx="4329190" cy="482294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Rationalize Applications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grpSp>
        <p:nvGrpSpPr>
          <p:cNvPr id="421" name="Google Shape;421;g32789fbb2d8_0_389"/>
          <p:cNvGrpSpPr/>
          <p:nvPr/>
        </p:nvGrpSpPr>
        <p:grpSpPr>
          <a:xfrm>
            <a:off x="7653078" y="2830813"/>
            <a:ext cx="4363265" cy="1525551"/>
            <a:chOff x="347967" y="4648260"/>
            <a:chExt cx="5145358" cy="1773900"/>
          </a:xfrm>
        </p:grpSpPr>
        <p:sp>
          <p:nvSpPr>
            <p:cNvPr id="422" name="Google Shape;422;g32789fbb2d8_0_389"/>
            <p:cNvSpPr txBox="1"/>
            <p:nvPr/>
          </p:nvSpPr>
          <p:spPr>
            <a:xfrm>
              <a:off x="347967" y="5411928"/>
              <a:ext cx="5137800" cy="85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standardize and rationalize our applications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 to control costs and reduce the complexity of our IT estate.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23" name="Google Shape;423;g32789fbb2d8_0_389"/>
            <p:cNvSpPr/>
            <p:nvPr/>
          </p:nvSpPr>
          <p:spPr>
            <a:xfrm>
              <a:off x="355525" y="4648260"/>
              <a:ext cx="5137800" cy="177390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4" name="Google Shape;424;g32789fbb2d8_0_389"/>
          <p:cNvSpPr/>
          <p:nvPr/>
        </p:nvSpPr>
        <p:spPr>
          <a:xfrm>
            <a:off x="6267763" y="2830872"/>
            <a:ext cx="1394400" cy="1525497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2789fbb2d8_0_389" descr="Money outlin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9848" y="3136391"/>
            <a:ext cx="914400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2789fbb2d8_0_389"/>
          <p:cNvSpPr/>
          <p:nvPr/>
        </p:nvSpPr>
        <p:spPr>
          <a:xfrm>
            <a:off x="7639921" y="1222976"/>
            <a:ext cx="4370466" cy="1493384"/>
          </a:xfrm>
          <a:prstGeom prst="rect">
            <a:avLst/>
          </a:prstGeom>
          <a:noFill/>
          <a:ln w="19050" cap="flat" cmpd="sng">
            <a:solidFill>
              <a:srgbClr val="007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454947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2789fbb2d8_0_389"/>
          <p:cNvSpPr txBox="1"/>
          <p:nvPr/>
        </p:nvSpPr>
        <p:spPr>
          <a:xfrm>
            <a:off x="7655878" y="1885987"/>
            <a:ext cx="435685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We will adopt an “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first” strategy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with all financial and operational data housed within SAP. </a:t>
            </a:r>
            <a:endParaRPr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429" name="Google Shape;429;g32789fbb2d8_0_389"/>
          <p:cNvSpPr/>
          <p:nvPr/>
        </p:nvSpPr>
        <p:spPr>
          <a:xfrm>
            <a:off x="6245604" y="1222900"/>
            <a:ext cx="1394400" cy="1493363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89fbb2d8_0_389"/>
          <p:cNvSpPr/>
          <p:nvPr/>
        </p:nvSpPr>
        <p:spPr>
          <a:xfrm>
            <a:off x="6333200" y="1314913"/>
            <a:ext cx="1200800" cy="1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pic>
        <p:nvPicPr>
          <p:cNvPr id="435" name="Google Shape;435;g32789fbb2d8_0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5079" y="1732852"/>
            <a:ext cx="956853" cy="47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7;g32789fbb2d8_0_389">
            <a:extLst>
              <a:ext uri="{FF2B5EF4-FFF2-40B4-BE49-F238E27FC236}">
                <a16:creationId xmlns:a16="http://schemas.microsoft.com/office/drawing/2014/main" id="{7C3A552F-1141-4B0A-0498-135B5978438F}"/>
              </a:ext>
            </a:extLst>
          </p:cNvPr>
          <p:cNvSpPr/>
          <p:nvPr/>
        </p:nvSpPr>
        <p:spPr>
          <a:xfrm>
            <a:off x="7653386" y="1236567"/>
            <a:ext cx="4357000" cy="482295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717F-3571-D9A9-D060-149F7AABBC00}"/>
              </a:ext>
            </a:extLst>
          </p:cNvPr>
          <p:cNvSpPr txBox="1"/>
          <p:nvPr/>
        </p:nvSpPr>
        <p:spPr>
          <a:xfrm>
            <a:off x="254000" y="1236577"/>
            <a:ext cx="5724357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ea typeface="+mn-lt"/>
                <a:cs typeface="+mn-lt"/>
              </a:rPr>
              <a:t>The goal of this project is to utilize standard Service Cloud V2 capabilities with minimal customizations.  We will strive to modify our processes to Fit-to-Standard SAP technology as much as possible. </a:t>
            </a:r>
            <a:endParaRPr lang="en-US" sz="1600" b="1" i="1"/>
          </a:p>
        </p:txBody>
      </p:sp>
    </p:spTree>
    <p:extLst>
      <p:ext uri="{BB962C8B-B14F-4D97-AF65-F5344CB8AC3E}">
        <p14:creationId xmlns:p14="http://schemas.microsoft.com/office/powerpoint/2010/main" val="111019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217" y="332997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78971" y="952073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796190" y="1221248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744629" y="1656931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F14BB83-26F6-F81B-257F-AB1BDE8BC505}"/>
              </a:ext>
            </a:extLst>
          </p:cNvPr>
          <p:cNvCxnSpPr>
            <a:cxnSpLocks/>
          </p:cNvCxnSpPr>
          <p:nvPr/>
        </p:nvCxnSpPr>
        <p:spPr>
          <a:xfrm>
            <a:off x="744629" y="4128660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744629" y="1649212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744629" y="2461800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44629" y="2852130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744629" y="2053928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5E7236-32C8-A033-8F10-76C1A5930AEA}"/>
              </a:ext>
            </a:extLst>
          </p:cNvPr>
          <p:cNvSpPr txBox="1">
            <a:spLocks/>
          </p:cNvSpPr>
          <p:nvPr/>
        </p:nvSpPr>
        <p:spPr>
          <a:xfrm>
            <a:off x="744629" y="3306877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06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744629" y="1244026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744647" y="2452260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744629" y="329350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19849" y="3686303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744647" y="2863542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146100" y="1194089"/>
            <a:ext cx="10739400" cy="29540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Scope, Purpose, Objective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Alerts/Highlights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2"/>
                </a:solidFill>
                <a:ea typeface="+mn-lt"/>
                <a:cs typeface="+mn-lt"/>
              </a:rPr>
              <a:t>BREAK – 10 Mins</a:t>
            </a:r>
            <a:endParaRPr lang="en-US">
              <a:solidFill>
                <a:schemeClr val="accent2"/>
              </a:solidFill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/>
              <a:t>Future State Assumptions</a:t>
            </a:r>
          </a:p>
          <a:p>
            <a:pPr>
              <a:lnSpc>
                <a:spcPct val="150000"/>
              </a:lnSpc>
            </a:pPr>
            <a:r>
              <a:rPr lang="en-US"/>
              <a:t>FRICE-W</a:t>
            </a:r>
          </a:p>
          <a:p>
            <a:pPr>
              <a:lnSpc>
                <a:spcPct val="150000"/>
              </a:lnSpc>
            </a:pPr>
            <a:r>
              <a:rPr lang="en-US"/>
              <a:t>Drafted User Stories</a:t>
            </a:r>
          </a:p>
          <a:p>
            <a:pPr>
              <a:lnSpc>
                <a:spcPct val="150000"/>
              </a:lnSpc>
            </a:pPr>
            <a:r>
              <a:rPr lang="en-US"/>
              <a:t>Decisions, Action Items, Change Impacts, Wrap-Up, and Next Steps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37498B5-50A6-1993-F4E6-D125CEC4558D}"/>
              </a:ext>
            </a:extLst>
          </p:cNvPr>
          <p:cNvSpPr txBox="1">
            <a:spLocks/>
          </p:cNvSpPr>
          <p:nvPr/>
        </p:nvSpPr>
        <p:spPr>
          <a:xfrm>
            <a:off x="744629" y="3712063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07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47A323-8294-0E08-D343-EAD02302621C}"/>
              </a:ext>
            </a:extLst>
          </p:cNvPr>
          <p:cNvCxnSpPr>
            <a:cxnSpLocks/>
          </p:cNvCxnSpPr>
          <p:nvPr/>
        </p:nvCxnSpPr>
        <p:spPr>
          <a:xfrm>
            <a:off x="721009" y="205071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01</a:t>
            </a:r>
            <a:r>
              <a:rPr lang="en-US" sz="4250">
                <a:latin typeface="Montserrat"/>
              </a:rPr>
              <a:t> Scope, Purpose, Objective</a:t>
            </a:r>
            <a:br>
              <a:rPr lang="en-GB" sz="4400"/>
            </a:br>
            <a:br>
              <a:rPr lang="en-CA" sz="4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1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40" y="272224"/>
            <a:ext cx="11375136" cy="609600"/>
          </a:xfrm>
        </p:spPr>
        <p:txBody>
          <a:bodyPr>
            <a:normAutofit/>
          </a:bodyPr>
          <a:lstStyle/>
          <a:p>
            <a:r>
              <a:rPr lang="en-US">
                <a:latin typeface="Montserrat"/>
              </a:rPr>
              <a:t>Scope, Purpose, Objectives</a:t>
            </a:r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41648DD-4218-4BE8-7835-E2FEC3AD90A5}"/>
              </a:ext>
            </a:extLst>
          </p:cNvPr>
          <p:cNvSpPr/>
          <p:nvPr/>
        </p:nvSpPr>
        <p:spPr>
          <a:xfrm>
            <a:off x="668741" y="1709382"/>
            <a:ext cx="3324971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61822E-C6DD-3567-E7D0-EB09E981B1A4}"/>
              </a:ext>
            </a:extLst>
          </p:cNvPr>
          <p:cNvSpPr/>
          <p:nvPr/>
        </p:nvSpPr>
        <p:spPr>
          <a:xfrm>
            <a:off x="4433248" y="1720754"/>
            <a:ext cx="3313065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2FBCF2D-842F-77C1-E421-560EFB911469}"/>
              </a:ext>
            </a:extLst>
          </p:cNvPr>
          <p:cNvSpPr/>
          <p:nvPr/>
        </p:nvSpPr>
        <p:spPr>
          <a:xfrm>
            <a:off x="8288740" y="1720753"/>
            <a:ext cx="3336877" cy="42147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7AC8526-0BC0-5086-C656-0FB2FF4449F2}"/>
              </a:ext>
            </a:extLst>
          </p:cNvPr>
          <p:cNvSpPr/>
          <p:nvPr/>
        </p:nvSpPr>
        <p:spPr>
          <a:xfrm>
            <a:off x="663765" y="1101629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89469BA-CFF6-D096-4A3C-61901337270E}"/>
              </a:ext>
            </a:extLst>
          </p:cNvPr>
          <p:cNvSpPr/>
          <p:nvPr/>
        </p:nvSpPr>
        <p:spPr>
          <a:xfrm>
            <a:off x="4428272" y="1101628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7D1D11F0-635C-A5D2-ABC6-26B771A1B782}"/>
              </a:ext>
            </a:extLst>
          </p:cNvPr>
          <p:cNvSpPr/>
          <p:nvPr/>
        </p:nvSpPr>
        <p:spPr>
          <a:xfrm>
            <a:off x="8343295" y="1101627"/>
            <a:ext cx="3277880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488D4D5-5CD8-4795-9990-CE0CF387E5E3}"/>
              </a:ext>
            </a:extLst>
          </p:cNvPr>
          <p:cNvSpPr txBox="1"/>
          <p:nvPr/>
        </p:nvSpPr>
        <p:spPr>
          <a:xfrm>
            <a:off x="113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Scope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35DA-84BE-BABC-7597-E1E0AC846AEA}"/>
              </a:ext>
            </a:extLst>
          </p:cNvPr>
          <p:cNvSpPr txBox="1"/>
          <p:nvPr/>
        </p:nvSpPr>
        <p:spPr>
          <a:xfrm>
            <a:off x="4906329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Purpose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74CF1-E679-4FA2-4961-699915B99E26}"/>
              </a:ext>
            </a:extLst>
          </p:cNvPr>
          <p:cNvSpPr txBox="1"/>
          <p:nvPr/>
        </p:nvSpPr>
        <p:spPr>
          <a:xfrm>
            <a:off x="875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Objective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2ECB-81D5-58D2-6118-D4651F04DC2A}"/>
              </a:ext>
            </a:extLst>
          </p:cNvPr>
          <p:cNvSpPr txBox="1"/>
          <p:nvPr/>
        </p:nvSpPr>
        <p:spPr>
          <a:xfrm>
            <a:off x="804175" y="1806066"/>
            <a:ext cx="3040854" cy="181588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Scope of this document covers the to-be state for Managing Contact History Management processes between SAP Service Cloud v2 and SAP S4HANA</a:t>
            </a:r>
            <a:r>
              <a:rPr lang="en-US" sz="16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22EA-B48B-A73B-8B97-C9D2C354B0CD}"/>
              </a:ext>
            </a:extLst>
          </p:cNvPr>
          <p:cNvSpPr txBox="1"/>
          <p:nvPr/>
        </p:nvSpPr>
        <p:spPr>
          <a:xfrm>
            <a:off x="4561049" y="1801867"/>
            <a:ext cx="3044942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Describe the process of Manage Contact History</a:t>
            </a:r>
            <a:endParaRPr lang="en-US" sz="1600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8F84-D62C-19BE-A519-41A2E08899EA}"/>
              </a:ext>
            </a:extLst>
          </p:cNvPr>
          <p:cNvSpPr txBox="1"/>
          <p:nvPr/>
        </p:nvSpPr>
        <p:spPr>
          <a:xfrm>
            <a:off x="8418673" y="1801867"/>
            <a:ext cx="3128285" cy="4462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Offer a holistic view of all the key elements of the to-be process including organization/roles, configuration or customization if needed, data, reporting, security, and controls requirements. </a:t>
            </a:r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Define the target-state ownership and L3 processes.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Document key assumptions/decisions and outline any FRICE-W's and reports. 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6D9-97D5-976B-6B7D-37ADA965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46CD-1144-6554-DF58-B2D391AF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593"/>
            <a:ext cx="11375136" cy="609600"/>
          </a:xfrm>
        </p:spPr>
        <p:txBody>
          <a:bodyPr/>
          <a:lstStyle/>
          <a:p>
            <a:r>
              <a:rPr lang="en-US" sz="2800" b="1">
                <a:latin typeface="Montserrat"/>
              </a:rPr>
              <a:t>Ownership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68F04F-6DFB-171B-FC7A-BD61AE783CD5}"/>
              </a:ext>
            </a:extLst>
          </p:cNvPr>
          <p:cNvSpPr txBox="1">
            <a:spLocks/>
          </p:cNvSpPr>
          <p:nvPr/>
        </p:nvSpPr>
        <p:spPr>
          <a:xfrm>
            <a:off x="535657" y="4756766"/>
            <a:ext cx="3749040" cy="1585049"/>
          </a:xfrm>
          <a:prstGeom prst="rect">
            <a:avLst/>
          </a:prstGeom>
          <a:noFill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91440" tIns="45720" rIns="91440" bIns="45720" anchor="t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/>
              </a:defRPr>
            </a:defPPr>
            <a:lvl1pPr>
              <a:spcAft>
                <a:spcPts val="1200"/>
              </a:spcAft>
              <a:defRPr sz="1200">
                <a:solidFill>
                  <a:schemeClr val="accent1"/>
                </a:solidFill>
                <a:latin typeface="Montserrat"/>
              </a:defRPr>
            </a:lvl1pPr>
            <a:lvl2pPr marL="2333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2pPr>
            <a:lvl3pPr marL="4572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3pPr>
            <a:lvl4pPr marL="6905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4pPr>
            <a:lvl5pPr marL="9144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5pPr>
            <a:lvl6pPr marL="921162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6pPr>
            <a:lvl7pPr marL="1102374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7pPr>
            <a:lvl8pPr marL="1283586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8pPr>
            <a:lvl9pPr marL="1464798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WORKSHOP FACILITATION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Facilitator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lang="en-US" b="1">
                <a:solidFill>
                  <a:srgbClr val="000000"/>
                </a:solidFill>
              </a:rPr>
              <a:t>Jose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Diaz</a:t>
            </a:r>
            <a:r>
              <a:rPr lang="en-US" b="1">
                <a:solidFill>
                  <a:srgbClr val="000000"/>
                </a:solidFill>
              </a:rPr>
              <a:t>, Mohanta Das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IBM Scribe: </a:t>
            </a:r>
            <a:r>
              <a:rPr lang="en-US" sz="1200" b="1">
                <a:solidFill>
                  <a:srgbClr val="000000"/>
                </a:solidFill>
              </a:rPr>
              <a:t>Taylor </a:t>
            </a:r>
            <a:r>
              <a:rPr lang="en-US" sz="1200" b="1" err="1">
                <a:solidFill>
                  <a:srgbClr val="000000"/>
                </a:solidFill>
              </a:rPr>
              <a:t>Ilov</a:t>
            </a:r>
            <a:endParaRPr lang="en-US" sz="1200" b="1">
              <a:solidFill>
                <a:srgbClr val="00000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Change Impacts: </a:t>
            </a:r>
            <a:r>
              <a:rPr lang="en-US" b="1">
                <a:solidFill>
                  <a:srgbClr val="000000"/>
                </a:solidFill>
              </a:rPr>
              <a:t>Julie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Vandblarcum</a:t>
            </a:r>
            <a:r>
              <a:rPr lang="en-US" b="1">
                <a:solidFill>
                  <a:srgbClr val="000000"/>
                </a:solidFill>
              </a:rPr>
              <a:t>,</a:t>
            </a:r>
            <a:r>
              <a:rPr lang="en-US">
                <a:solidFill>
                  <a:srgbClr val="000000"/>
                </a:solidFill>
              </a:rPr>
              <a:t> </a:t>
            </a:r>
            <a:r>
              <a:rPr lang="en-US" b="1">
                <a:solidFill>
                  <a:srgbClr val="000000"/>
                </a:solidFill>
              </a:rPr>
              <a:t>Olivia Shen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3676-BFE1-83AA-90C9-0699928A0949}"/>
              </a:ext>
            </a:extLst>
          </p:cNvPr>
          <p:cNvSpPr txBox="1"/>
          <p:nvPr/>
        </p:nvSpPr>
        <p:spPr>
          <a:xfrm>
            <a:off x="4298472" y="4756766"/>
            <a:ext cx="2482339" cy="14311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CE PARTICIPANTS</a:t>
            </a:r>
          </a:p>
          <a:p>
            <a:pPr marL="285750" indent="-285750">
              <a:buFont typeface="Arial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Global Process Owner: </a:t>
            </a:r>
            <a:br>
              <a:rPr lang="en-US"/>
            </a:br>
            <a:r>
              <a:rPr lang="en-US" sz="1200" b="1">
                <a:solidFill>
                  <a:srgbClr val="000000"/>
                </a:solidFill>
                <a:latin typeface="Montserrat"/>
              </a:rPr>
              <a:t>Mary </a:t>
            </a:r>
            <a:r>
              <a:rPr lang="en-US" sz="1200" b="1" err="1">
                <a:solidFill>
                  <a:srgbClr val="000000"/>
                </a:solidFill>
                <a:latin typeface="Montserrat"/>
              </a:rPr>
              <a:t>Kerschke</a:t>
            </a:r>
            <a:r>
              <a:rPr lang="en-US" sz="1200" b="1">
                <a:solidFill>
                  <a:srgbClr val="000000"/>
                </a:solidFill>
                <a:latin typeface="Montserrat"/>
              </a:rPr>
              <a:t>​</a:t>
            </a:r>
            <a:endParaRPr lang="en-US" sz="1200" b="1"/>
          </a:p>
          <a:p>
            <a:pPr>
              <a:defRPr sz="1200">
                <a:latin typeface="Montserrat"/>
              </a:defRPr>
            </a:pPr>
            <a:endParaRPr lang="en-US" sz="1200" b="1">
              <a:solidFill>
                <a:srgbClr val="000000"/>
              </a:solidFill>
              <a:latin typeface="Montserra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SMEs 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 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 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F055A7-BB2E-3BF1-B0E5-02D3240D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300540"/>
              </p:ext>
            </p:extLst>
          </p:nvPr>
        </p:nvGraphicFramePr>
        <p:xfrm>
          <a:off x="420567" y="1240385"/>
          <a:ext cx="11599853" cy="2672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21.0 A-1 Manage Contact History</a:t>
                      </a:r>
                      <a:endParaRPr lang="en-US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Contact History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vl="0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21.1 Manage Customer Inquiry</a:t>
                      </a:r>
                      <a:endParaRPr lang="en-US"/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Mary Kerschke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Mary Kerschke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Mary Kerschke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20240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CDFE92-90B4-12BE-C832-4302641FD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188425"/>
              </p:ext>
            </p:extLst>
          </p:nvPr>
        </p:nvGraphicFramePr>
        <p:xfrm>
          <a:off x="13234428" y="1713350"/>
          <a:ext cx="11599853" cy="2672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21.0 A-1 Manage Contact History</a:t>
                      </a:r>
                      <a:endParaRPr lang="en-US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Contact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21.1 Live Agent Desktop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Mary Kerschke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21.2 Handle Call Process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Mary Kerschke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21.3 Alerts/Highlights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Mary Kerschke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202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63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64DB-6BCE-600F-DFC7-D0862600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D1F050-5AB8-5CAC-CBBB-4BA7E18D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372035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02</a:t>
            </a:r>
            <a:r>
              <a:rPr lang="en-US" sz="4250" dirty="0">
                <a:latin typeface="Montserrat"/>
              </a:rPr>
              <a:t> </a:t>
            </a:r>
            <a:r>
              <a:rPr lang="en-US" sz="4400">
                <a:latin typeface="Montserrat"/>
              </a:rPr>
              <a:t>Alerts/Highlights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6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EA6E-7A0A-9158-4C92-51094BED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C5F9E6-3576-ABCE-2B99-6F16E81F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BREAK!  - 10 mins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EC69-23A8-5772-BEB9-B9ED0972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70A362-5F9D-E986-8A1E-DFA31FDD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796828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04</a:t>
            </a:r>
            <a:r>
              <a:rPr lang="en-US" sz="4250">
                <a:latin typeface="Montserrat"/>
              </a:rPr>
              <a:t> Assumptions for Future </a:t>
            </a:r>
            <a:r>
              <a:rPr lang="en-US" sz="4250" dirty="0">
                <a:latin typeface="Montserrat"/>
              </a:rPr>
              <a:t>State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909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05</a:t>
            </a:r>
            <a:r>
              <a:rPr lang="en-US" sz="4250" dirty="0">
                <a:latin typeface="Montserrat"/>
              </a:rPr>
              <a:t> </a:t>
            </a:r>
            <a:r>
              <a:rPr lang="en-US" sz="4400" dirty="0">
                <a:latin typeface="Montserrat"/>
              </a:rPr>
              <a:t>FRICE-W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Live Agent Desktop field enhancement</a:t>
            </a:r>
            <a:endParaRPr lang="en-US"/>
          </a:p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CTI Parameters used to verify customer</a:t>
            </a:r>
          </a:p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Timeline events placeholder</a:t>
            </a:r>
          </a:p>
          <a:p>
            <a:pPr marL="342900" indent="-342900">
              <a:buAutoNum type="arabicPeriod"/>
            </a:pPr>
            <a:r>
              <a:rPr lang="en-US" sz="1800" err="1">
                <a:latin typeface="Montserrat"/>
              </a:rPr>
              <a:t>Paymentus</a:t>
            </a:r>
            <a:r>
              <a:rPr lang="en-US" sz="1800">
                <a:latin typeface="Montserrat"/>
              </a:rPr>
              <a:t> Integration</a:t>
            </a:r>
          </a:p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Energy Use Dashboard</a:t>
            </a:r>
          </a:p>
          <a:p>
            <a:pPr marL="342900" indent="-342900">
              <a:buAutoNum type="arabicPeriod"/>
            </a:pPr>
            <a:r>
              <a:rPr lang="en-US" sz="1800">
                <a:latin typeface="Montserrat"/>
              </a:rPr>
              <a:t>Manage Digital Experience</a:t>
            </a:r>
            <a:endParaRPr lang="en-US" sz="1800">
              <a:latin typeface="Montserrat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Business Partner Highlights</a:t>
            </a:r>
            <a:endParaRPr lang="en-US" sz="1800">
              <a:latin typeface="Montserrat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Contract Account Highlights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Premise Alerts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Move In Alerts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Move Out Alerts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Transfer Alerts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r>
              <a:rPr lang="en-US" sz="1800">
                <a:highlight>
                  <a:srgbClr val="FFFFFF"/>
                </a:highlight>
                <a:latin typeface="Montserrat"/>
                <a:ea typeface="Calibri"/>
                <a:cs typeface="Calibri"/>
              </a:rPr>
              <a:t> Highlights </a:t>
            </a:r>
            <a:endParaRPr lang="en-US" sz="1800">
              <a:latin typeface="Montserrat"/>
            </a:endParaRPr>
          </a:p>
          <a:p>
            <a:pPr marL="342900" indent="-342900">
              <a:buAutoNum type="arabicPeriod"/>
            </a:pPr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FRICE-W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E8D7-1EFB-05D1-51F6-7FE02C0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6E776-CABB-A883-38E3-FB62E686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06</a:t>
            </a:r>
            <a:r>
              <a:rPr lang="en-US" sz="4250">
                <a:latin typeface="Montserrat"/>
              </a:rPr>
              <a:t> Drafted </a:t>
            </a:r>
            <a:r>
              <a:rPr lang="en-US" sz="4400">
                <a:latin typeface="Montserrat"/>
              </a:rPr>
              <a:t>User Stories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1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9E81-EF5E-7959-2041-1D04A53F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383F-4927-0444-587E-4284181D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User Stories for Manage Contact History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D8FAA2-4B6C-BC4B-328F-08ECDE8FD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725494"/>
              </p:ext>
            </p:extLst>
          </p:nvPr>
        </p:nvGraphicFramePr>
        <p:xfrm>
          <a:off x="152190" y="1427725"/>
          <a:ext cx="12037059" cy="4440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288">
                  <a:extLst>
                    <a:ext uri="{9D8B030D-6E8A-4147-A177-3AD203B41FA5}">
                      <a16:colId xmlns:a16="http://schemas.microsoft.com/office/drawing/2014/main" val="808626716"/>
                    </a:ext>
                  </a:extLst>
                </a:gridCol>
                <a:gridCol w="655677">
                  <a:extLst>
                    <a:ext uri="{9D8B030D-6E8A-4147-A177-3AD203B41FA5}">
                      <a16:colId xmlns:a16="http://schemas.microsoft.com/office/drawing/2014/main" val="2583136349"/>
                    </a:ext>
                  </a:extLst>
                </a:gridCol>
                <a:gridCol w="774546">
                  <a:extLst>
                    <a:ext uri="{9D8B030D-6E8A-4147-A177-3AD203B41FA5}">
                      <a16:colId xmlns:a16="http://schemas.microsoft.com/office/drawing/2014/main" val="986637745"/>
                    </a:ext>
                  </a:extLst>
                </a:gridCol>
                <a:gridCol w="820264">
                  <a:extLst>
                    <a:ext uri="{9D8B030D-6E8A-4147-A177-3AD203B41FA5}">
                      <a16:colId xmlns:a16="http://schemas.microsoft.com/office/drawing/2014/main" val="1256446933"/>
                    </a:ext>
                  </a:extLst>
                </a:gridCol>
                <a:gridCol w="3456786">
                  <a:extLst>
                    <a:ext uri="{9D8B030D-6E8A-4147-A177-3AD203B41FA5}">
                      <a16:colId xmlns:a16="http://schemas.microsoft.com/office/drawing/2014/main" val="1397567261"/>
                    </a:ext>
                  </a:extLst>
                </a:gridCol>
                <a:gridCol w="5549498">
                  <a:extLst>
                    <a:ext uri="{9D8B030D-6E8A-4147-A177-3AD203B41FA5}">
                      <a16:colId xmlns:a16="http://schemas.microsoft.com/office/drawing/2014/main" val="1493299998"/>
                    </a:ext>
                  </a:extLst>
                </a:gridCol>
              </a:tblGrid>
              <a:tr h="32594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User 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Acceptance Criteria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8898239"/>
                  </a:ext>
                </a:extLst>
              </a:tr>
              <a:tr h="325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Customer Service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Contact History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Live Agent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Live Agent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As an SAP Customer Service Agent, I want to efficiently manage customer contact history within the Live Agent Desktop so that I can access recent interactions, capture new details, and provide timely, consistent support during active engagements.</a:t>
                      </a:r>
                      <a:endParaRPr lang="en-US" sz="10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1. Able to view customer contact history within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3.Able to record new interaction details 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4.Able to update existing contact notes 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5.Able to search recent interactions within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6.Able to link interactions to the current engagement 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7.Able to save changes to contact history from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8.Able to view the latest interaction timestamp in the Live Agent Desktop.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9.Able to build Security roles and perform testing.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10.Able to identify Risk and Controls</a:t>
                      </a:r>
                      <a:endParaRPr lang="en-US" sz="10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72046052"/>
                  </a:ext>
                </a:extLst>
              </a:tr>
              <a:tr h="325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Customer Service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Contact History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Handle Call Process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Handle Call Process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As an SAP Customer Service Representative, I want to handle call process within Manage Contact History so that customer interactions are consistently managed and traceable in the Manage Customer Service application.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1. Able to access Manage Contact History during the Handle Call Process.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3.Able to view existing contact history while handling the call process.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4.Able to update contact history during the Handle Call Process.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5.Able to complete the Handle Call Process in Manage Customer Service.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6.Able to track customer interactions during the Handle Call Process.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7.Able to confirm traceability of the Handle Call Process in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8.Able to locate the Handle Call Process entry in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9.Able to build Security roles and perform testing.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10.Able to identify Risk and Controls</a:t>
                      </a:r>
                      <a:endParaRPr lang="en-US" sz="10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9079969"/>
                  </a:ext>
                </a:extLst>
              </a:tr>
              <a:tr h="325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Customer Service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Manage Contact History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Alerts / Highlights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Alerts / Highlights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As an SAP Customer Service Representative, I want Alerts / Highlights within Manage Contact History so I can quickly identify important customer interactions and address urgent issues during service activities.</a:t>
                      </a:r>
                      <a:endParaRPr lang="en-US" sz="10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>
                          <a:effectLst/>
                        </a:rPr>
                        <a:t>1. Able to view all Alerts in the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3.Able to view all Highlights in the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4.Able to distinguish Alerts from Highlights in the contact history view.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5.Able to open an individual Alert from the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6.Able to open an individual Highlight from the contact history.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7.Able to see the contact history entry when viewing an Alert.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8.Able to see the contact history entry when viewing a Highlight.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9.Able to build Security roles and perform testing.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10.Able to identify Risk and Controls</a:t>
                      </a:r>
                      <a:endParaRPr lang="en-US" sz="10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76266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D3953F-B72A-0C5E-28EA-472BAADEA2FB}"/>
              </a:ext>
            </a:extLst>
          </p:cNvPr>
          <p:cNvSpPr txBox="1"/>
          <p:nvPr/>
        </p:nvSpPr>
        <p:spPr>
          <a:xfrm>
            <a:off x="413060" y="1047045"/>
            <a:ext cx="9418320" cy="2539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latin typeface="Montserrat"/>
              </a:rPr>
              <a:t>Please note, this is just a drafted starting point we will leverage to formulate our actual user stories and acceptance criteria</a:t>
            </a:r>
            <a:endParaRPr lang="en-US" sz="1050" b="1" err="1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820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07 </a:t>
            </a:r>
            <a:r>
              <a:rPr lang="en-US" sz="4250" dirty="0">
                <a:latin typeface="Montserrat"/>
              </a:rPr>
              <a:t>Decisions, 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Action Items, 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Change Impacts, Wrap-Up &amp; 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-140006"/>
            <a:ext cx="11375136" cy="609600"/>
          </a:xfrm>
        </p:spPr>
        <p:txBody>
          <a:bodyPr/>
          <a:lstStyle/>
          <a:p>
            <a:r>
              <a:rPr lang="en-US" sz="2000" b="1">
                <a:latin typeface="Montserrat"/>
              </a:rPr>
              <a:t>Program Charging	(CE Internal Only)			</a:t>
            </a:r>
            <a:endParaRPr lang="en-US" sz="1600" b="1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5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eeb413d7-29a7-49c8-b3b9-887ddee13f64" ContentTypeId="0x01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335610-4AA4-4FE7-AF91-F45CC40938C5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6934203E-F84F-42A1-BE7F-2ED863C99AA5}">
  <ds:schemaRefs>
    <ds:schemaRef ds:uri="2c7fe448-207e-4aca-804d-051f84c484d7"/>
    <ds:schemaRef ds:uri="301e0a56-4899-4cce-a214-5e425f318dcb"/>
    <ds:schemaRef ds:uri="a433be04-1063-452b-9ab8-ba06373cb7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ADCFE08-E000-4E3C-9310-2C6D30497FD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E5C41F0-1A8C-4F27-98CC-41CB6F8C0276}">
  <ds:schemaRefs>
    <ds:schemaRef ds:uri="2c7fe448-207e-4aca-804d-051f84c484d7"/>
    <ds:schemaRef ds:uri="301e0a56-4899-4cce-a214-5e425f318dcb"/>
    <ds:schemaRef ds:uri="a433be04-1063-452b-9ab8-ba06373cb7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16x9 PowertPoint Template-CE-Jan.2019-AFC</vt:lpstr>
      <vt:lpstr>Manage Contact History  Workshop A-2  Jose Diaz and Mohanta Das 6/23/26</vt:lpstr>
      <vt:lpstr>Overarching Design Principles</vt:lpstr>
      <vt:lpstr>PowerPoint Presentation</vt:lpstr>
      <vt:lpstr>01 Scope, Purpose, Objective  </vt:lpstr>
      <vt:lpstr>Scope, Purpose, Objectives</vt:lpstr>
      <vt:lpstr>Ownership</vt:lpstr>
      <vt:lpstr>02 Alerts/Highlights</vt:lpstr>
      <vt:lpstr>BREAK!  - 10 mins</vt:lpstr>
      <vt:lpstr>04 Assumptions for Future State</vt:lpstr>
      <vt:lpstr>05 FRICE-W</vt:lpstr>
      <vt:lpstr>FRICE-W Identified</vt:lpstr>
      <vt:lpstr>06 Drafted User Stories</vt:lpstr>
      <vt:lpstr>User Stories for Manage Contact History</vt:lpstr>
      <vt:lpstr>07 Decisions,  Action Items,  Change Impacts, Wrap-Up &amp; Next Steps</vt:lpstr>
      <vt:lpstr>Program Charging (CE Internal Only)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Diaz</dc:creator>
  <cp:revision>28</cp:revision>
  <dcterms:created xsi:type="dcterms:W3CDTF">2026-04-30T14:24:24Z</dcterms:created>
  <dcterms:modified xsi:type="dcterms:W3CDTF">2026-06-22T21:40:10Z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