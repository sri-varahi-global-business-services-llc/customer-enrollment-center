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omments/modernComment_7FFFFFF0_1996B2E2.xml" ContentType="application/vnd.ms-powerpoint.comments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5"/>
    <p:sldMasterId id="2147483685" r:id="rId6"/>
  </p:sldMasterIdLst>
  <p:notesMasterIdLst>
    <p:notesMasterId r:id="rId35"/>
  </p:notesMasterIdLst>
  <p:sldIdLst>
    <p:sldId id="268" r:id="rId7"/>
    <p:sldId id="305" r:id="rId8"/>
    <p:sldId id="2147483632" r:id="rId9"/>
    <p:sldId id="295" r:id="rId10"/>
    <p:sldId id="2147483637" r:id="rId11"/>
    <p:sldId id="280" r:id="rId12"/>
    <p:sldId id="258" r:id="rId13"/>
    <p:sldId id="264" r:id="rId14"/>
    <p:sldId id="265" r:id="rId15"/>
    <p:sldId id="281" r:id="rId16"/>
    <p:sldId id="291" r:id="rId17"/>
    <p:sldId id="263" r:id="rId18"/>
    <p:sldId id="260" r:id="rId19"/>
    <p:sldId id="285" r:id="rId20"/>
    <p:sldId id="2147483639" r:id="rId21"/>
    <p:sldId id="261" r:id="rId22"/>
    <p:sldId id="2147483641" r:id="rId23"/>
    <p:sldId id="270" r:id="rId24"/>
    <p:sldId id="271" r:id="rId25"/>
    <p:sldId id="257" r:id="rId26"/>
    <p:sldId id="2147482861" r:id="rId27"/>
    <p:sldId id="2147483642" r:id="rId28"/>
    <p:sldId id="2147483643" r:id="rId29"/>
    <p:sldId id="2147483644" r:id="rId30"/>
    <p:sldId id="2147483645" r:id="rId31"/>
    <p:sldId id="2147483646" r:id="rId32"/>
    <p:sldId id="2147483647" r:id="rId33"/>
    <p:sldId id="259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5C56B50B-91B3-483C-BE05-FE0EDD9856A7}">
          <p14:sldIdLst>
            <p14:sldId id="268"/>
            <p14:sldId id="305"/>
            <p14:sldId id="2147483632"/>
            <p14:sldId id="295"/>
            <p14:sldId id="2147483637"/>
            <p14:sldId id="280"/>
            <p14:sldId id="258"/>
            <p14:sldId id="264"/>
            <p14:sldId id="265"/>
            <p14:sldId id="281"/>
            <p14:sldId id="291"/>
            <p14:sldId id="263"/>
            <p14:sldId id="260"/>
            <p14:sldId id="285"/>
            <p14:sldId id="2147483639"/>
            <p14:sldId id="261"/>
            <p14:sldId id="2147483641"/>
            <p14:sldId id="270"/>
            <p14:sldId id="271"/>
            <p14:sldId id="257"/>
            <p14:sldId id="2147482861"/>
          </p14:sldIdLst>
        </p14:section>
        <p14:section name="Graveyard from A-1" id="{70795B15-74EE-488A-B2A4-F39E5815EE44}">
          <p14:sldIdLst>
            <p14:sldId id="2147483642"/>
            <p14:sldId id="2147483643"/>
            <p14:sldId id="2147483644"/>
            <p14:sldId id="2147483645"/>
            <p14:sldId id="2147483646"/>
            <p14:sldId id="2147483647"/>
            <p14:sldId id="259"/>
          </p14:sldIdLst>
        </p14:section>
        <p14:section name="Graveyard" id="{6A0FE7CB-C75F-47F8-8DB4-A309BCF33C4C}">
          <p14:sldIdLst/>
        </p14:section>
      </p14:section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D054E2A-988F-FF15-C981-8B792429B072}" name="DAWN M PETTENGILL" initials="DP" userId="S::DAWN.PETTENGILL@cmsenergy.com::6c3e7221-c014-41df-9963-eb44707bad46" providerId="AD"/>
  <p188:author id="{DE9ACA47-3EA9-04A0-C6C5-013CFC6955FC}" name="Jose Diaz" initials="JD" userId="S::jose.diaz@cmsenergy.com::517cb5ef-6fb8-49bc-8303-535c95eee28f" providerId="AD"/>
  <p188:author id="{63114D57-0809-584E-AAB2-61DBCC96837E}" name="Shibu Devapalan Prabha" initials="SD" userId="S::Shibu.DevapalanPrabha@cmsenergy.com::183e8b0d-c241-4499-bcd3-c8d01511828f" providerId="AD"/>
  <p188:author id="{F71F5868-14A0-AE0D-85D4-64A03FE904D8}" name="Taylor Ilov" initials="" userId="S::Taylor.Ilov@ibm.com::43dc5e75-7824-4f8d-a1aa-508c4d2ae3d7" providerId="AD"/>
  <p188:author id="{213F0180-4E89-B86B-F6E1-E03B7518BAE5}" name="Taylor Ilov" initials="TI" userId="S::taylor.ilov@ibm.com::43dc5e75-7824-4f8d-a1aa-508c4d2ae3d7" providerId="AD"/>
  <p188:author id="{55932883-5CB1-84AB-7BEE-79D4FF9FD896}" name="DAWN M PETTENGILL" initials="DP" userId="S::dawn.pettengill@cmsenergy.com::6c3e7221-c014-41df-9963-eb44707bad46" providerId="AD"/>
  <p188:author id="{06E22CA2-C0F8-AC46-CA2A-3E2B1B6644D3}" name="Taylor Ilov" initials="TI" userId="S::taylor.ilov@cmsenergy.com::b3e8fa34-e639-4d12-a6dc-5e3032b39fb7" providerId="AD"/>
  <p188:author id="{501AB7E2-9689-D00B-6C95-3A5D410786DE}" name="Jose Diaz" initials="JD" userId="S::jose.diaz2@ibm.com::9b29bd53-f7fb-41c2-aeba-4f48f8f2c2bf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007140-3DB1-5CC3-48C9-FEB801DF4FAD}" v="257" dt="2026-06-24T14:06:04.253"/>
    <p1510:client id="{3A361C1E-AC93-3FBA-EEFE-B414A708A4AD}" v="38" dt="2026-06-25T14:08:34.632"/>
    <p1510:client id="{4CD07DEF-F451-F267-65AE-8941A86E50ED}" v="827" dt="2026-06-25T16:02:21.506"/>
    <p1510:client id="{53C3A13A-879A-D15F-2544-D139D74D7D2C}" v="332" dt="2026-06-23T22:09:16.449"/>
    <p1510:client id="{6E70CAA7-D26A-BBA4-1148-BEE2C42FDDCD}" v="73" dt="2026-06-24T14:23:35.309"/>
    <p1510:client id="{B8E21672-4265-2A25-CBF5-53EEDFA4B0F8}" v="150" dt="2026-06-24T19:24:58.72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tableStyles" Target="tableStyles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microsoft.com/office/2018/10/relationships/authors" Target="authors.xml"/><Relationship Id="rId7" Type="http://schemas.openxmlformats.org/officeDocument/2006/relationships/slide" Target="slides/slide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slide" Target="slides/slide23.xml"/><Relationship Id="rId41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presProps" Target="presProp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" Type="http://schemas.openxmlformats.org/officeDocument/2006/relationships/customXml" Target="../customXml/item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3" Type="http://schemas.openxmlformats.org/officeDocument/2006/relationships/customXml" Target="../customXml/item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nta Das" userId="S::mohanta.das@cmsenergy.com::ae36c681-8d90-4c0d-b637-b44a7861ac8e" providerId="AD" clId="Web-{6E70CAA7-D26A-BBA4-1148-BEE2C42FDDCD}"/>
    <pc:docChg chg="modSld">
      <pc:chgData name="Mohanta Das" userId="S::mohanta.das@cmsenergy.com::ae36c681-8d90-4c0d-b637-b44a7861ac8e" providerId="AD" clId="Web-{6E70CAA7-D26A-BBA4-1148-BEE2C42FDDCD}" dt="2026-06-24T14:23:35.309" v="72"/>
      <pc:docMkLst>
        <pc:docMk/>
      </pc:docMkLst>
      <pc:sldChg chg="modSp">
        <pc:chgData name="Mohanta Das" userId="S::mohanta.das@cmsenergy.com::ae36c681-8d90-4c0d-b637-b44a7861ac8e" providerId="AD" clId="Web-{6E70CAA7-D26A-BBA4-1148-BEE2C42FDDCD}" dt="2026-06-24T14:22:59.886" v="58"/>
        <pc:sldMkLst>
          <pc:docMk/>
          <pc:sldMk cId="2859980969" sldId="264"/>
        </pc:sldMkLst>
        <pc:graphicFrameChg chg="mod modGraphic">
          <ac:chgData name="Mohanta Das" userId="S::mohanta.das@cmsenergy.com::ae36c681-8d90-4c0d-b637-b44a7861ac8e" providerId="AD" clId="Web-{6E70CAA7-D26A-BBA4-1148-BEE2C42FDDCD}" dt="2026-06-24T14:22:59.886" v="58"/>
          <ac:graphicFrameMkLst>
            <pc:docMk/>
            <pc:sldMk cId="2859980969" sldId="264"/>
            <ac:graphicFrameMk id="15" creationId="{F818465C-3DEC-B31E-B8DF-C063BBE4E583}"/>
          </ac:graphicFrameMkLst>
        </pc:graphicFrameChg>
      </pc:sldChg>
      <pc:sldChg chg="modSp">
        <pc:chgData name="Mohanta Das" userId="S::mohanta.das@cmsenergy.com::ae36c681-8d90-4c0d-b637-b44a7861ac8e" providerId="AD" clId="Web-{6E70CAA7-D26A-BBA4-1148-BEE2C42FDDCD}" dt="2026-06-24T14:23:35.309" v="72"/>
        <pc:sldMkLst>
          <pc:docMk/>
          <pc:sldMk cId="2498206025" sldId="266"/>
        </pc:sldMkLst>
        <pc:graphicFrameChg chg="mod modGraphic">
          <ac:chgData name="Mohanta Das" userId="S::mohanta.das@cmsenergy.com::ae36c681-8d90-4c0d-b637-b44a7861ac8e" providerId="AD" clId="Web-{6E70CAA7-D26A-BBA4-1148-BEE2C42FDDCD}" dt="2026-06-24T14:23:35.309" v="72"/>
          <ac:graphicFrameMkLst>
            <pc:docMk/>
            <pc:sldMk cId="2498206025" sldId="266"/>
            <ac:graphicFrameMk id="15" creationId="{4E0D8312-EDE5-03D8-74B8-FB87ABC0807E}"/>
          </ac:graphicFrameMkLst>
        </pc:graphicFrameChg>
      </pc:sldChg>
    </pc:docChg>
  </pc:docChgLst>
  <pc:docChgLst>
    <pc:chgData name="Mohanta Das" userId="S::mohanta.das@cmsenergy.com::ae36c681-8d90-4c0d-b637-b44a7861ac8e" providerId="AD" clId="Web-{23007140-3DB1-5CC3-48C9-FEB801DF4FAD}"/>
    <pc:docChg chg="addSld delSld modSld modSection">
      <pc:chgData name="Mohanta Das" userId="S::mohanta.das@cmsenergy.com::ae36c681-8d90-4c0d-b637-b44a7861ac8e" providerId="AD" clId="Web-{23007140-3DB1-5CC3-48C9-FEB801DF4FAD}" dt="2026-06-24T14:06:04.253" v="244"/>
      <pc:docMkLst>
        <pc:docMk/>
      </pc:docMkLst>
      <pc:sldChg chg="addSp delSp modSp new">
        <pc:chgData name="Mohanta Das" userId="S::mohanta.das@cmsenergy.com::ae36c681-8d90-4c0d-b637-b44a7861ac8e" providerId="AD" clId="Web-{23007140-3DB1-5CC3-48C9-FEB801DF4FAD}" dt="2026-06-24T14:03:41.966" v="187"/>
        <pc:sldMkLst>
          <pc:docMk/>
          <pc:sldMk cId="2859980969" sldId="264"/>
        </pc:sldMkLst>
        <pc:spChg chg="add del">
          <ac:chgData name="Mohanta Das" userId="S::mohanta.das@cmsenergy.com::ae36c681-8d90-4c0d-b637-b44a7861ac8e" providerId="AD" clId="Web-{23007140-3DB1-5CC3-48C9-FEB801DF4FAD}" dt="2026-06-24T13:46:26.131" v="12"/>
          <ac:spMkLst>
            <pc:docMk/>
            <pc:sldMk cId="2859980969" sldId="264"/>
            <ac:spMk id="2" creationId="{678075EA-6B70-5F58-FCF4-501F5EAE0C65}"/>
          </ac:spMkLst>
        </pc:spChg>
        <pc:spChg chg="mod">
          <ac:chgData name="Mohanta Das" userId="S::mohanta.das@cmsenergy.com::ae36c681-8d90-4c0d-b637-b44a7861ac8e" providerId="AD" clId="Web-{23007140-3DB1-5CC3-48C9-FEB801DF4FAD}" dt="2026-06-24T13:43:06.608" v="7" actId="20577"/>
          <ac:spMkLst>
            <pc:docMk/>
            <pc:sldMk cId="2859980969" sldId="264"/>
            <ac:spMk id="3" creationId="{281963D1-E053-EE09-1DD8-5B4F9758E807}"/>
          </ac:spMkLst>
        </pc:spChg>
        <pc:spChg chg="add del mod">
          <ac:chgData name="Mohanta Das" userId="S::mohanta.das@cmsenergy.com::ae36c681-8d90-4c0d-b637-b44a7861ac8e" providerId="AD" clId="Web-{23007140-3DB1-5CC3-48C9-FEB801DF4FAD}" dt="2026-06-24T13:48:42.636" v="28"/>
          <ac:spMkLst>
            <pc:docMk/>
            <pc:sldMk cId="2859980969" sldId="264"/>
            <ac:spMk id="14" creationId="{71BFC9D7-BA13-DC7A-FEA0-858B776B2F31}"/>
          </ac:spMkLst>
        </pc:spChg>
        <pc:graphicFrameChg chg="add del mod ord modGraphic">
          <ac:chgData name="Mohanta Das" userId="S::mohanta.das@cmsenergy.com::ae36c681-8d90-4c0d-b637-b44a7861ac8e" providerId="AD" clId="Web-{23007140-3DB1-5CC3-48C9-FEB801DF4FAD}" dt="2026-06-24T13:44:04.266" v="9"/>
          <ac:graphicFrameMkLst>
            <pc:docMk/>
            <pc:sldMk cId="2859980969" sldId="264"/>
            <ac:graphicFrameMk id="5" creationId="{63D190B2-6BE5-000D-BA71-74BD073D29F0}"/>
          </ac:graphicFrameMkLst>
        </pc:graphicFrameChg>
        <pc:graphicFrameChg chg="add del mod ord modGraphic">
          <ac:chgData name="Mohanta Das" userId="S::mohanta.das@cmsenergy.com::ae36c681-8d90-4c0d-b637-b44a7861ac8e" providerId="AD" clId="Web-{23007140-3DB1-5CC3-48C9-FEB801DF4FAD}" dt="2026-06-24T13:45:56.942" v="11"/>
          <ac:graphicFrameMkLst>
            <pc:docMk/>
            <pc:sldMk cId="2859980969" sldId="264"/>
            <ac:graphicFrameMk id="7" creationId="{D7824340-14D3-CB3A-1C5C-672529E3567A}"/>
          </ac:graphicFrameMkLst>
        </pc:graphicFrameChg>
        <pc:graphicFrameChg chg="add del mod ord modGraphic">
          <ac:chgData name="Mohanta Das" userId="S::mohanta.das@cmsenergy.com::ae36c681-8d90-4c0d-b637-b44a7861ac8e" providerId="AD" clId="Web-{23007140-3DB1-5CC3-48C9-FEB801DF4FAD}" dt="2026-06-24T13:48:28.682" v="27"/>
          <ac:graphicFrameMkLst>
            <pc:docMk/>
            <pc:sldMk cId="2859980969" sldId="264"/>
            <ac:graphicFrameMk id="8" creationId="{FC396760-9968-9AC3-EFDD-A1213610AC38}"/>
          </ac:graphicFrameMkLst>
        </pc:graphicFrameChg>
        <pc:graphicFrameChg chg="add del mod modGraphic">
          <ac:chgData name="Mohanta Das" userId="S::mohanta.das@cmsenergy.com::ae36c681-8d90-4c0d-b637-b44a7861ac8e" providerId="AD" clId="Web-{23007140-3DB1-5CC3-48C9-FEB801DF4FAD}" dt="2026-06-24T13:47:23.024" v="24"/>
          <ac:graphicFrameMkLst>
            <pc:docMk/>
            <pc:sldMk cId="2859980969" sldId="264"/>
            <ac:graphicFrameMk id="10" creationId="{CD3DA36E-E525-5099-B1ED-D45B08E07C35}"/>
          </ac:graphicFrameMkLst>
        </pc:graphicFrameChg>
        <pc:graphicFrameChg chg="add del mod">
          <ac:chgData name="Mohanta Das" userId="S::mohanta.das@cmsenergy.com::ae36c681-8d90-4c0d-b637-b44a7861ac8e" providerId="AD" clId="Web-{23007140-3DB1-5CC3-48C9-FEB801DF4FAD}" dt="2026-06-24T13:47:56.759" v="26"/>
          <ac:graphicFrameMkLst>
            <pc:docMk/>
            <pc:sldMk cId="2859980969" sldId="264"/>
            <ac:graphicFrameMk id="12" creationId="{8C97ADC6-C8D5-C581-C4CF-5CE79F6E58CD}"/>
          </ac:graphicFrameMkLst>
        </pc:graphicFrameChg>
        <pc:graphicFrameChg chg="add mod ord modGraphic">
          <ac:chgData name="Mohanta Das" userId="S::mohanta.das@cmsenergy.com::ae36c681-8d90-4c0d-b637-b44a7861ac8e" providerId="AD" clId="Web-{23007140-3DB1-5CC3-48C9-FEB801DF4FAD}" dt="2026-06-24T14:03:41.966" v="187"/>
          <ac:graphicFrameMkLst>
            <pc:docMk/>
            <pc:sldMk cId="2859980969" sldId="264"/>
            <ac:graphicFrameMk id="15" creationId="{F818465C-3DEC-B31E-B8DF-C063BBE4E583}"/>
          </ac:graphicFrameMkLst>
        </pc:graphicFrameChg>
        <pc:graphicFrameChg chg="add del mod">
          <ac:chgData name="Mohanta Das" userId="S::mohanta.das@cmsenergy.com::ae36c681-8d90-4c0d-b637-b44a7861ac8e" providerId="AD" clId="Web-{23007140-3DB1-5CC3-48C9-FEB801DF4FAD}" dt="2026-06-24T13:49:23.481" v="32"/>
          <ac:graphicFrameMkLst>
            <pc:docMk/>
            <pc:sldMk cId="2859980969" sldId="264"/>
            <ac:graphicFrameMk id="17" creationId="{A2280B27-4D9F-BFEC-F3FB-139D36B2DD0F}"/>
          </ac:graphicFrameMkLst>
        </pc:graphicFrameChg>
      </pc:sldChg>
      <pc:sldChg chg="addSp delSp modSp new del mod setBg modClrScheme chgLayout">
        <pc:chgData name="Mohanta Das" userId="S::mohanta.das@cmsenergy.com::ae36c681-8d90-4c0d-b637-b44a7861ac8e" providerId="AD" clId="Web-{23007140-3DB1-5CC3-48C9-FEB801DF4FAD}" dt="2026-06-24T14:06:04.253" v="244"/>
        <pc:sldMkLst>
          <pc:docMk/>
          <pc:sldMk cId="1961641987" sldId="265"/>
        </pc:sldMkLst>
        <pc:spChg chg="del">
          <ac:chgData name="Mohanta Das" userId="S::mohanta.das@cmsenergy.com::ae36c681-8d90-4c0d-b637-b44a7861ac8e" providerId="AD" clId="Web-{23007140-3DB1-5CC3-48C9-FEB801DF4FAD}" dt="2026-06-24T13:56:11.309" v="108"/>
          <ac:spMkLst>
            <pc:docMk/>
            <pc:sldMk cId="1961641987" sldId="265"/>
            <ac:spMk id="2" creationId="{9A5A8D1E-3FD0-B6F9-28A1-E82F1225B16E}"/>
          </ac:spMkLst>
        </pc:spChg>
        <pc:spChg chg="del">
          <ac:chgData name="Mohanta Das" userId="S::mohanta.das@cmsenergy.com::ae36c681-8d90-4c0d-b637-b44a7861ac8e" providerId="AD" clId="Web-{23007140-3DB1-5CC3-48C9-FEB801DF4FAD}" dt="2026-06-24T13:56:47.841" v="110"/>
          <ac:spMkLst>
            <pc:docMk/>
            <pc:sldMk cId="1961641987" sldId="265"/>
            <ac:spMk id="3" creationId="{3E6D5556-7C17-26C3-D572-4D45CED138CA}"/>
          </ac:spMkLst>
        </pc:spChg>
        <pc:spChg chg="add mod">
          <ac:chgData name="Mohanta Das" userId="S::mohanta.das@cmsenergy.com::ae36c681-8d90-4c0d-b637-b44a7861ac8e" providerId="AD" clId="Web-{23007140-3DB1-5CC3-48C9-FEB801DF4FAD}" dt="2026-06-24T13:56:47.841" v="110"/>
          <ac:spMkLst>
            <pc:docMk/>
            <pc:sldMk cId="1961641987" sldId="265"/>
            <ac:spMk id="10" creationId="{316C75EC-A096-DED9-BE50-23B6EC09E37F}"/>
          </ac:spMkLst>
        </pc:spChg>
        <pc:graphicFrameChg chg="add mod modGraphic">
          <ac:chgData name="Mohanta Das" userId="S::mohanta.das@cmsenergy.com::ae36c681-8d90-4c0d-b637-b44a7861ac8e" providerId="AD" clId="Web-{23007140-3DB1-5CC3-48C9-FEB801DF4FAD}" dt="2026-06-24T14:00:58.601" v="123"/>
          <ac:graphicFrameMkLst>
            <pc:docMk/>
            <pc:sldMk cId="1961641987" sldId="265"/>
            <ac:graphicFrameMk id="5" creationId="{A34B901F-4FF2-AEB7-E131-98BA69D67A76}"/>
          </ac:graphicFrameMkLst>
        </pc:graphicFrameChg>
      </pc:sldChg>
      <pc:sldChg chg="modSp add replId">
        <pc:chgData name="Mohanta Das" userId="S::mohanta.das@cmsenergy.com::ae36c681-8d90-4c0d-b637-b44a7861ac8e" providerId="AD" clId="Web-{23007140-3DB1-5CC3-48C9-FEB801DF4FAD}" dt="2026-06-24T14:05:49.580" v="243"/>
        <pc:sldMkLst>
          <pc:docMk/>
          <pc:sldMk cId="2498206025" sldId="266"/>
        </pc:sldMkLst>
        <pc:graphicFrameChg chg="mod modGraphic">
          <ac:chgData name="Mohanta Das" userId="S::mohanta.das@cmsenergy.com::ae36c681-8d90-4c0d-b637-b44a7861ac8e" providerId="AD" clId="Web-{23007140-3DB1-5CC3-48C9-FEB801DF4FAD}" dt="2026-06-24T14:05:49.580" v="243"/>
          <ac:graphicFrameMkLst>
            <pc:docMk/>
            <pc:sldMk cId="2498206025" sldId="266"/>
            <ac:graphicFrameMk id="15" creationId="{4E0D8312-EDE5-03D8-74B8-FB87ABC0807E}"/>
          </ac:graphicFrameMkLst>
        </pc:graphicFrameChg>
      </pc:sldChg>
      <pc:sldChg chg="addSp delSp modSp new del">
        <pc:chgData name="Mohanta Das" userId="S::mohanta.das@cmsenergy.com::ae36c681-8d90-4c0d-b637-b44a7861ac8e" providerId="AD" clId="Web-{23007140-3DB1-5CC3-48C9-FEB801DF4FAD}" dt="2026-06-24T13:59:06.378" v="116"/>
        <pc:sldMkLst>
          <pc:docMk/>
          <pc:sldMk cId="3679515738" sldId="266"/>
        </pc:sldMkLst>
        <pc:spChg chg="del">
          <ac:chgData name="Mohanta Das" userId="S::mohanta.das@cmsenergy.com::ae36c681-8d90-4c0d-b637-b44a7861ac8e" providerId="AD" clId="Web-{23007140-3DB1-5CC3-48C9-FEB801DF4FAD}" dt="2026-06-24T13:57:56.297" v="114"/>
          <ac:spMkLst>
            <pc:docMk/>
            <pc:sldMk cId="3679515738" sldId="266"/>
            <ac:spMk id="2" creationId="{1F7D71B7-B17F-8CEF-C7D5-1A2FE1764E2D}"/>
          </ac:spMkLst>
        </pc:spChg>
        <pc:graphicFrameChg chg="add mod">
          <ac:chgData name="Mohanta Das" userId="S::mohanta.das@cmsenergy.com::ae36c681-8d90-4c0d-b637-b44a7861ac8e" providerId="AD" clId="Web-{23007140-3DB1-5CC3-48C9-FEB801DF4FAD}" dt="2026-06-24T13:57:59.689" v="115"/>
          <ac:graphicFrameMkLst>
            <pc:docMk/>
            <pc:sldMk cId="3679515738" sldId="266"/>
            <ac:graphicFrameMk id="5" creationId="{4E7FD4DB-9EC7-7ABF-B839-F3875D26FED1}"/>
          </ac:graphicFrameMkLst>
        </pc:graphicFrameChg>
      </pc:sldChg>
    </pc:docChg>
  </pc:docChgLst>
  <pc:docChgLst>
    <pc:chgData name="Taylor Ilov" userId="S::taylor.ilov@cmsenergy.com::b3e8fa34-e639-4d12-a6dc-5e3032b39fb7" providerId="AD" clId="Web-{53C3A13A-879A-D15F-2544-D139D74D7D2C}"/>
    <pc:docChg chg="addSld delSld modSld sldOrd addSection modSection">
      <pc:chgData name="Taylor Ilov" userId="S::taylor.ilov@cmsenergy.com::b3e8fa34-e639-4d12-a6dc-5e3032b39fb7" providerId="AD" clId="Web-{53C3A13A-879A-D15F-2544-D139D74D7D2C}" dt="2026-06-23T22:09:16.449" v="250" actId="20577"/>
      <pc:docMkLst>
        <pc:docMk/>
      </pc:docMkLst>
      <pc:sldChg chg="del">
        <pc:chgData name="Taylor Ilov" userId="S::taylor.ilov@cmsenergy.com::b3e8fa34-e639-4d12-a6dc-5e3032b39fb7" providerId="AD" clId="Web-{53C3A13A-879A-D15F-2544-D139D74D7D2C}" dt="2026-06-23T22:06:56.302" v="196"/>
        <pc:sldMkLst>
          <pc:docMk/>
          <pc:sldMk cId="2052507368" sldId="256"/>
        </pc:sldMkLst>
      </pc:sldChg>
      <pc:sldChg chg="modSp new">
        <pc:chgData name="Taylor Ilov" userId="S::taylor.ilov@cmsenergy.com::b3e8fa34-e639-4d12-a6dc-5e3032b39fb7" providerId="AD" clId="Web-{53C3A13A-879A-D15F-2544-D139D74D7D2C}" dt="2026-06-23T22:07:48.180" v="210" actId="20577"/>
        <pc:sldMkLst>
          <pc:docMk/>
          <pc:sldMk cId="3181840768" sldId="256"/>
        </pc:sldMkLst>
        <pc:spChg chg="mod">
          <ac:chgData name="Taylor Ilov" userId="S::taylor.ilov@cmsenergy.com::b3e8fa34-e639-4d12-a6dc-5e3032b39fb7" providerId="AD" clId="Web-{53C3A13A-879A-D15F-2544-D139D74D7D2C}" dt="2026-06-23T22:07:48.180" v="210" actId="20577"/>
          <ac:spMkLst>
            <pc:docMk/>
            <pc:sldMk cId="3181840768" sldId="256"/>
            <ac:spMk id="2" creationId="{ED12529B-AD5D-F3D2-5EAB-91A8FD9A73DA}"/>
          </ac:spMkLst>
        </pc:spChg>
        <pc:spChg chg="mod">
          <ac:chgData name="Taylor Ilov" userId="S::taylor.ilov@cmsenergy.com::b3e8fa34-e639-4d12-a6dc-5e3032b39fb7" providerId="AD" clId="Web-{53C3A13A-879A-D15F-2544-D139D74D7D2C}" dt="2026-06-23T22:07:45.132" v="208" actId="20577"/>
          <ac:spMkLst>
            <pc:docMk/>
            <pc:sldMk cId="3181840768" sldId="256"/>
            <ac:spMk id="3" creationId="{F0DD6DA8-CB1B-9F0A-E33D-7E8FF806DCC6}"/>
          </ac:spMkLst>
        </pc:spChg>
      </pc:sldChg>
      <pc:sldChg chg="modSp">
        <pc:chgData name="Taylor Ilov" userId="S::taylor.ilov@cmsenergy.com::b3e8fa34-e639-4d12-a6dc-5e3032b39fb7" providerId="AD" clId="Web-{53C3A13A-879A-D15F-2544-D139D74D7D2C}" dt="2026-06-23T22:07:32.960" v="202" actId="20577"/>
        <pc:sldMkLst>
          <pc:docMk/>
          <pc:sldMk cId="2828065825" sldId="258"/>
        </pc:sldMkLst>
        <pc:spChg chg="mod">
          <ac:chgData name="Taylor Ilov" userId="S::taylor.ilov@cmsenergy.com::b3e8fa34-e639-4d12-a6dc-5e3032b39fb7" providerId="AD" clId="Web-{53C3A13A-879A-D15F-2544-D139D74D7D2C}" dt="2026-06-23T22:07:32.960" v="202" actId="20577"/>
          <ac:spMkLst>
            <pc:docMk/>
            <pc:sldMk cId="2828065825" sldId="258"/>
            <ac:spMk id="7" creationId="{F363667B-981C-A7C5-B405-AF1006A4BA19}"/>
          </ac:spMkLst>
        </pc:spChg>
      </pc:sldChg>
      <pc:sldChg chg="add">
        <pc:chgData name="Taylor Ilov" userId="S::taylor.ilov@cmsenergy.com::b3e8fa34-e639-4d12-a6dc-5e3032b39fb7" providerId="AD" clId="Web-{53C3A13A-879A-D15F-2544-D139D74D7D2C}" dt="2026-06-23T22:06:33.458" v="191"/>
        <pc:sldMkLst>
          <pc:docMk/>
          <pc:sldMk cId="1369908211" sldId="259"/>
        </pc:sldMkLst>
      </pc:sldChg>
      <pc:sldChg chg="del mod modShow">
        <pc:chgData name="Taylor Ilov" userId="S::taylor.ilov@cmsenergy.com::b3e8fa34-e639-4d12-a6dc-5e3032b39fb7" providerId="AD" clId="Web-{53C3A13A-879A-D15F-2544-D139D74D7D2C}" dt="2026-06-23T22:06:24.395" v="179"/>
        <pc:sldMkLst>
          <pc:docMk/>
          <pc:sldMk cId="1411066880" sldId="259"/>
        </pc:sldMkLst>
      </pc:sldChg>
      <pc:sldChg chg="modSp new ord">
        <pc:chgData name="Taylor Ilov" userId="S::taylor.ilov@cmsenergy.com::b3e8fa34-e639-4d12-a6dc-5e3032b39fb7" providerId="AD" clId="Web-{53C3A13A-879A-D15F-2544-D139D74D7D2C}" dt="2026-06-23T22:04:46.125" v="156"/>
        <pc:sldMkLst>
          <pc:docMk/>
          <pc:sldMk cId="3191912426" sldId="260"/>
        </pc:sldMkLst>
        <pc:spChg chg="mod">
          <ac:chgData name="Taylor Ilov" userId="S::taylor.ilov@cmsenergy.com::b3e8fa34-e639-4d12-a6dc-5e3032b39fb7" providerId="AD" clId="Web-{53C3A13A-879A-D15F-2544-D139D74D7D2C}" dt="2026-06-23T22:04:32.719" v="155" actId="20577"/>
          <ac:spMkLst>
            <pc:docMk/>
            <pc:sldMk cId="3191912426" sldId="260"/>
            <ac:spMk id="2" creationId="{06164AB3-9E4A-6D9D-DD6F-5C2247E9A433}"/>
          </ac:spMkLst>
        </pc:spChg>
        <pc:spChg chg="mod">
          <ac:chgData name="Taylor Ilov" userId="S::taylor.ilov@cmsenergy.com::b3e8fa34-e639-4d12-a6dc-5e3032b39fb7" providerId="AD" clId="Web-{53C3A13A-879A-D15F-2544-D139D74D7D2C}" dt="2026-06-23T22:02:54.808" v="115" actId="20577"/>
          <ac:spMkLst>
            <pc:docMk/>
            <pc:sldMk cId="3191912426" sldId="260"/>
            <ac:spMk id="3" creationId="{E61B52E0-E72B-9FB8-18DA-D267D907C5DA}"/>
          </ac:spMkLst>
        </pc:spChg>
      </pc:sldChg>
      <pc:sldChg chg="modSp">
        <pc:chgData name="Taylor Ilov" userId="S::taylor.ilov@cmsenergy.com::b3e8fa34-e639-4d12-a6dc-5e3032b39fb7" providerId="AD" clId="Web-{53C3A13A-879A-D15F-2544-D139D74D7D2C}" dt="2026-06-23T22:09:13.011" v="249" actId="20577"/>
        <pc:sldMkLst>
          <pc:docMk/>
          <pc:sldMk cId="3093726476" sldId="261"/>
        </pc:sldMkLst>
        <pc:spChg chg="mod">
          <ac:chgData name="Taylor Ilov" userId="S::taylor.ilov@cmsenergy.com::b3e8fa34-e639-4d12-a6dc-5e3032b39fb7" providerId="AD" clId="Web-{53C3A13A-879A-D15F-2544-D139D74D7D2C}" dt="2026-06-23T22:09:13.011" v="249" actId="20577"/>
          <ac:spMkLst>
            <pc:docMk/>
            <pc:sldMk cId="3093726476" sldId="261"/>
            <ac:spMk id="7" creationId="{B597FD0F-3E1D-D644-5432-29FF22D04E82}"/>
          </ac:spMkLst>
        </pc:spChg>
      </pc:sldChg>
      <pc:sldChg chg="modSp add replId">
        <pc:chgData name="Taylor Ilov" userId="S::taylor.ilov@cmsenergy.com::b3e8fa34-e639-4d12-a6dc-5e3032b39fb7" providerId="AD" clId="Web-{53C3A13A-879A-D15F-2544-D139D74D7D2C}" dt="2026-06-23T22:08:42.729" v="235" actId="20577"/>
        <pc:sldMkLst>
          <pc:docMk/>
          <pc:sldMk cId="2806717825" sldId="262"/>
        </pc:sldMkLst>
        <pc:spChg chg="mod">
          <ac:chgData name="Taylor Ilov" userId="S::taylor.ilov@cmsenergy.com::b3e8fa34-e639-4d12-a6dc-5e3032b39fb7" providerId="AD" clId="Web-{53C3A13A-879A-D15F-2544-D139D74D7D2C}" dt="2026-06-23T22:08:42.729" v="235" actId="20577"/>
          <ac:spMkLst>
            <pc:docMk/>
            <pc:sldMk cId="2806717825" sldId="262"/>
            <ac:spMk id="2" creationId="{973B206D-2061-6D11-BCBF-E596AF16935C}"/>
          </ac:spMkLst>
        </pc:spChg>
        <pc:spChg chg="mod">
          <ac:chgData name="Taylor Ilov" userId="S::taylor.ilov@cmsenergy.com::b3e8fa34-e639-4d12-a6dc-5e3032b39fb7" providerId="AD" clId="Web-{53C3A13A-879A-D15F-2544-D139D74D7D2C}" dt="2026-06-23T22:08:36.181" v="231"/>
          <ac:spMkLst>
            <pc:docMk/>
            <pc:sldMk cId="2806717825" sldId="262"/>
            <ac:spMk id="3" creationId="{20AA7C67-BE2D-DF76-F3A2-F43587A82452}"/>
          </ac:spMkLst>
        </pc:spChg>
      </pc:sldChg>
      <pc:sldChg chg="del">
        <pc:chgData name="Taylor Ilov" userId="S::taylor.ilov@cmsenergy.com::b3e8fa34-e639-4d12-a6dc-5e3032b39fb7" providerId="AD" clId="Web-{53C3A13A-879A-D15F-2544-D139D74D7D2C}" dt="2026-06-23T22:06:56.302" v="195"/>
        <pc:sldMkLst>
          <pc:docMk/>
          <pc:sldMk cId="3258273975" sldId="262"/>
        </pc:sldMkLst>
      </pc:sldChg>
      <pc:sldChg chg="modSp add ord replId">
        <pc:chgData name="Taylor Ilov" userId="S::taylor.ilov@cmsenergy.com::b3e8fa34-e639-4d12-a6dc-5e3032b39fb7" providerId="AD" clId="Web-{53C3A13A-879A-D15F-2544-D139D74D7D2C}" dt="2026-06-23T22:04:46.125" v="157"/>
        <pc:sldMkLst>
          <pc:docMk/>
          <pc:sldMk cId="95376934" sldId="263"/>
        </pc:sldMkLst>
        <pc:spChg chg="mod">
          <ac:chgData name="Taylor Ilov" userId="S::taylor.ilov@cmsenergy.com::b3e8fa34-e639-4d12-a6dc-5e3032b39fb7" providerId="AD" clId="Web-{53C3A13A-879A-D15F-2544-D139D74D7D2C}" dt="2026-06-23T22:03:28.763" v="148" actId="20577"/>
          <ac:spMkLst>
            <pc:docMk/>
            <pc:sldMk cId="95376934" sldId="263"/>
            <ac:spMk id="7" creationId="{ABC6DC37-C363-4B1D-255D-66EC993A3877}"/>
          </ac:spMkLst>
        </pc:spChg>
      </pc:sldChg>
      <pc:sldChg chg="modSp">
        <pc:chgData name="Taylor Ilov" userId="S::taylor.ilov@cmsenergy.com::b3e8fa34-e639-4d12-a6dc-5e3032b39fb7" providerId="AD" clId="Web-{53C3A13A-879A-D15F-2544-D139D74D7D2C}" dt="2026-06-23T22:05:17.080" v="158" actId="20577"/>
        <pc:sldMkLst>
          <pc:docMk/>
          <pc:sldMk cId="3852294437" sldId="268"/>
        </pc:sldMkLst>
        <pc:spChg chg="mod">
          <ac:chgData name="Taylor Ilov" userId="S::taylor.ilov@cmsenergy.com::b3e8fa34-e639-4d12-a6dc-5e3032b39fb7" providerId="AD" clId="Web-{53C3A13A-879A-D15F-2544-D139D74D7D2C}" dt="2026-06-23T22:05:17.080" v="158" actId="20577"/>
          <ac:spMkLst>
            <pc:docMk/>
            <pc:sldMk cId="3852294437" sldId="268"/>
            <ac:spMk id="4" creationId="{81A08FD6-7E06-AEC4-FC0F-CD07B69918CC}"/>
          </ac:spMkLst>
        </pc:spChg>
      </pc:sldChg>
      <pc:sldChg chg="modSp">
        <pc:chgData name="Taylor Ilov" userId="S::taylor.ilov@cmsenergy.com::b3e8fa34-e639-4d12-a6dc-5e3032b39fb7" providerId="AD" clId="Web-{53C3A13A-879A-D15F-2544-D139D74D7D2C}" dt="2026-06-23T22:09:16.449" v="250" actId="20577"/>
        <pc:sldMkLst>
          <pc:docMk/>
          <pc:sldMk cId="1180415898" sldId="270"/>
        </pc:sldMkLst>
        <pc:spChg chg="mod">
          <ac:chgData name="Taylor Ilov" userId="S::taylor.ilov@cmsenergy.com::b3e8fa34-e639-4d12-a6dc-5e3032b39fb7" providerId="AD" clId="Web-{53C3A13A-879A-D15F-2544-D139D74D7D2C}" dt="2026-06-23T22:09:16.449" v="250" actId="20577"/>
          <ac:spMkLst>
            <pc:docMk/>
            <pc:sldMk cId="1180415898" sldId="270"/>
            <ac:spMk id="7" creationId="{0C66E776-CABB-A883-38E3-FB62E6868850}"/>
          </ac:spMkLst>
        </pc:spChg>
      </pc:sldChg>
      <pc:sldChg chg="modSp ord">
        <pc:chgData name="Taylor Ilov" userId="S::taylor.ilov@cmsenergy.com::b3e8fa34-e639-4d12-a6dc-5e3032b39fb7" providerId="AD" clId="Web-{53C3A13A-879A-D15F-2544-D139D74D7D2C}" dt="2026-06-23T22:08:56.042" v="247" actId="20577"/>
        <pc:sldMkLst>
          <pc:docMk/>
          <pc:sldMk cId="2542367511" sldId="277"/>
        </pc:sldMkLst>
        <pc:spChg chg="mod">
          <ac:chgData name="Taylor Ilov" userId="S::taylor.ilov@cmsenergy.com::b3e8fa34-e639-4d12-a6dc-5e3032b39fb7" providerId="AD" clId="Web-{53C3A13A-879A-D15F-2544-D139D74D7D2C}" dt="2026-06-23T22:08:56.042" v="247" actId="20577"/>
          <ac:spMkLst>
            <pc:docMk/>
            <pc:sldMk cId="2542367511" sldId="277"/>
            <ac:spMk id="7" creationId="{CAD1F050-5AB8-5CAC-CBBB-4BA7E18D5658}"/>
          </ac:spMkLst>
        </pc:spChg>
      </pc:sldChg>
      <pc:sldChg chg="modSp ord">
        <pc:chgData name="Taylor Ilov" userId="S::taylor.ilov@cmsenergy.com::b3e8fa34-e639-4d12-a6dc-5e3032b39fb7" providerId="AD" clId="Web-{53C3A13A-879A-D15F-2544-D139D74D7D2C}" dt="2026-06-23T22:08:23.900" v="228" actId="20577"/>
        <pc:sldMkLst>
          <pc:docMk/>
          <pc:sldMk cId="12600196" sldId="281"/>
        </pc:sldMkLst>
        <pc:spChg chg="mod">
          <ac:chgData name="Taylor Ilov" userId="S::taylor.ilov@cmsenergy.com::b3e8fa34-e639-4d12-a6dc-5e3032b39fb7" providerId="AD" clId="Web-{53C3A13A-879A-D15F-2544-D139D74D7D2C}" dt="2026-06-23T22:08:23.900" v="228" actId="20577"/>
          <ac:spMkLst>
            <pc:docMk/>
            <pc:sldMk cId="12600196" sldId="281"/>
            <ac:spMk id="7" creationId="{EB98184E-2065-B50A-5DE8-04BEA6B96B3C}"/>
          </ac:spMkLst>
        </pc:spChg>
      </pc:sldChg>
      <pc:sldChg chg="modSp">
        <pc:chgData name="Taylor Ilov" userId="S::taylor.ilov@cmsenergy.com::b3e8fa34-e639-4d12-a6dc-5e3032b39fb7" providerId="AD" clId="Web-{53C3A13A-879A-D15F-2544-D139D74D7D2C}" dt="2026-06-23T22:09:09.495" v="248" actId="20577"/>
        <pc:sldMkLst>
          <pc:docMk/>
          <pc:sldMk cId="1285056470" sldId="285"/>
        </pc:sldMkLst>
        <pc:spChg chg="mod">
          <ac:chgData name="Taylor Ilov" userId="S::taylor.ilov@cmsenergy.com::b3e8fa34-e639-4d12-a6dc-5e3032b39fb7" providerId="AD" clId="Web-{53C3A13A-879A-D15F-2544-D139D74D7D2C}" dt="2026-06-23T22:09:09.495" v="248" actId="20577"/>
          <ac:spMkLst>
            <pc:docMk/>
            <pc:sldMk cId="1285056470" sldId="285"/>
            <ac:spMk id="7" creationId="{3FA007BE-A154-54BB-139B-68EEE949B120}"/>
          </ac:spMkLst>
        </pc:spChg>
      </pc:sldChg>
      <pc:sldChg chg="modSp">
        <pc:chgData name="Taylor Ilov" userId="S::taylor.ilov@cmsenergy.com::b3e8fa34-e639-4d12-a6dc-5e3032b39fb7" providerId="AD" clId="Web-{53C3A13A-879A-D15F-2544-D139D74D7D2C}" dt="2026-06-23T22:08:09.930" v="225" actId="20577"/>
        <pc:sldMkLst>
          <pc:docMk/>
          <pc:sldMk cId="1225817557" sldId="295"/>
        </pc:sldMkLst>
        <pc:spChg chg="mod">
          <ac:chgData name="Taylor Ilov" userId="S::taylor.ilov@cmsenergy.com::b3e8fa34-e639-4d12-a6dc-5e3032b39fb7" providerId="AD" clId="Web-{53C3A13A-879A-D15F-2544-D139D74D7D2C}" dt="2026-06-23T22:08:09.930" v="225" actId="20577"/>
          <ac:spMkLst>
            <pc:docMk/>
            <pc:sldMk cId="1225817557" sldId="295"/>
            <ac:spMk id="7" creationId="{F363667B-981C-A7C5-B405-AF1006A4BA19}"/>
          </ac:spMkLst>
        </pc:spChg>
      </pc:sldChg>
      <pc:sldChg chg="modSp">
        <pc:chgData name="Taylor Ilov" userId="S::taylor.ilov@cmsenergy.com::b3e8fa34-e639-4d12-a6dc-5e3032b39fb7" providerId="AD" clId="Web-{53C3A13A-879A-D15F-2544-D139D74D7D2C}" dt="2026-06-23T22:05:54.691" v="170" actId="1076"/>
        <pc:sldMkLst>
          <pc:docMk/>
          <pc:sldMk cId="429306594" sldId="2147483632"/>
        </pc:sldMkLst>
        <pc:spChg chg="mod">
          <ac:chgData name="Taylor Ilov" userId="S::taylor.ilov@cmsenergy.com::b3e8fa34-e639-4d12-a6dc-5e3032b39fb7" providerId="AD" clId="Web-{53C3A13A-879A-D15F-2544-D139D74D7D2C}" dt="2026-06-23T22:05:54.691" v="170" actId="1076"/>
          <ac:spMkLst>
            <pc:docMk/>
            <pc:sldMk cId="429306594" sldId="2147483632"/>
            <ac:spMk id="5" creationId="{190299F6-71FD-C862-BBAE-0A1B505E3A82}"/>
          </ac:spMkLst>
        </pc:spChg>
        <pc:spChg chg="mod">
          <ac:chgData name="Taylor Ilov" userId="S::taylor.ilov@cmsenergy.com::b3e8fa34-e639-4d12-a6dc-5e3032b39fb7" providerId="AD" clId="Web-{53C3A13A-879A-D15F-2544-D139D74D7D2C}" dt="2026-06-23T22:05:39.049" v="160" actId="1076"/>
          <ac:spMkLst>
            <pc:docMk/>
            <pc:sldMk cId="429306594" sldId="2147483632"/>
            <ac:spMk id="7" creationId="{31E00338-5619-11A3-BAFF-7FB71EE17928}"/>
          </ac:spMkLst>
        </pc:spChg>
        <pc:spChg chg="mod">
          <ac:chgData name="Taylor Ilov" userId="S::taylor.ilov@cmsenergy.com::b3e8fa34-e639-4d12-a6dc-5e3032b39fb7" providerId="AD" clId="Web-{53C3A13A-879A-D15F-2544-D139D74D7D2C}" dt="2026-06-23T22:05:45.112" v="161" actId="1076"/>
          <ac:spMkLst>
            <pc:docMk/>
            <pc:sldMk cId="429306594" sldId="2147483632"/>
            <ac:spMk id="8" creationId="{D7CD0002-0816-D81E-8E98-17B201F8556D}"/>
          </ac:spMkLst>
        </pc:spChg>
        <pc:spChg chg="mod">
          <ac:chgData name="Taylor Ilov" userId="S::taylor.ilov@cmsenergy.com::b3e8fa34-e639-4d12-a6dc-5e3032b39fb7" providerId="AD" clId="Web-{53C3A13A-879A-D15F-2544-D139D74D7D2C}" dt="2026-06-23T22:05:35.518" v="159" actId="1076"/>
          <ac:spMkLst>
            <pc:docMk/>
            <pc:sldMk cId="429306594" sldId="2147483632"/>
            <ac:spMk id="9" creationId="{04ABBC89-EEC8-89D8-4B2B-F5F774610ECB}"/>
          </ac:spMkLst>
        </pc:spChg>
        <pc:spChg chg="mod">
          <ac:chgData name="Taylor Ilov" userId="S::taylor.ilov@cmsenergy.com::b3e8fa34-e639-4d12-a6dc-5e3032b39fb7" providerId="AD" clId="Web-{53C3A13A-879A-D15F-2544-D139D74D7D2C}" dt="2026-06-23T22:05:50.737" v="169" actId="20577"/>
          <ac:spMkLst>
            <pc:docMk/>
            <pc:sldMk cId="429306594" sldId="2147483632"/>
            <ac:spMk id="14" creationId="{1A3158E1-7695-0C81-4A14-28927869505A}"/>
          </ac:spMkLst>
        </pc:spChg>
      </pc:sldChg>
      <pc:sldChg chg="add del mod modShow">
        <pc:chgData name="Taylor Ilov" userId="S::taylor.ilov@cmsenergy.com::b3e8fa34-e639-4d12-a6dc-5e3032b39fb7" providerId="AD" clId="Web-{53C3A13A-879A-D15F-2544-D139D74D7D2C}" dt="2026-06-23T22:06:31.708" v="185"/>
        <pc:sldMkLst>
          <pc:docMk/>
          <pc:sldMk cId="2424277114" sldId="2147483642"/>
        </pc:sldMkLst>
      </pc:sldChg>
      <pc:sldChg chg="add del mod modShow">
        <pc:chgData name="Taylor Ilov" userId="S::taylor.ilov@cmsenergy.com::b3e8fa34-e639-4d12-a6dc-5e3032b39fb7" providerId="AD" clId="Web-{53C3A13A-879A-D15F-2544-D139D74D7D2C}" dt="2026-06-23T22:06:31.926" v="186"/>
        <pc:sldMkLst>
          <pc:docMk/>
          <pc:sldMk cId="1899030402" sldId="2147483643"/>
        </pc:sldMkLst>
      </pc:sldChg>
      <pc:sldChg chg="add del mod modShow">
        <pc:chgData name="Taylor Ilov" userId="S::taylor.ilov@cmsenergy.com::b3e8fa34-e639-4d12-a6dc-5e3032b39fb7" providerId="AD" clId="Web-{53C3A13A-879A-D15F-2544-D139D74D7D2C}" dt="2026-06-23T22:06:32.255" v="187"/>
        <pc:sldMkLst>
          <pc:docMk/>
          <pc:sldMk cId="2144477446" sldId="2147483644"/>
        </pc:sldMkLst>
      </pc:sldChg>
      <pc:sldChg chg="add del mod modShow">
        <pc:chgData name="Taylor Ilov" userId="S::taylor.ilov@cmsenergy.com::b3e8fa34-e639-4d12-a6dc-5e3032b39fb7" providerId="AD" clId="Web-{53C3A13A-879A-D15F-2544-D139D74D7D2C}" dt="2026-06-23T22:06:32.567" v="188"/>
        <pc:sldMkLst>
          <pc:docMk/>
          <pc:sldMk cId="1523486785" sldId="2147483645"/>
        </pc:sldMkLst>
      </pc:sldChg>
      <pc:sldChg chg="add">
        <pc:chgData name="Taylor Ilov" userId="S::taylor.ilov@cmsenergy.com::b3e8fa34-e639-4d12-a6dc-5e3032b39fb7" providerId="AD" clId="Web-{53C3A13A-879A-D15F-2544-D139D74D7D2C}" dt="2026-06-23T22:06:32.895" v="189"/>
        <pc:sldMkLst>
          <pc:docMk/>
          <pc:sldMk cId="270729938" sldId="2147483646"/>
        </pc:sldMkLst>
      </pc:sldChg>
      <pc:sldChg chg="del mod modShow">
        <pc:chgData name="Taylor Ilov" userId="S::taylor.ilov@cmsenergy.com::b3e8fa34-e639-4d12-a6dc-5e3032b39fb7" providerId="AD" clId="Web-{53C3A13A-879A-D15F-2544-D139D74D7D2C}" dt="2026-06-23T22:06:24.395" v="178"/>
        <pc:sldMkLst>
          <pc:docMk/>
          <pc:sldMk cId="1369908211" sldId="2147483646"/>
        </pc:sldMkLst>
      </pc:sldChg>
      <pc:sldChg chg="del mod modShow">
        <pc:chgData name="Taylor Ilov" userId="S::taylor.ilov@cmsenergy.com::b3e8fa34-e639-4d12-a6dc-5e3032b39fb7" providerId="AD" clId="Web-{53C3A13A-879A-D15F-2544-D139D74D7D2C}" dt="2026-06-23T22:06:24.395" v="180"/>
        <pc:sldMkLst>
          <pc:docMk/>
          <pc:sldMk cId="270729938" sldId="2147483647"/>
        </pc:sldMkLst>
      </pc:sldChg>
      <pc:sldChg chg="add">
        <pc:chgData name="Taylor Ilov" userId="S::taylor.ilov@cmsenergy.com::b3e8fa34-e639-4d12-a6dc-5e3032b39fb7" providerId="AD" clId="Web-{53C3A13A-879A-D15F-2544-D139D74D7D2C}" dt="2026-06-23T22:06:33.114" v="190"/>
        <pc:sldMkLst>
          <pc:docMk/>
          <pc:sldMk cId="1411066880" sldId="2147483647"/>
        </pc:sldMkLst>
      </pc:sldChg>
    </pc:docChg>
  </pc:docChgLst>
  <pc:docChgLst>
    <pc:chgData name="Taylor Ilov" userId="S::taylor.ilov@cmsenergy.com::b3e8fa34-e639-4d12-a6dc-5e3032b39fb7" providerId="AD" clId="Web-{E86223E9-7396-5E1C-8840-F50392A7A651}"/>
    <pc:docChg chg="modSld">
      <pc:chgData name="Taylor Ilov" userId="S::taylor.ilov@cmsenergy.com::b3e8fa34-e639-4d12-a6dc-5e3032b39fb7" providerId="AD" clId="Web-{E86223E9-7396-5E1C-8840-F50392A7A651}" dt="2026-06-01T15:49:08.837" v="13" actId="20577"/>
      <pc:docMkLst>
        <pc:docMk/>
      </pc:docMkLst>
      <pc:sldChg chg="modSp">
        <pc:chgData name="Taylor Ilov" userId="S::taylor.ilov@cmsenergy.com::b3e8fa34-e639-4d12-a6dc-5e3032b39fb7" providerId="AD" clId="Web-{E86223E9-7396-5E1C-8840-F50392A7A651}" dt="2026-06-01T15:49:08.837" v="13" actId="20577"/>
        <pc:sldMkLst>
          <pc:docMk/>
          <pc:sldMk cId="2218206800" sldId="271"/>
        </pc:sldMkLst>
        <pc:spChg chg="mod">
          <ac:chgData name="Taylor Ilov" userId="S::taylor.ilov@cmsenergy.com::b3e8fa34-e639-4d12-a6dc-5e3032b39fb7" providerId="AD" clId="Web-{E86223E9-7396-5E1C-8840-F50392A7A651}" dt="2026-06-01T15:49:08.837" v="13" actId="20577"/>
          <ac:spMkLst>
            <pc:docMk/>
            <pc:sldMk cId="2218206800" sldId="271"/>
            <ac:spMk id="2" creationId="{FADA383F-4927-0444-587E-4284181D7C5E}"/>
          </ac:spMkLst>
        </pc:spChg>
      </pc:sldChg>
    </pc:docChg>
  </pc:docChgLst>
  <pc:docChgLst>
    <pc:chgData name="Taylor Ilov" userId="S::taylor.ilov@cmsenergy.com::b3e8fa34-e639-4d12-a6dc-5e3032b39fb7" providerId="AD" clId="Web-{E1D307C1-B4B7-983A-2C88-4F94901C6B22}"/>
    <pc:docChg chg="delSld modSection">
      <pc:chgData name="Taylor Ilov" userId="S::taylor.ilov@cmsenergy.com::b3e8fa34-e639-4d12-a6dc-5e3032b39fb7" providerId="AD" clId="Web-{E1D307C1-B4B7-983A-2C88-4F94901C6B22}" dt="2026-06-15T03:43:15.321" v="0"/>
      <pc:docMkLst>
        <pc:docMk/>
      </pc:docMkLst>
    </pc:docChg>
  </pc:docChgLst>
  <pc:docChgLst>
    <pc:chgData name="Taylor Ilov" userId="S::taylor.ilov@cmsenergy.com::b3e8fa34-e639-4d12-a6dc-5e3032b39fb7" providerId="AD" clId="Web-{0A0ED2EE-5963-C708-7F40-9A057BF738D0}"/>
    <pc:docChg chg="modSld">
      <pc:chgData name="Taylor Ilov" userId="S::taylor.ilov@cmsenergy.com::b3e8fa34-e639-4d12-a6dc-5e3032b39fb7" providerId="AD" clId="Web-{0A0ED2EE-5963-C708-7F40-9A057BF738D0}" dt="2026-06-01T15:18:18.376" v="22" actId="20577"/>
      <pc:docMkLst>
        <pc:docMk/>
      </pc:docMkLst>
      <pc:sldChg chg="modSp">
        <pc:chgData name="Taylor Ilov" userId="S::taylor.ilov@cmsenergy.com::b3e8fa34-e639-4d12-a6dc-5e3032b39fb7" providerId="AD" clId="Web-{0A0ED2EE-5963-C708-7F40-9A057BF738D0}" dt="2026-06-01T15:18:18.376" v="22" actId="20577"/>
        <pc:sldMkLst>
          <pc:docMk/>
          <pc:sldMk cId="3852294437" sldId="268"/>
        </pc:sldMkLst>
        <pc:spChg chg="mod">
          <ac:chgData name="Taylor Ilov" userId="S::taylor.ilov@cmsenergy.com::b3e8fa34-e639-4d12-a6dc-5e3032b39fb7" providerId="AD" clId="Web-{0A0ED2EE-5963-C708-7F40-9A057BF738D0}" dt="2026-06-01T15:18:18.376" v="22" actId="20577"/>
          <ac:spMkLst>
            <pc:docMk/>
            <pc:sldMk cId="3852294437" sldId="268"/>
            <ac:spMk id="4" creationId="{81A08FD6-7E06-AEC4-FC0F-CD07B69918CC}"/>
          </ac:spMkLst>
        </pc:spChg>
      </pc:sldChg>
    </pc:docChg>
  </pc:docChgLst>
  <pc:docChgLst>
    <pc:chgData name="Taylor Ilov" userId="S::taylor.ilov@cmsenergy.com::b3e8fa34-e639-4d12-a6dc-5e3032b39fb7" providerId="AD" clId="Web-{E83E345A-7014-C352-1A78-368E8004C567}"/>
    <pc:docChg chg="modSld">
      <pc:chgData name="Taylor Ilov" userId="S::taylor.ilov@cmsenergy.com::b3e8fa34-e639-4d12-a6dc-5e3032b39fb7" providerId="AD" clId="Web-{E83E345A-7014-C352-1A78-368E8004C567}" dt="2026-06-01T14:59:57.796" v="12" actId="20577"/>
      <pc:docMkLst>
        <pc:docMk/>
      </pc:docMkLst>
      <pc:sldChg chg="modSp">
        <pc:chgData name="Taylor Ilov" userId="S::taylor.ilov@cmsenergy.com::b3e8fa34-e639-4d12-a6dc-5e3032b39fb7" providerId="AD" clId="Web-{E83E345A-7014-C352-1A78-368E8004C567}" dt="2026-06-01T14:59:57.796" v="12" actId="20577"/>
        <pc:sldMkLst>
          <pc:docMk/>
          <pc:sldMk cId="3852294437" sldId="268"/>
        </pc:sldMkLst>
        <pc:spChg chg="mod">
          <ac:chgData name="Taylor Ilov" userId="S::taylor.ilov@cmsenergy.com::b3e8fa34-e639-4d12-a6dc-5e3032b39fb7" providerId="AD" clId="Web-{E83E345A-7014-C352-1A78-368E8004C567}" dt="2026-06-01T14:59:57.796" v="12" actId="20577"/>
          <ac:spMkLst>
            <pc:docMk/>
            <pc:sldMk cId="3852294437" sldId="268"/>
            <ac:spMk id="4" creationId="{81A08FD6-7E06-AEC4-FC0F-CD07B69918CC}"/>
          </ac:spMkLst>
        </pc:spChg>
      </pc:sldChg>
    </pc:docChg>
  </pc:docChgLst>
  <pc:docChgLst>
    <pc:chgData name="Taylor Ilov" userId="S::taylor.ilov@cmsenergy.com::b3e8fa34-e639-4d12-a6dc-5e3032b39fb7" providerId="AD" clId="Web-{4CD07DEF-F451-F267-65AE-8941A86E50ED}"/>
    <pc:docChg chg="delSld modSld modSection">
      <pc:chgData name="Taylor Ilov" userId="S::taylor.ilov@cmsenergy.com::b3e8fa34-e639-4d12-a6dc-5e3032b39fb7" providerId="AD" clId="Web-{4CD07DEF-F451-F267-65AE-8941A86E50ED}" dt="2026-06-25T16:02:21.506" v="824" actId="20577"/>
      <pc:docMkLst>
        <pc:docMk/>
      </pc:docMkLst>
      <pc:sldChg chg="modSp">
        <pc:chgData name="Taylor Ilov" userId="S::taylor.ilov@cmsenergy.com::b3e8fa34-e639-4d12-a6dc-5e3032b39fb7" providerId="AD" clId="Web-{4CD07DEF-F451-F267-65AE-8941A86E50ED}" dt="2026-06-25T15:54:21.098" v="822" actId="20577"/>
        <pc:sldMkLst>
          <pc:docMk/>
          <pc:sldMk cId="3191912426" sldId="260"/>
        </pc:sldMkLst>
        <pc:spChg chg="mod">
          <ac:chgData name="Taylor Ilov" userId="S::taylor.ilov@cmsenergy.com::b3e8fa34-e639-4d12-a6dc-5e3032b39fb7" providerId="AD" clId="Web-{4CD07DEF-F451-F267-65AE-8941A86E50ED}" dt="2026-06-25T15:54:21.098" v="822" actId="20577"/>
          <ac:spMkLst>
            <pc:docMk/>
            <pc:sldMk cId="3191912426" sldId="260"/>
            <ac:spMk id="2" creationId="{06164AB3-9E4A-6D9D-DD6F-5C2247E9A433}"/>
          </ac:spMkLst>
        </pc:spChg>
      </pc:sldChg>
      <pc:sldChg chg="modSp">
        <pc:chgData name="Taylor Ilov" userId="S::taylor.ilov@cmsenergy.com::b3e8fa34-e639-4d12-a6dc-5e3032b39fb7" providerId="AD" clId="Web-{4CD07DEF-F451-F267-65AE-8941A86E50ED}" dt="2026-06-25T16:02:21.506" v="824" actId="20577"/>
        <pc:sldMkLst>
          <pc:docMk/>
          <pc:sldMk cId="3093726476" sldId="261"/>
        </pc:sldMkLst>
        <pc:spChg chg="mod">
          <ac:chgData name="Taylor Ilov" userId="S::taylor.ilov@cmsenergy.com::b3e8fa34-e639-4d12-a6dc-5e3032b39fb7" providerId="AD" clId="Web-{4CD07DEF-F451-F267-65AE-8941A86E50ED}" dt="2026-06-25T16:02:21.506" v="824" actId="20577"/>
          <ac:spMkLst>
            <pc:docMk/>
            <pc:sldMk cId="3093726476" sldId="261"/>
            <ac:spMk id="7" creationId="{B597FD0F-3E1D-D644-5432-29FF22D04E82}"/>
          </ac:spMkLst>
        </pc:spChg>
      </pc:sldChg>
      <pc:sldChg chg="modSp">
        <pc:chgData name="Taylor Ilov" userId="S::taylor.ilov@cmsenergy.com::b3e8fa34-e639-4d12-a6dc-5e3032b39fb7" providerId="AD" clId="Web-{4CD07DEF-F451-F267-65AE-8941A86E50ED}" dt="2026-06-25T14:40:36.202" v="260"/>
        <pc:sldMkLst>
          <pc:docMk/>
          <pc:sldMk cId="2859980969" sldId="264"/>
        </pc:sldMkLst>
        <pc:graphicFrameChg chg="mod modGraphic">
          <ac:chgData name="Taylor Ilov" userId="S::taylor.ilov@cmsenergy.com::b3e8fa34-e639-4d12-a6dc-5e3032b39fb7" providerId="AD" clId="Web-{4CD07DEF-F451-F267-65AE-8941A86E50ED}" dt="2026-06-25T14:40:36.202" v="260"/>
          <ac:graphicFrameMkLst>
            <pc:docMk/>
            <pc:sldMk cId="2859980969" sldId="264"/>
            <ac:graphicFrameMk id="15" creationId="{F818465C-3DEC-B31E-B8DF-C063BBE4E583}"/>
          </ac:graphicFrameMkLst>
        </pc:graphicFrameChg>
      </pc:sldChg>
      <pc:sldChg chg="modSp">
        <pc:chgData name="Taylor Ilov" userId="S::taylor.ilov@cmsenergy.com::b3e8fa34-e639-4d12-a6dc-5e3032b39fb7" providerId="AD" clId="Web-{4CD07DEF-F451-F267-65AE-8941A86E50ED}" dt="2026-06-25T15:01:27.310" v="783"/>
        <pc:sldMkLst>
          <pc:docMk/>
          <pc:sldMk cId="2498206025" sldId="265"/>
        </pc:sldMkLst>
        <pc:graphicFrameChg chg="mod modGraphic">
          <ac:chgData name="Taylor Ilov" userId="S::taylor.ilov@cmsenergy.com::b3e8fa34-e639-4d12-a6dc-5e3032b39fb7" providerId="AD" clId="Web-{4CD07DEF-F451-F267-65AE-8941A86E50ED}" dt="2026-06-25T15:01:27.310" v="783"/>
          <ac:graphicFrameMkLst>
            <pc:docMk/>
            <pc:sldMk cId="2498206025" sldId="265"/>
            <ac:graphicFrameMk id="15" creationId="{4E0D8312-EDE5-03D8-74B8-FB87ABC0807E}"/>
          </ac:graphicFrameMkLst>
        </pc:graphicFrameChg>
      </pc:sldChg>
      <pc:sldChg chg="del">
        <pc:chgData name="Taylor Ilov" userId="S::taylor.ilov@cmsenergy.com::b3e8fa34-e639-4d12-a6dc-5e3032b39fb7" providerId="AD" clId="Web-{4CD07DEF-F451-F267-65AE-8941A86E50ED}" dt="2026-06-25T15:05:07.131" v="784"/>
        <pc:sldMkLst>
          <pc:docMk/>
          <pc:sldMk cId="2542367511" sldId="277"/>
        </pc:sldMkLst>
      </pc:sldChg>
      <pc:sldChg chg="modSp">
        <pc:chgData name="Taylor Ilov" userId="S::taylor.ilov@cmsenergy.com::b3e8fa34-e639-4d12-a6dc-5e3032b39fb7" providerId="AD" clId="Web-{4CD07DEF-F451-F267-65AE-8941A86E50ED}" dt="2026-06-25T16:02:15.444" v="823" actId="20577"/>
        <pc:sldMkLst>
          <pc:docMk/>
          <pc:sldMk cId="2545389575" sldId="2147483641"/>
        </pc:sldMkLst>
        <pc:spChg chg="mod">
          <ac:chgData name="Taylor Ilov" userId="S::taylor.ilov@cmsenergy.com::b3e8fa34-e639-4d12-a6dc-5e3032b39fb7" providerId="AD" clId="Web-{4CD07DEF-F451-F267-65AE-8941A86E50ED}" dt="2026-06-25T16:02:15.444" v="823" actId="20577"/>
          <ac:spMkLst>
            <pc:docMk/>
            <pc:sldMk cId="2545389575" sldId="2147483641"/>
            <ac:spMk id="2" creationId="{27854201-7694-B80E-BB57-4FB9BB6516B4}"/>
          </ac:spMkLst>
        </pc:spChg>
      </pc:sldChg>
    </pc:docChg>
  </pc:docChgLst>
  <pc:docChgLst>
    <pc:chgData name="Taylor Ilov" userId="S::taylor.ilov@cmsenergy.com::b3e8fa34-e639-4d12-a6dc-5e3032b39fb7" providerId="AD" clId="Web-{3A361C1E-AC93-3FBA-EEFE-B414A708A4AD}"/>
    <pc:docChg chg="modSld">
      <pc:chgData name="Taylor Ilov" userId="S::taylor.ilov@cmsenergy.com::b3e8fa34-e639-4d12-a6dc-5e3032b39fb7" providerId="AD" clId="Web-{3A361C1E-AC93-3FBA-EEFE-B414A708A4AD}" dt="2026-06-25T14:08:34.632" v="37" actId="20577"/>
      <pc:docMkLst>
        <pc:docMk/>
      </pc:docMkLst>
      <pc:sldChg chg="modSp">
        <pc:chgData name="Taylor Ilov" userId="S::taylor.ilov@cmsenergy.com::b3e8fa34-e639-4d12-a6dc-5e3032b39fb7" providerId="AD" clId="Web-{3A361C1E-AC93-3FBA-EEFE-B414A708A4AD}" dt="2026-06-25T14:08:34.632" v="37" actId="20577"/>
        <pc:sldMkLst>
          <pc:docMk/>
          <pc:sldMk cId="2542367511" sldId="277"/>
        </pc:sldMkLst>
        <pc:spChg chg="mod">
          <ac:chgData name="Taylor Ilov" userId="S::taylor.ilov@cmsenergy.com::b3e8fa34-e639-4d12-a6dc-5e3032b39fb7" providerId="AD" clId="Web-{3A361C1E-AC93-3FBA-EEFE-B414A708A4AD}" dt="2026-06-25T14:08:34.632" v="37" actId="20577"/>
          <ac:spMkLst>
            <pc:docMk/>
            <pc:sldMk cId="2542367511" sldId="277"/>
            <ac:spMk id="7" creationId="{CAD1F050-5AB8-5CAC-CBBB-4BA7E18D5658}"/>
          </ac:spMkLst>
        </pc:spChg>
      </pc:sldChg>
    </pc:docChg>
  </pc:docChgLst>
  <pc:docChgLst>
    <pc:chgData name="Taylor Ilov" userId="S::taylor.ilov@cmsenergy.com::b3e8fa34-e639-4d12-a6dc-5e3032b39fb7" providerId="AD" clId="Web-{6E5D21F8-A52E-7361-6E7F-974AE84A6BD0}"/>
    <pc:docChg chg="modSld">
      <pc:chgData name="Taylor Ilov" userId="S::taylor.ilov@cmsenergy.com::b3e8fa34-e639-4d12-a6dc-5e3032b39fb7" providerId="AD" clId="Web-{6E5D21F8-A52E-7361-6E7F-974AE84A6BD0}" dt="2026-06-01T15:17:27.072" v="5" actId="20577"/>
      <pc:docMkLst>
        <pc:docMk/>
      </pc:docMkLst>
      <pc:sldChg chg="modSp">
        <pc:chgData name="Taylor Ilov" userId="S::taylor.ilov@cmsenergy.com::b3e8fa34-e639-4d12-a6dc-5e3032b39fb7" providerId="AD" clId="Web-{6E5D21F8-A52E-7361-6E7F-974AE84A6BD0}" dt="2026-06-01T15:17:27.072" v="5" actId="20577"/>
        <pc:sldMkLst>
          <pc:docMk/>
          <pc:sldMk cId="3692638522" sldId="280"/>
        </pc:sldMkLst>
        <pc:spChg chg="mod">
          <ac:chgData name="Taylor Ilov" userId="S::taylor.ilov@cmsenergy.com::b3e8fa34-e639-4d12-a6dc-5e3032b39fb7" providerId="AD" clId="Web-{6E5D21F8-A52E-7361-6E7F-974AE84A6BD0}" dt="2026-06-01T15:17:27.072" v="5" actId="20577"/>
          <ac:spMkLst>
            <pc:docMk/>
            <pc:sldMk cId="3692638522" sldId="280"/>
            <ac:spMk id="8" creationId="{F068F04F-6DFB-171B-FC7A-BD61AE783CD5}"/>
          </ac:spMkLst>
        </pc:spChg>
      </pc:sldChg>
    </pc:docChg>
  </pc:docChgLst>
  <pc:docChgLst>
    <pc:chgData name="Taylor Ilov" userId="S::taylor.ilov@cmsenergy.com::b3e8fa34-e639-4d12-a6dc-5e3032b39fb7" providerId="AD" clId="Web-{B8E21672-4265-2A25-CBF5-53EEDFA4B0F8}"/>
    <pc:docChg chg="addSld delSld modSld modSection">
      <pc:chgData name="Taylor Ilov" userId="S::taylor.ilov@cmsenergy.com::b3e8fa34-e639-4d12-a6dc-5e3032b39fb7" providerId="AD" clId="Web-{B8E21672-4265-2A25-CBF5-53EEDFA4B0F8}" dt="2026-06-24T19:24:58.722" v="147" actId="1076"/>
      <pc:docMkLst>
        <pc:docMk/>
      </pc:docMkLst>
      <pc:sldChg chg="modSp del">
        <pc:chgData name="Taylor Ilov" userId="S::taylor.ilov@cmsenergy.com::b3e8fa34-e639-4d12-a6dc-5e3032b39fb7" providerId="AD" clId="Web-{B8E21672-4265-2A25-CBF5-53EEDFA4B0F8}" dt="2026-06-24T19:16:48.625" v="10"/>
        <pc:sldMkLst>
          <pc:docMk/>
          <pc:sldMk cId="3181840768" sldId="256"/>
        </pc:sldMkLst>
        <pc:spChg chg="mod">
          <ac:chgData name="Taylor Ilov" userId="S::taylor.ilov@cmsenergy.com::b3e8fa34-e639-4d12-a6dc-5e3032b39fb7" providerId="AD" clId="Web-{B8E21672-4265-2A25-CBF5-53EEDFA4B0F8}" dt="2026-06-24T19:16:37.124" v="4" actId="20577"/>
          <ac:spMkLst>
            <pc:docMk/>
            <pc:sldMk cId="3181840768" sldId="256"/>
            <ac:spMk id="3" creationId="{F0DD6DA8-CB1B-9F0A-E33D-7E8FF806DCC6}"/>
          </ac:spMkLst>
        </pc:spChg>
      </pc:sldChg>
      <pc:sldChg chg="modSp">
        <pc:chgData name="Taylor Ilov" userId="S::taylor.ilov@cmsenergy.com::b3e8fa34-e639-4d12-a6dc-5e3032b39fb7" providerId="AD" clId="Web-{B8E21672-4265-2A25-CBF5-53EEDFA4B0F8}" dt="2026-06-24T19:20:10.070" v="119" actId="20577"/>
        <pc:sldMkLst>
          <pc:docMk/>
          <pc:sldMk cId="3191912426" sldId="260"/>
        </pc:sldMkLst>
        <pc:spChg chg="mod">
          <ac:chgData name="Taylor Ilov" userId="S::taylor.ilov@cmsenergy.com::b3e8fa34-e639-4d12-a6dc-5e3032b39fb7" providerId="AD" clId="Web-{B8E21672-4265-2A25-CBF5-53EEDFA4B0F8}" dt="2026-06-24T19:20:10.070" v="119" actId="20577"/>
          <ac:spMkLst>
            <pc:docMk/>
            <pc:sldMk cId="3191912426" sldId="260"/>
            <ac:spMk id="2" creationId="{06164AB3-9E4A-6D9D-DD6F-5C2247E9A433}"/>
          </ac:spMkLst>
        </pc:spChg>
      </pc:sldChg>
      <pc:sldChg chg="modSp del">
        <pc:chgData name="Taylor Ilov" userId="S::taylor.ilov@cmsenergy.com::b3e8fa34-e639-4d12-a6dc-5e3032b39fb7" providerId="AD" clId="Web-{B8E21672-4265-2A25-CBF5-53EEDFA4B0F8}" dt="2026-06-24T19:21:14.354" v="132"/>
        <pc:sldMkLst>
          <pc:docMk/>
          <pc:sldMk cId="2806717825" sldId="262"/>
        </pc:sldMkLst>
        <pc:spChg chg="mod">
          <ac:chgData name="Taylor Ilov" userId="S::taylor.ilov@cmsenergy.com::b3e8fa34-e639-4d12-a6dc-5e3032b39fb7" providerId="AD" clId="Web-{B8E21672-4265-2A25-CBF5-53EEDFA4B0F8}" dt="2026-06-24T19:21:07.338" v="131" actId="20577"/>
          <ac:spMkLst>
            <pc:docMk/>
            <pc:sldMk cId="2806717825" sldId="262"/>
            <ac:spMk id="2" creationId="{973B206D-2061-6D11-BCBF-E596AF16935C}"/>
          </ac:spMkLst>
        </pc:spChg>
      </pc:sldChg>
      <pc:sldChg chg="modSp add del">
        <pc:chgData name="Taylor Ilov" userId="S::taylor.ilov@cmsenergy.com::b3e8fa34-e639-4d12-a6dc-5e3032b39fb7" providerId="AD" clId="Web-{B8E21672-4265-2A25-CBF5-53EEDFA4B0F8}" dt="2026-06-24T19:16:41.218" v="7" actId="20577"/>
        <pc:sldMkLst>
          <pc:docMk/>
          <pc:sldMk cId="2859980969" sldId="264"/>
        </pc:sldMkLst>
        <pc:spChg chg="mod">
          <ac:chgData name="Taylor Ilov" userId="S::taylor.ilov@cmsenergy.com::b3e8fa34-e639-4d12-a6dc-5e3032b39fb7" providerId="AD" clId="Web-{B8E21672-4265-2A25-CBF5-53EEDFA4B0F8}" dt="2026-06-24T19:16:41.218" v="7" actId="20577"/>
          <ac:spMkLst>
            <pc:docMk/>
            <pc:sldMk cId="2859980969" sldId="264"/>
            <ac:spMk id="3" creationId="{281963D1-E053-EE09-1DD8-5B4F9758E807}"/>
          </ac:spMkLst>
        </pc:spChg>
      </pc:sldChg>
      <pc:sldChg chg="modSp add">
        <pc:chgData name="Taylor Ilov" userId="S::taylor.ilov@cmsenergy.com::b3e8fa34-e639-4d12-a6dc-5e3032b39fb7" providerId="AD" clId="Web-{B8E21672-4265-2A25-CBF5-53EEDFA4B0F8}" dt="2026-06-24T19:16:47.171" v="9" actId="20577"/>
        <pc:sldMkLst>
          <pc:docMk/>
          <pc:sldMk cId="2498206025" sldId="265"/>
        </pc:sldMkLst>
        <pc:spChg chg="mod">
          <ac:chgData name="Taylor Ilov" userId="S::taylor.ilov@cmsenergy.com::b3e8fa34-e639-4d12-a6dc-5e3032b39fb7" providerId="AD" clId="Web-{B8E21672-4265-2A25-CBF5-53EEDFA4B0F8}" dt="2026-06-24T19:16:47.171" v="9" actId="20577"/>
          <ac:spMkLst>
            <pc:docMk/>
            <pc:sldMk cId="2498206025" sldId="265"/>
            <ac:spMk id="3" creationId="{73A4E854-17E0-3E31-552D-6FE133467DE7}"/>
          </ac:spMkLst>
        </pc:spChg>
      </pc:sldChg>
      <pc:sldChg chg="del">
        <pc:chgData name="Taylor Ilov" userId="S::taylor.ilov@cmsenergy.com::b3e8fa34-e639-4d12-a6dc-5e3032b39fb7" providerId="AD" clId="Web-{B8E21672-4265-2A25-CBF5-53EEDFA4B0F8}" dt="2026-06-24T19:16:25.186" v="0"/>
        <pc:sldMkLst>
          <pc:docMk/>
          <pc:sldMk cId="2498206025" sldId="266"/>
        </pc:sldMkLst>
      </pc:sldChg>
      <pc:sldChg chg="modSp">
        <pc:chgData name="Taylor Ilov" userId="S::taylor.ilov@cmsenergy.com::b3e8fa34-e639-4d12-a6dc-5e3032b39fb7" providerId="AD" clId="Web-{B8E21672-4265-2A25-CBF5-53EEDFA4B0F8}" dt="2026-06-24T19:20:29.430" v="130" actId="20577"/>
        <pc:sldMkLst>
          <pc:docMk/>
          <pc:sldMk cId="3852294437" sldId="268"/>
        </pc:sldMkLst>
        <pc:spChg chg="mod">
          <ac:chgData name="Taylor Ilov" userId="S::taylor.ilov@cmsenergy.com::b3e8fa34-e639-4d12-a6dc-5e3032b39fb7" providerId="AD" clId="Web-{B8E21672-4265-2A25-CBF5-53EEDFA4B0F8}" dt="2026-06-24T19:20:29.430" v="130" actId="20577"/>
          <ac:spMkLst>
            <pc:docMk/>
            <pc:sldMk cId="3852294437" sldId="268"/>
            <ac:spMk id="4" creationId="{81A08FD6-7E06-AEC4-FC0F-CD07B69918CC}"/>
          </ac:spMkLst>
        </pc:spChg>
      </pc:sldChg>
      <pc:sldChg chg="modSp">
        <pc:chgData name="Taylor Ilov" userId="S::taylor.ilov@cmsenergy.com::b3e8fa34-e639-4d12-a6dc-5e3032b39fb7" providerId="AD" clId="Web-{B8E21672-4265-2A25-CBF5-53EEDFA4B0F8}" dt="2026-06-24T19:24:58.722" v="147" actId="1076"/>
        <pc:sldMkLst>
          <pc:docMk/>
          <pc:sldMk cId="429306594" sldId="2147483632"/>
        </pc:sldMkLst>
        <pc:spChg chg="mod">
          <ac:chgData name="Taylor Ilov" userId="S::taylor.ilov@cmsenergy.com::b3e8fa34-e639-4d12-a6dc-5e3032b39fb7" providerId="AD" clId="Web-{B8E21672-4265-2A25-CBF5-53EEDFA4B0F8}" dt="2026-06-24T19:24:58.722" v="147" actId="1076"/>
          <ac:spMkLst>
            <pc:docMk/>
            <pc:sldMk cId="429306594" sldId="2147483632"/>
            <ac:spMk id="8" creationId="{D7CD0002-0816-D81E-8E98-17B201F8556D}"/>
          </ac:spMkLst>
        </pc:spChg>
        <pc:spChg chg="mod">
          <ac:chgData name="Taylor Ilov" userId="S::taylor.ilov@cmsenergy.com::b3e8fa34-e639-4d12-a6dc-5e3032b39fb7" providerId="AD" clId="Web-{B8E21672-4265-2A25-CBF5-53EEDFA4B0F8}" dt="2026-06-24T19:24:53.581" v="146" actId="1076"/>
          <ac:spMkLst>
            <pc:docMk/>
            <pc:sldMk cId="429306594" sldId="2147483632"/>
            <ac:spMk id="14" creationId="{1A3158E1-7695-0C81-4A14-28927869505A}"/>
          </ac:spMkLst>
        </pc:spChg>
      </pc:sldChg>
    </pc:docChg>
  </pc:docChgLst>
  <pc:docChgLst>
    <pc:chgData name="DAWN M PETTENGILL" userId="6c3e7221-c014-41df-9963-eb44707bad46" providerId="ADAL" clId="{29FA3F86-359B-4B62-8DF6-5E1FAB534B2A}"/>
    <pc:docChg chg="custSel modSld">
      <pc:chgData name="DAWN M PETTENGILL" userId="6c3e7221-c014-41df-9963-eb44707bad46" providerId="ADAL" clId="{29FA3F86-359B-4B62-8DF6-5E1FAB534B2A}" dt="2026-05-29T17:57:02.330" v="94" actId="5793"/>
      <pc:docMkLst>
        <pc:docMk/>
      </pc:docMkLst>
      <pc:sldChg chg="modSp mod">
        <pc:chgData name="DAWN M PETTENGILL" userId="6c3e7221-c014-41df-9963-eb44707bad46" providerId="ADAL" clId="{29FA3F86-359B-4B62-8DF6-5E1FAB534B2A}" dt="2026-05-29T17:57:02.330" v="94" actId="5793"/>
        <pc:sldMkLst>
          <pc:docMk/>
          <pc:sldMk cId="2218206800" sldId="271"/>
        </pc:sldMkLst>
        <pc:graphicFrameChg chg="mod modGraphic">
          <ac:chgData name="DAWN M PETTENGILL" userId="6c3e7221-c014-41df-9963-eb44707bad46" providerId="ADAL" clId="{29FA3F86-359B-4B62-8DF6-5E1FAB534B2A}" dt="2026-05-29T17:57:02.330" v="94" actId="5793"/>
          <ac:graphicFrameMkLst>
            <pc:docMk/>
            <pc:sldMk cId="2218206800" sldId="271"/>
            <ac:graphicFrameMk id="8" creationId="{EBD8FAA2-4B6C-BC4B-328F-08ECDE8FD127}"/>
          </ac:graphicFrameMkLst>
        </pc:graphicFrameChg>
      </pc:sldChg>
    </pc:docChg>
  </pc:docChgLst>
  <pc:docChgLst>
    <pc:chgData name="Taylor Ilov" userId="S::taylor.ilov@cmsenergy.com::b3e8fa34-e639-4d12-a6dc-5e3032b39fb7" providerId="AD" clId="Web-{B23F50C1-F81E-DCA0-2696-560A2F5A8108}"/>
    <pc:docChg chg="addSld delSld modSld sldOrd modSection">
      <pc:chgData name="Taylor Ilov" userId="S::taylor.ilov@cmsenergy.com::b3e8fa34-e639-4d12-a6dc-5e3032b39fb7" providerId="AD" clId="Web-{B23F50C1-F81E-DCA0-2696-560A2F5A8108}" dt="2026-06-01T14:58:50.022" v="526"/>
      <pc:docMkLst>
        <pc:docMk/>
      </pc:docMkLst>
      <pc:sldChg chg="modSp">
        <pc:chgData name="Taylor Ilov" userId="S::taylor.ilov@cmsenergy.com::b3e8fa34-e639-4d12-a6dc-5e3032b39fb7" providerId="AD" clId="Web-{B23F50C1-F81E-DCA0-2696-560A2F5A8108}" dt="2026-06-01T14:24:22.545" v="449" actId="20577"/>
        <pc:sldMkLst>
          <pc:docMk/>
          <pc:sldMk cId="274954407" sldId="257"/>
        </pc:sldMkLst>
        <pc:spChg chg="mod">
          <ac:chgData name="Taylor Ilov" userId="S::taylor.ilov@cmsenergy.com::b3e8fa34-e639-4d12-a6dc-5e3032b39fb7" providerId="AD" clId="Web-{B23F50C1-F81E-DCA0-2696-560A2F5A8108}" dt="2026-06-01T14:24:22.545" v="449" actId="20577"/>
          <ac:spMkLst>
            <pc:docMk/>
            <pc:sldMk cId="274954407" sldId="257"/>
            <ac:spMk id="2" creationId="{E34B602E-2C3B-4F08-5E75-F752CAE78886}"/>
          </ac:spMkLst>
        </pc:spChg>
      </pc:sldChg>
      <pc:sldChg chg="modSp">
        <pc:chgData name="Taylor Ilov" userId="S::taylor.ilov@cmsenergy.com::b3e8fa34-e639-4d12-a6dc-5e3032b39fb7" providerId="AD" clId="Web-{B23F50C1-F81E-DCA0-2696-560A2F5A8108}" dt="2026-06-01T14:13:33.613" v="386" actId="20577"/>
        <pc:sldMkLst>
          <pc:docMk/>
          <pc:sldMk cId="2828065825" sldId="258"/>
        </pc:sldMkLst>
        <pc:spChg chg="mod">
          <ac:chgData name="Taylor Ilov" userId="S::taylor.ilov@cmsenergy.com::b3e8fa34-e639-4d12-a6dc-5e3032b39fb7" providerId="AD" clId="Web-{B23F50C1-F81E-DCA0-2696-560A2F5A8108}" dt="2026-06-01T14:13:33.613" v="386" actId="20577"/>
          <ac:spMkLst>
            <pc:docMk/>
            <pc:sldMk cId="2828065825" sldId="258"/>
            <ac:spMk id="7" creationId="{F363667B-981C-A7C5-B405-AF1006A4BA19}"/>
          </ac:spMkLst>
        </pc:spChg>
      </pc:sldChg>
      <pc:sldChg chg="modSp">
        <pc:chgData name="Taylor Ilov" userId="S::taylor.ilov@cmsenergy.com::b3e8fa34-e639-4d12-a6dc-5e3032b39fb7" providerId="AD" clId="Web-{B23F50C1-F81E-DCA0-2696-560A2F5A8108}" dt="2026-06-01T13:21:27.158" v="22" actId="20577"/>
        <pc:sldMkLst>
          <pc:docMk/>
          <pc:sldMk cId="3852294437" sldId="268"/>
        </pc:sldMkLst>
        <pc:spChg chg="mod">
          <ac:chgData name="Taylor Ilov" userId="S::taylor.ilov@cmsenergy.com::b3e8fa34-e639-4d12-a6dc-5e3032b39fb7" providerId="AD" clId="Web-{B23F50C1-F81E-DCA0-2696-560A2F5A8108}" dt="2026-06-01T13:21:27.158" v="22" actId="20577"/>
          <ac:spMkLst>
            <pc:docMk/>
            <pc:sldMk cId="3852294437" sldId="268"/>
            <ac:spMk id="4" creationId="{81A08FD6-7E06-AEC4-FC0F-CD07B69918CC}"/>
          </ac:spMkLst>
        </pc:spChg>
      </pc:sldChg>
      <pc:sldChg chg="addSp delSp modSp">
        <pc:chgData name="Taylor Ilov" userId="S::taylor.ilov@cmsenergy.com::b3e8fa34-e639-4d12-a6dc-5e3032b39fb7" providerId="AD" clId="Web-{B23F50C1-F81E-DCA0-2696-560A2F5A8108}" dt="2026-06-01T14:58:50.022" v="526"/>
        <pc:sldMkLst>
          <pc:docMk/>
          <pc:sldMk cId="2218206800" sldId="271"/>
        </pc:sldMkLst>
        <pc:graphicFrameChg chg="mod modGraphic">
          <ac:chgData name="Taylor Ilov" userId="S::taylor.ilov@cmsenergy.com::b3e8fa34-e639-4d12-a6dc-5e3032b39fb7" providerId="AD" clId="Web-{B23F50C1-F81E-DCA0-2696-560A2F5A8108}" dt="2026-06-01T14:58:35.506" v="524"/>
          <ac:graphicFrameMkLst>
            <pc:docMk/>
            <pc:sldMk cId="2218206800" sldId="271"/>
            <ac:graphicFrameMk id="8" creationId="{EBD8FAA2-4B6C-BC4B-328F-08ECDE8FD127}"/>
          </ac:graphicFrameMkLst>
        </pc:graphicFrameChg>
      </pc:sldChg>
      <pc:sldChg chg="modSp">
        <pc:chgData name="Taylor Ilov" userId="S::taylor.ilov@cmsenergy.com::b3e8fa34-e639-4d12-a6dc-5e3032b39fb7" providerId="AD" clId="Web-{B23F50C1-F81E-DCA0-2696-560A2F5A8108}" dt="2026-06-01T14:14:20.787" v="405" actId="20577"/>
        <pc:sldMkLst>
          <pc:docMk/>
          <pc:sldMk cId="2542367511" sldId="277"/>
        </pc:sldMkLst>
        <pc:spChg chg="mod">
          <ac:chgData name="Taylor Ilov" userId="S::taylor.ilov@cmsenergy.com::b3e8fa34-e639-4d12-a6dc-5e3032b39fb7" providerId="AD" clId="Web-{B23F50C1-F81E-DCA0-2696-560A2F5A8108}" dt="2026-06-01T14:14:20.787" v="405" actId="20577"/>
          <ac:spMkLst>
            <pc:docMk/>
            <pc:sldMk cId="2542367511" sldId="277"/>
            <ac:spMk id="7" creationId="{CAD1F050-5AB8-5CAC-CBBB-4BA7E18D5658}"/>
          </ac:spMkLst>
        </pc:spChg>
      </pc:sldChg>
      <pc:sldChg chg="modSp add">
        <pc:chgData name="Taylor Ilov" userId="S::taylor.ilov@cmsenergy.com::b3e8fa34-e639-4d12-a6dc-5e3032b39fb7" providerId="AD" clId="Web-{B23F50C1-F81E-DCA0-2696-560A2F5A8108}" dt="2026-06-01T13:48:21.678" v="259"/>
        <pc:sldMkLst>
          <pc:docMk/>
          <pc:sldMk cId="3692638522" sldId="280"/>
        </pc:sldMkLst>
        <pc:spChg chg="mod">
          <ac:chgData name="Taylor Ilov" userId="S::taylor.ilov@cmsenergy.com::b3e8fa34-e639-4d12-a6dc-5e3032b39fb7" providerId="AD" clId="Web-{B23F50C1-F81E-DCA0-2696-560A2F5A8108}" dt="2026-06-01T13:47:52.426" v="243" actId="20577"/>
          <ac:spMkLst>
            <pc:docMk/>
            <pc:sldMk cId="3692638522" sldId="280"/>
            <ac:spMk id="3" creationId="{58573676-BFE1-83AA-90C9-0699928A0949}"/>
          </ac:spMkLst>
        </pc:spChg>
        <pc:spChg chg="mod">
          <ac:chgData name="Taylor Ilov" userId="S::taylor.ilov@cmsenergy.com::b3e8fa34-e639-4d12-a6dc-5e3032b39fb7" providerId="AD" clId="Web-{B23F50C1-F81E-DCA0-2696-560A2F5A8108}" dt="2026-06-01T13:47:28.066" v="234" actId="20577"/>
          <ac:spMkLst>
            <pc:docMk/>
            <pc:sldMk cId="3692638522" sldId="280"/>
            <ac:spMk id="8" creationId="{F068F04F-6DFB-171B-FC7A-BD61AE783CD5}"/>
          </ac:spMkLst>
        </pc:spChg>
        <pc:graphicFrameChg chg="mod modGraphic">
          <ac:chgData name="Taylor Ilov" userId="S::taylor.ilov@cmsenergy.com::b3e8fa34-e639-4d12-a6dc-5e3032b39fb7" providerId="AD" clId="Web-{B23F50C1-F81E-DCA0-2696-560A2F5A8108}" dt="2026-06-01T13:48:21.678" v="259"/>
          <ac:graphicFrameMkLst>
            <pc:docMk/>
            <pc:sldMk cId="3692638522" sldId="280"/>
            <ac:graphicFrameMk id="11" creationId="{17F055A7-BB2E-3BF1-B0E5-02D3240DD088}"/>
          </ac:graphicFrameMkLst>
        </pc:graphicFrameChg>
      </pc:sldChg>
      <pc:sldChg chg="modSp">
        <pc:chgData name="Taylor Ilov" userId="S::taylor.ilov@cmsenergy.com::b3e8fa34-e639-4d12-a6dc-5e3032b39fb7" providerId="AD" clId="Web-{B23F50C1-F81E-DCA0-2696-560A2F5A8108}" dt="2026-06-01T14:13:40.082" v="390" actId="20577"/>
        <pc:sldMkLst>
          <pc:docMk/>
          <pc:sldMk cId="12600196" sldId="281"/>
        </pc:sldMkLst>
        <pc:spChg chg="mod">
          <ac:chgData name="Taylor Ilov" userId="S::taylor.ilov@cmsenergy.com::b3e8fa34-e639-4d12-a6dc-5e3032b39fb7" providerId="AD" clId="Web-{B23F50C1-F81E-DCA0-2696-560A2F5A8108}" dt="2026-06-01T14:13:40.082" v="390" actId="20577"/>
          <ac:spMkLst>
            <pc:docMk/>
            <pc:sldMk cId="12600196" sldId="281"/>
            <ac:spMk id="7" creationId="{EB98184E-2065-B50A-5DE8-04BEA6B96B3C}"/>
          </ac:spMkLst>
        </pc:spChg>
      </pc:sldChg>
      <pc:sldChg chg="modSp">
        <pc:chgData name="Taylor Ilov" userId="S::taylor.ilov@cmsenergy.com::b3e8fa34-e639-4d12-a6dc-5e3032b39fb7" providerId="AD" clId="Web-{B23F50C1-F81E-DCA0-2696-560A2F5A8108}" dt="2026-06-01T14:23:39.106" v="442" actId="20577"/>
        <pc:sldMkLst>
          <pc:docMk/>
          <pc:sldMk cId="1285056470" sldId="285"/>
        </pc:sldMkLst>
        <pc:spChg chg="mod">
          <ac:chgData name="Taylor Ilov" userId="S::taylor.ilov@cmsenergy.com::b3e8fa34-e639-4d12-a6dc-5e3032b39fb7" providerId="AD" clId="Web-{B23F50C1-F81E-DCA0-2696-560A2F5A8108}" dt="2026-06-01T14:23:39.106" v="442" actId="20577"/>
          <ac:spMkLst>
            <pc:docMk/>
            <pc:sldMk cId="1285056470" sldId="285"/>
            <ac:spMk id="7" creationId="{3FA007BE-A154-54BB-139B-68EEE949B120}"/>
          </ac:spMkLst>
        </pc:spChg>
      </pc:sldChg>
      <pc:sldChg chg="add">
        <pc:chgData name="Taylor Ilov" userId="S::taylor.ilov@cmsenergy.com::b3e8fa34-e639-4d12-a6dc-5e3032b39fb7" providerId="AD" clId="Web-{B23F50C1-F81E-DCA0-2696-560A2F5A8108}" dt="2026-06-01T13:21:46.221" v="23"/>
        <pc:sldMkLst>
          <pc:docMk/>
          <pc:sldMk cId="1110191763" sldId="305"/>
        </pc:sldMkLst>
      </pc:sldChg>
      <pc:sldChg chg="addSp delSp modSp">
        <pc:chgData name="Taylor Ilov" userId="S::taylor.ilov@cmsenergy.com::b3e8fa34-e639-4d12-a6dc-5e3032b39fb7" providerId="AD" clId="Web-{B23F50C1-F81E-DCA0-2696-560A2F5A8108}" dt="2026-06-01T14:24:03.951" v="444" actId="1076"/>
        <pc:sldMkLst>
          <pc:docMk/>
          <pc:sldMk cId="429306594" sldId="2147483632"/>
        </pc:sldMkLst>
        <pc:spChg chg="mod">
          <ac:chgData name="Taylor Ilov" userId="S::taylor.ilov@cmsenergy.com::b3e8fa34-e639-4d12-a6dc-5e3032b39fb7" providerId="AD" clId="Web-{B23F50C1-F81E-DCA0-2696-560A2F5A8108}" dt="2026-06-01T14:15:59.525" v="441" actId="20577"/>
          <ac:spMkLst>
            <pc:docMk/>
            <pc:sldMk cId="429306594" sldId="2147483632"/>
            <ac:spMk id="14" creationId="{1A3158E1-7695-0C81-4A14-28927869505A}"/>
          </ac:spMkLst>
        </pc:spChg>
        <pc:cxnChg chg="mod">
          <ac:chgData name="Taylor Ilov" userId="S::taylor.ilov@cmsenergy.com::b3e8fa34-e639-4d12-a6dc-5e3032b39fb7" providerId="AD" clId="Web-{B23F50C1-F81E-DCA0-2696-560A2F5A8108}" dt="2026-06-01T14:24:03.951" v="444" actId="1076"/>
          <ac:cxnSpMkLst>
            <pc:docMk/>
            <pc:sldMk cId="429306594" sldId="2147483632"/>
            <ac:cxnSpMk id="16" creationId="{28733F61-66C7-18F4-6938-676D88C48CC5}"/>
          </ac:cxnSpMkLst>
        </pc:cxnChg>
      </pc:sldChg>
      <pc:sldChg chg="modSp">
        <pc:chgData name="Taylor Ilov" userId="S::taylor.ilov@cmsenergy.com::b3e8fa34-e639-4d12-a6dc-5e3032b39fb7" providerId="AD" clId="Web-{B23F50C1-F81E-DCA0-2696-560A2F5A8108}" dt="2026-06-01T13:49:19.180" v="311" actId="20577"/>
        <pc:sldMkLst>
          <pc:docMk/>
          <pc:sldMk cId="1808544518" sldId="2147483637"/>
        </pc:sldMkLst>
        <pc:spChg chg="mod">
          <ac:chgData name="Taylor Ilov" userId="S::taylor.ilov@cmsenergy.com::b3e8fa34-e639-4d12-a6dc-5e3032b39fb7" providerId="AD" clId="Web-{B23F50C1-F81E-DCA0-2696-560A2F5A8108}" dt="2026-06-01T13:48:47.601" v="288" actId="20577"/>
          <ac:spMkLst>
            <pc:docMk/>
            <pc:sldMk cId="1808544518" sldId="2147483637"/>
            <ac:spMk id="5" creationId="{2A0B2ECB-81D5-58D2-6118-D4651F04DC2A}"/>
          </ac:spMkLst>
        </pc:spChg>
        <pc:spChg chg="mod">
          <ac:chgData name="Taylor Ilov" userId="S::taylor.ilov@cmsenergy.com::b3e8fa34-e639-4d12-a6dc-5e3032b39fb7" providerId="AD" clId="Web-{B23F50C1-F81E-DCA0-2696-560A2F5A8108}" dt="2026-06-01T13:49:19.180" v="311" actId="20577"/>
          <ac:spMkLst>
            <pc:docMk/>
            <pc:sldMk cId="1808544518" sldId="2147483637"/>
            <ac:spMk id="6" creationId="{830222EA-B48B-A73B-8B97-C9D2C354B0CD}"/>
          </ac:spMkLst>
        </pc:spChg>
      </pc:sldChg>
      <pc:sldChg chg="addSp modSp ord">
        <pc:chgData name="Taylor Ilov" userId="S::taylor.ilov@cmsenergy.com::b3e8fa34-e639-4d12-a6dc-5e3032b39fb7" providerId="AD" clId="Web-{B23F50C1-F81E-DCA0-2696-560A2F5A8108}" dt="2026-06-01T14:14:24.256" v="406"/>
        <pc:sldMkLst>
          <pc:docMk/>
          <pc:sldMk cId="1929058891" sldId="2147483639"/>
        </pc:sldMkLst>
      </pc:sldChg>
      <pc:sldChg chg="addSp delSp modSp">
        <pc:chgData name="Taylor Ilov" userId="S::taylor.ilov@cmsenergy.com::b3e8fa34-e639-4d12-a6dc-5e3032b39fb7" providerId="AD" clId="Web-{B23F50C1-F81E-DCA0-2696-560A2F5A8108}" dt="2026-06-01T14:24:57.624" v="458"/>
        <pc:sldMkLst>
          <pc:docMk/>
          <pc:sldMk cId="2545389575" sldId="2147483641"/>
        </pc:sldMkLst>
        <pc:spChg chg="mod">
          <ac:chgData name="Taylor Ilov" userId="S::taylor.ilov@cmsenergy.com::b3e8fa34-e639-4d12-a6dc-5e3032b39fb7" providerId="AD" clId="Web-{B23F50C1-F81E-DCA0-2696-560A2F5A8108}" dt="2026-06-01T14:24:53.234" v="457" actId="20577"/>
          <ac:spMkLst>
            <pc:docMk/>
            <pc:sldMk cId="2545389575" sldId="2147483641"/>
            <ac:spMk id="4" creationId="{5B50B024-5B2C-73D1-0F65-38C1CBB14B5B}"/>
          </ac:spMkLst>
        </pc:spChg>
      </pc:sldChg>
    </pc:docChg>
  </pc:docChgLst>
  <pc:docChgLst>
    <pc:chgData name="Mohanta Das" userId="S::mohanta.das@cmsenergy.com::ae36c681-8d90-4c0d-b637-b44a7861ac8e" providerId="AD" clId="Web-{C59E4633-9394-86D3-F8EB-9230CEF04D03}"/>
    <pc:docChg chg="addSld modSld sldOrd modSection">
      <pc:chgData name="Mohanta Das" userId="S::mohanta.das@cmsenergy.com::ae36c681-8d90-4c0d-b637-b44a7861ac8e" providerId="AD" clId="Web-{C59E4633-9394-86D3-F8EB-9230CEF04D03}" dt="2026-06-17T14:08:47.058" v="437" actId="20577"/>
      <pc:docMkLst>
        <pc:docMk/>
      </pc:docMkLst>
      <pc:sldChg chg="ord">
        <pc:chgData name="Mohanta Das" userId="S::mohanta.das@cmsenergy.com::ae36c681-8d90-4c0d-b637-b44a7861ac8e" providerId="AD" clId="Web-{C59E4633-9394-86D3-F8EB-9230CEF04D03}" dt="2026-06-17T14:02:00.447" v="427"/>
        <pc:sldMkLst>
          <pc:docMk/>
          <pc:sldMk cId="3093726476" sldId="261"/>
        </pc:sldMkLst>
      </pc:sldChg>
      <pc:sldChg chg="delSp modSp">
        <pc:chgData name="Mohanta Das" userId="S::mohanta.das@cmsenergy.com::ae36c681-8d90-4c0d-b637-b44a7861ac8e" providerId="AD" clId="Web-{C59E4633-9394-86D3-F8EB-9230CEF04D03}" dt="2026-06-17T14:01:52.025" v="426"/>
        <pc:sldMkLst>
          <pc:docMk/>
          <pc:sldMk cId="1929058891" sldId="2147483639"/>
        </pc:sldMkLst>
        <pc:spChg chg="mod">
          <ac:chgData name="Mohanta Das" userId="S::mohanta.das@cmsenergy.com::ae36c681-8d90-4c0d-b637-b44a7861ac8e" providerId="AD" clId="Web-{C59E4633-9394-86D3-F8EB-9230CEF04D03}" dt="2026-06-17T14:01:20.540" v="424" actId="20577"/>
          <ac:spMkLst>
            <pc:docMk/>
            <pc:sldMk cId="1929058891" sldId="2147483639"/>
            <ac:spMk id="4" creationId="{C736A9F5-6FA5-6E90-4540-7E81EB75C05C}"/>
          </ac:spMkLst>
        </pc:spChg>
      </pc:sldChg>
      <pc:sldChg chg="addSp delSp modSp add mod ord modTransition modClrScheme chgLayout">
        <pc:chgData name="Mohanta Das" userId="S::mohanta.das@cmsenergy.com::ae36c681-8d90-4c0d-b637-b44a7861ac8e" providerId="AD" clId="Web-{C59E4633-9394-86D3-F8EB-9230CEF04D03}" dt="2026-06-17T12:33:51.331" v="38"/>
        <pc:sldMkLst>
          <pc:docMk/>
          <pc:sldMk cId="2424277114" sldId="2147483642"/>
        </pc:sldMkLst>
        <pc:spChg chg="mod ord">
          <ac:chgData name="Mohanta Das" userId="S::mohanta.das@cmsenergy.com::ae36c681-8d90-4c0d-b637-b44a7861ac8e" providerId="AD" clId="Web-{C59E4633-9394-86D3-F8EB-9230CEF04D03}" dt="2026-06-17T12:33:51.331" v="38"/>
          <ac:spMkLst>
            <pc:docMk/>
            <pc:sldMk cId="2424277114" sldId="2147483642"/>
            <ac:spMk id="2" creationId="{00000000-0000-0000-0000-000000000000}"/>
          </ac:spMkLst>
        </pc:spChg>
        <pc:picChg chg="add mod">
          <ac:chgData name="Mohanta Das" userId="S::mohanta.das@cmsenergy.com::ae36c681-8d90-4c0d-b637-b44a7861ac8e" providerId="AD" clId="Web-{C59E4633-9394-86D3-F8EB-9230CEF04D03}" dt="2026-06-17T12:33:51.331" v="38"/>
          <ac:picMkLst>
            <pc:docMk/>
            <pc:sldMk cId="2424277114" sldId="2147483642"/>
            <ac:picMk id="3" creationId="{3AA6EA1B-9448-F388-2C2D-4EA20D785C82}"/>
          </ac:picMkLst>
        </pc:picChg>
      </pc:sldChg>
      <pc:sldChg chg="addSp delSp modSp add replId">
        <pc:chgData name="Mohanta Das" userId="S::mohanta.das@cmsenergy.com::ae36c681-8d90-4c0d-b637-b44a7861ac8e" providerId="AD" clId="Web-{C59E4633-9394-86D3-F8EB-9230CEF04D03}" dt="2026-06-17T12:51:20.789" v="127" actId="20577"/>
        <pc:sldMkLst>
          <pc:docMk/>
          <pc:sldMk cId="1899030402" sldId="2147483643"/>
        </pc:sldMkLst>
        <pc:spChg chg="mod ord">
          <ac:chgData name="Mohanta Das" userId="S::mohanta.das@cmsenergy.com::ae36c681-8d90-4c0d-b637-b44a7861ac8e" providerId="AD" clId="Web-{C59E4633-9394-86D3-F8EB-9230CEF04D03}" dt="2026-06-17T12:51:20.789" v="127" actId="20577"/>
          <ac:spMkLst>
            <pc:docMk/>
            <pc:sldMk cId="1899030402" sldId="2147483643"/>
            <ac:spMk id="2" creationId="{29C55AF5-0D02-19FD-941F-6FF8453FE97E}"/>
          </ac:spMkLst>
        </pc:spChg>
        <pc:picChg chg="add mod">
          <ac:chgData name="Mohanta Das" userId="S::mohanta.das@cmsenergy.com::ae36c681-8d90-4c0d-b637-b44a7861ac8e" providerId="AD" clId="Web-{C59E4633-9394-86D3-F8EB-9230CEF04D03}" dt="2026-06-17T12:50:20.039" v="112"/>
          <ac:picMkLst>
            <pc:docMk/>
            <pc:sldMk cId="1899030402" sldId="2147483643"/>
            <ac:picMk id="4" creationId="{E7E96F0E-1355-53C5-70CE-00717BBEE933}"/>
          </ac:picMkLst>
        </pc:picChg>
      </pc:sldChg>
      <pc:sldChg chg="addSp delSp modSp add ord replId">
        <pc:chgData name="Mohanta Das" userId="S::mohanta.das@cmsenergy.com::ae36c681-8d90-4c0d-b637-b44a7861ac8e" providerId="AD" clId="Web-{C59E4633-9394-86D3-F8EB-9230CEF04D03}" dt="2026-06-17T14:08:47.058" v="437" actId="20577"/>
        <pc:sldMkLst>
          <pc:docMk/>
          <pc:sldMk cId="2144477446" sldId="2147483644"/>
        </pc:sldMkLst>
        <pc:spChg chg="mod ord">
          <ac:chgData name="Mohanta Das" userId="S::mohanta.das@cmsenergy.com::ae36c681-8d90-4c0d-b637-b44a7861ac8e" providerId="AD" clId="Web-{C59E4633-9394-86D3-F8EB-9230CEF04D03}" dt="2026-06-17T14:08:47.058" v="437" actId="20577"/>
          <ac:spMkLst>
            <pc:docMk/>
            <pc:sldMk cId="2144477446" sldId="2147483644"/>
            <ac:spMk id="2" creationId="{01CBD025-5F82-D92E-04F9-97CBDEC1FEB4}"/>
          </ac:spMkLst>
        </pc:spChg>
        <pc:picChg chg="add mod">
          <ac:chgData name="Mohanta Das" userId="S::mohanta.das@cmsenergy.com::ae36c681-8d90-4c0d-b637-b44a7861ac8e" providerId="AD" clId="Web-{C59E4633-9394-86D3-F8EB-9230CEF04D03}" dt="2026-06-17T12:54:04.227" v="132"/>
          <ac:picMkLst>
            <pc:docMk/>
            <pc:sldMk cId="2144477446" sldId="2147483644"/>
            <ac:picMk id="4" creationId="{0F38FBB1-54BD-285C-0041-5EDA7146FD89}"/>
          </ac:picMkLst>
        </pc:picChg>
      </pc:sldChg>
      <pc:sldChg chg="addSp delSp modSp add replId">
        <pc:chgData name="Mohanta Das" userId="S::mohanta.das@cmsenergy.com::ae36c681-8d90-4c0d-b637-b44a7861ac8e" providerId="AD" clId="Web-{C59E4633-9394-86D3-F8EB-9230CEF04D03}" dt="2026-06-17T13:01:44.337" v="170" actId="20577"/>
        <pc:sldMkLst>
          <pc:docMk/>
          <pc:sldMk cId="1523486785" sldId="2147483645"/>
        </pc:sldMkLst>
        <pc:spChg chg="mod ord">
          <ac:chgData name="Mohanta Das" userId="S::mohanta.das@cmsenergy.com::ae36c681-8d90-4c0d-b637-b44a7861ac8e" providerId="AD" clId="Web-{C59E4633-9394-86D3-F8EB-9230CEF04D03}" dt="2026-06-17T13:01:44.337" v="170" actId="20577"/>
          <ac:spMkLst>
            <pc:docMk/>
            <pc:sldMk cId="1523486785" sldId="2147483645"/>
            <ac:spMk id="2" creationId="{6097F353-7DFE-C8D6-7C67-EC2EE2234501}"/>
          </ac:spMkLst>
        </pc:spChg>
        <pc:picChg chg="add mod">
          <ac:chgData name="Mohanta Das" userId="S::mohanta.das@cmsenergy.com::ae36c681-8d90-4c0d-b637-b44a7861ac8e" providerId="AD" clId="Web-{C59E4633-9394-86D3-F8EB-9230CEF04D03}" dt="2026-06-17T13:00:55.587" v="157"/>
          <ac:picMkLst>
            <pc:docMk/>
            <pc:sldMk cId="1523486785" sldId="2147483645"/>
            <ac:picMk id="3" creationId="{F1BAEA53-7263-2A82-7206-2757C115FF5A}"/>
          </ac:picMkLst>
        </pc:picChg>
      </pc:sldChg>
      <pc:sldMasterChg chg="addSldLayout">
        <pc:chgData name="Mohanta Das" userId="S::mohanta.das@cmsenergy.com::ae36c681-8d90-4c0d-b637-b44a7861ac8e" providerId="AD" clId="Web-{C59E4633-9394-86D3-F8EB-9230CEF04D03}" dt="2026-06-17T12:24:55.549" v="0"/>
        <pc:sldMasterMkLst>
          <pc:docMk/>
          <pc:sldMasterMk cId="902781393" sldId="2147483685"/>
        </pc:sldMasterMkLst>
        <pc:sldLayoutChg chg="add">
          <pc:chgData name="Mohanta Das" userId="S::mohanta.das@cmsenergy.com::ae36c681-8d90-4c0d-b637-b44a7861ac8e" providerId="AD" clId="Web-{C59E4633-9394-86D3-F8EB-9230CEF04D03}" dt="2026-06-17T12:24:55.549" v="0"/>
          <pc:sldLayoutMkLst>
            <pc:docMk/>
            <pc:sldMasterMk cId="902781393" sldId="2147483685"/>
            <pc:sldLayoutMk cId="2688986759" sldId="2147483699"/>
          </pc:sldLayoutMkLst>
        </pc:sldLayoutChg>
      </pc:sldMasterChg>
    </pc:docChg>
  </pc:docChgLst>
</pc:chgInfo>
</file>

<file path=ppt/comments/modernComment_7FFFFFF0_1996B2E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5A2F45D-EB6C-423D-B5E7-9CEE03B8EE39}" authorId="{501AB7E2-9689-D00B-6C95-3A5D410786DE}" status="resolved" created="2026-05-06T15:36:35.441" startDate="2026-05-06T15:36:35.441" dueDate="2026-05-06T15:36:35.441" assignedTo="{F71F5868-14A0-AE0D-85D4-64A03FE904D8}" complete="100000" title="@Taylor Ilov need to add Security Roles and resequence">
    <pc:sldMkLst xmlns:pc="http://schemas.microsoft.com/office/powerpoint/2013/main/command">
      <pc:docMk/>
      <pc:sldMk cId="429306594" sldId="2147483632"/>
    </pc:sldMkLst>
    <p188:txBody>
      <a:bodyPr/>
      <a:lstStyle/>
      <a:p>
        <a:r>
          <a:rPr lang="en-US"/>
          <a:t>[@Taylor Ilov]  need to add Security Roles and resequence</a:t>
        </a:r>
      </a:p>
    </p188:txBody>
    <p188:extLst>
      <p:ext xmlns:p="http://schemas.openxmlformats.org/presentationml/2006/main" uri="{5BB2D875-25FF-4072-B9AC-8F64D62656EB}">
        <p228:taskDetails xmlns:p228="http://schemas.microsoft.com/office/powerpoint/2022/08/main">
          <p228:history>
            <p228:event time="2026-05-06T15:36:35.441" id="{2738707F-F3B7-4525-98FE-2AB7872AD763}">
              <p228:atrbtn authorId="{501AB7E2-9689-D00B-6C95-3A5D410786DE}"/>
              <p228:anchr>
                <p228:comment id="{B5A2F45D-EB6C-423D-B5E7-9CEE03B8EE39}"/>
              </p228:anchr>
              <p228:add/>
            </p228:event>
            <p228:event time="2026-05-06T15:36:35.441" id="{3CBD1114-378D-4403-8C6F-EACE974627D5}">
              <p228:atrbtn authorId="{501AB7E2-9689-D00B-6C95-3A5D410786DE}"/>
              <p228:anchr>
                <p228:comment id="{B5A2F45D-EB6C-423D-B5E7-9CEE03B8EE39}"/>
              </p228:anchr>
              <p228:asgn authorId="{F71F5868-14A0-AE0D-85D4-64A03FE904D8}"/>
            </p228:event>
            <p228:event time="2026-05-06T15:36:35.441" id="{28FA7514-6070-4F53-817E-ABD76485CC0C}">
              <p228:atrbtn authorId="{501AB7E2-9689-D00B-6C95-3A5D410786DE}"/>
              <p228:anchr>
                <p228:comment id="{B5A2F45D-EB6C-423D-B5E7-9CEE03B8EE39}"/>
              </p228:anchr>
              <p228:title val="@Taylor Ilov need to add Security Roles and resequence"/>
            </p228:event>
            <p228:event time="2026-05-06T15:36:35.441" id="{8E0E0564-EFC1-4255-A4AC-010F1517F95E}">
              <p228:atrbtn authorId="{501AB7E2-9689-D00B-6C95-3A5D410786DE}"/>
              <p228:anchr>
                <p228:comment id="{B5A2F45D-EB6C-423D-B5E7-9CEE03B8EE39}"/>
              </p228:anchr>
              <p228:date stDt="2026-05-06T15:36:35.441" endDt="2026-05-06T15:36:35.441"/>
            </p228:event>
            <p228:event time="2026-05-06T16:54:31.534" id="{6350ABF6-92A8-44E1-B4A9-4CD7686E1AF9}">
              <p228:atrbtn authorId="{213F0180-4E89-B86B-F6E1-E03B7518BAE5}"/>
              <p228:anchr>
                <p228:comment id="{00000000-0000-0000-0000-000000000000}"/>
              </p228:anchr>
              <p228:pcntCmplt val="100000"/>
            </p228:event>
          </p228:history>
        </p228:taskDetails>
      </p:ext>
    </p188:extLst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013F7A-D799-47D8-B0C0-7C909CCFF8FB}" type="datetimeFigureOut">
              <a:t>6/25/2026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FFCE71-FD4B-43E3-A8CE-38A62705FA7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1120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2789fbb2d8_0_389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spcFirstLastPara="1" wrap="square" lIns="96645" tIns="48309" rIns="96645" bIns="48309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403" name="Google Shape;403;g32789fbb2d8_0_3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0790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1CCEC3-7244-3C46-9DB9-806F778100A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5558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0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0.png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3E94A-C565-8AE0-FD4F-E494B3A3CD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D51FEE-E060-DB8B-FFA9-04EB4C96AC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E5BFA3-E0A2-DEF8-CBAA-57EE7FC72D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88479-BA81-4009-A123-8DEC37C97121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9CF5EC-9D83-0A1E-73D3-A7848C797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6056D6-B181-778B-BB55-3EB484C12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F33E6-C358-49CC-A210-CD6067814A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6043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BEAFE-3C4E-C6D0-17E5-A9049E559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BB3ED5-0814-7EBD-BB55-4A71242700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B70E5B-CDBA-494A-2A9B-80C1636A5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88479-BA81-4009-A123-8DEC37C97121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65B121-F6F4-9636-2D8D-9C571ED6A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08485F-CD39-8F5C-EFAA-A10685660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F33E6-C358-49CC-A210-CD6067814A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7699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7202F-10BB-FA34-5C5E-B33972ADE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68A72C-D82B-2017-DC04-DC40CFEDB3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986180-65DE-D0BC-603C-F578B5B02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88479-BA81-4009-A123-8DEC37C97121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2B8364-239C-B455-F4A1-B83AF4456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B24DA-7D5A-92A4-AEF5-1E6D99EA1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F33E6-C358-49CC-A210-CD6067814A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826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75E46-EDE6-85C2-3BB8-327470A6F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6B3DB8-9F05-6DDF-9AA3-EA08174E05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83EE2-F745-A325-6715-10F234716E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0565EC-F3EA-C9AE-2EA1-DC666B88E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88479-BA81-4009-A123-8DEC37C97121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190148-8F76-A6B9-300C-AA7EA0BC4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763A55-872D-E5A3-068C-C5E3452F4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F33E6-C358-49CC-A210-CD6067814A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6802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66DE5-2045-A044-52F9-7A1E0EBFF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829D1B-A453-0FB4-B6FE-8A118D6335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8F68CD-E617-8135-208C-1DC8A3B1E9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741407-6763-6EE7-5558-441BDCB63A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AFFE11-059D-DC57-A666-8B29A2E6F9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19EDFE-9C55-62CB-5BEF-DAC5B2B4A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88479-BA81-4009-A123-8DEC37C97121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72F597-D23C-0B9E-E871-2F166AA94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2685201-8B5F-E152-0C58-430B63D7F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F33E6-C358-49CC-A210-CD6067814A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8862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31755-71A3-757B-C022-1C77925CAA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7401C2-3002-2C81-495F-7A48C42690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88479-BA81-4009-A123-8DEC37C97121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0A63AF-89E5-536B-A2B2-9D7DAE3F5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7BCEA8-7B2A-5AC5-59B7-7D8684F07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F33E6-C358-49CC-A210-CD6067814A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5560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95AC4D-D76B-B682-9EE7-590D6A6CC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88479-BA81-4009-A123-8DEC37C97121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7805F7-FE58-E356-5918-049C902BA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1F8B86-3CE0-E51C-3E12-14EB4EB48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F33E6-C358-49CC-A210-CD6067814A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2456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00E6F-7058-DA5C-68C2-3D8C6FCDE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25074F-FDA3-ACF7-B15A-E1FD19E46C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9CFEE2-CC65-6CE0-6D89-F9F3EC79A3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4671D3-ABB4-70EB-F600-F04A40450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88479-BA81-4009-A123-8DEC37C97121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98883-609A-A053-7D2D-B185F15BC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853799-8218-1123-40BB-D25A94FB5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F33E6-C358-49CC-A210-CD6067814A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4431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3BA61-CE62-4BF2-F854-39B66B288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BE8F396-5489-E8BC-CD9B-CFEC1DC638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22BF8A-2397-249D-7AC5-7DC9B151AC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8CB50B-6F55-458C-BA03-2E612E28D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88479-BA81-4009-A123-8DEC37C97121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2C0A8D-D690-96BD-95D4-50A655114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976804-8623-7E02-4613-760D81FAB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F33E6-C358-49CC-A210-CD6067814A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7045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A54B9-7BC0-0657-D7C9-67AFA3195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4BC771-FBC8-533C-0798-DE22B77DD7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2903CE-3779-22AC-EB91-E2C35D3A6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88479-BA81-4009-A123-8DEC37C97121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3E7B7A-3287-30F2-ADDE-957C0F4EB7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227AD3-8C12-CFE1-169C-8176B869A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F33E6-C358-49CC-A210-CD6067814A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8080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BA62C37-4DDD-ED86-CD18-1C4379A232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FA55ED-6B23-6731-857E-0F1C0EB009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029536-AEF2-FE0C-06F3-C7BB15861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88479-BA81-4009-A123-8DEC37C97121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1C6DD-CB04-BB00-4E5E-036D35051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C105EA-DD46-7CB1-C060-443E2E993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F33E6-C358-49CC-A210-CD6067814A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3534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Only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18073" y="437960"/>
            <a:ext cx="11375136" cy="609600"/>
          </a:xfrm>
        </p:spPr>
        <p:txBody>
          <a:bodyPr/>
          <a:lstStyle>
            <a:lvl1pPr>
              <a:defRPr b="0" i="0">
                <a:solidFill>
                  <a:srgbClr val="1866AE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3" name="Picture 2" descr="A blue rocket with yellow flames&#10;&#10;AI-generated content may be incorrect.">
            <a:extLst>
              <a:ext uri="{FF2B5EF4-FFF2-40B4-BE49-F238E27FC236}">
                <a16:creationId xmlns:a16="http://schemas.microsoft.com/office/drawing/2014/main" id="{7221C18D-5754-F22D-33AC-963EC05E997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22425" y="4961854"/>
            <a:ext cx="715337" cy="118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87426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Only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EA14F74-9AE4-FE3D-5B7E-FF0B9D75F25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33" b="0" i="0">
              <a:latin typeface="Montserrat" pitchFamily="2" charset="77"/>
            </a:endParaRPr>
          </a:p>
        </p:txBody>
      </p:sp>
      <p:pic>
        <p:nvPicPr>
          <p:cNvPr id="2" name="Picture 1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8F797F84-1016-68FE-191B-45D27B0C45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rcRect l="79031" t="-2797" b="-1"/>
          <a:stretch>
            <a:fillRect/>
          </a:stretch>
        </p:blipFill>
        <p:spPr>
          <a:xfrm>
            <a:off x="7905447" y="934345"/>
            <a:ext cx="2934692" cy="4845921"/>
          </a:xfrm>
          <a:prstGeom prst="rect">
            <a:avLst/>
          </a:prstGeom>
        </p:spPr>
      </p:pic>
      <p:sp>
        <p:nvSpPr>
          <p:cNvPr id="3" name="Title">
            <a:extLst>
              <a:ext uri="{FF2B5EF4-FFF2-40B4-BE49-F238E27FC236}">
                <a16:creationId xmlns:a16="http://schemas.microsoft.com/office/drawing/2014/main" id="{19FDF49E-F19D-7966-5841-E8FE9E5F2A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7027" y="4424859"/>
            <a:ext cx="5213183" cy="576471"/>
          </a:xfrm>
        </p:spPr>
        <p:txBody>
          <a:bodyPr anchor="t" anchorCtr="0"/>
          <a:lstStyle>
            <a:lvl1pPr>
              <a:defRPr sz="4267" b="0" i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r>
              <a:rPr lang="en-US"/>
              <a:t>Transition Slide</a:t>
            </a:r>
          </a:p>
        </p:txBody>
      </p:sp>
    </p:spTree>
    <p:extLst>
      <p:ext uri="{BB962C8B-B14F-4D97-AF65-F5344CB8AC3E}">
        <p14:creationId xmlns:p14="http://schemas.microsoft.com/office/powerpoint/2010/main" val="17387310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lue_Consumers Energy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0CA405F-B3CD-76DC-CAA3-F740ED934F6D}"/>
              </a:ext>
            </a:extLst>
          </p:cNvPr>
          <p:cNvSpPr/>
          <p:nvPr userDrawn="1"/>
        </p:nvSpPr>
        <p:spPr>
          <a:xfrm>
            <a:off x="0" y="63260"/>
            <a:ext cx="12192000" cy="6435720"/>
          </a:xfrm>
          <a:prstGeom prst="rect">
            <a:avLst/>
          </a:prstGeom>
          <a:solidFill>
            <a:srgbClr val="0067A5"/>
          </a:solidFill>
          <a:ln w="3175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67" b="0" i="0">
              <a:latin typeface="Montserrat" pitchFamily="2" charset="77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5C6FA4A-C1E9-5357-C9A5-5FFC82FC26F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200" t="918" r="-200" b="27132"/>
          <a:stretch/>
        </p:blipFill>
        <p:spPr>
          <a:xfrm>
            <a:off x="0" y="4448042"/>
            <a:ext cx="12228576" cy="2458393"/>
          </a:xfrm>
          <a:prstGeom prst="rect">
            <a:avLst/>
          </a:prstGeom>
        </p:spPr>
      </p:pic>
      <p:sp>
        <p:nvSpPr>
          <p:cNvPr id="3" name="Subtitle "/>
          <p:cNvSpPr>
            <a:spLocks noGrp="1"/>
          </p:cNvSpPr>
          <p:nvPr>
            <p:ph type="subTitle" idx="1" hasCustomPrompt="1"/>
          </p:nvPr>
        </p:nvSpPr>
        <p:spPr>
          <a:xfrm>
            <a:off x="2067149" y="3391505"/>
            <a:ext cx="9448800" cy="1752600"/>
          </a:xfrm>
        </p:spPr>
        <p:txBody>
          <a:bodyPr>
            <a:normAutofit/>
          </a:bodyPr>
          <a:lstStyle>
            <a:lvl1pPr marL="0" indent="0" algn="r">
              <a:buNone/>
              <a:defRPr sz="2400" b="0" i="0">
                <a:solidFill>
                  <a:schemeClr val="bg1"/>
                </a:solidFill>
                <a:latin typeface="Montserrat" pitchFamily="2" charset="77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enter presenter’s name/date</a:t>
            </a:r>
          </a:p>
        </p:txBody>
      </p:sp>
      <p:sp>
        <p:nvSpPr>
          <p:cNvPr id="2" name="Title "/>
          <p:cNvSpPr>
            <a:spLocks noGrp="1"/>
          </p:cNvSpPr>
          <p:nvPr>
            <p:ph type="ctrTitle" hasCustomPrompt="1"/>
          </p:nvPr>
        </p:nvSpPr>
        <p:spPr>
          <a:xfrm>
            <a:off x="1152749" y="1631952"/>
            <a:ext cx="10363200" cy="1470025"/>
          </a:xfrm>
        </p:spPr>
        <p:txBody>
          <a:bodyPr/>
          <a:lstStyle>
            <a:lvl1pPr algn="r">
              <a:defRPr sz="4267" b="0" i="0" baseline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r>
              <a:rPr lang="en-US"/>
              <a:t>Consumers Energy Title Page </a:t>
            </a:r>
            <a:br>
              <a:rPr lang="en-US"/>
            </a:br>
            <a:r>
              <a:rPr lang="en-US"/>
              <a:t>Click to enter presentation title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D8D15BC-A084-C6D9-EEE3-4A46CC2A531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0583" y="6070185"/>
            <a:ext cx="2084131" cy="656644"/>
          </a:xfrm>
          <a:prstGeom prst="rect">
            <a:avLst/>
          </a:prstGeom>
        </p:spPr>
      </p:pic>
      <p:sp>
        <p:nvSpPr>
          <p:cNvPr id="8" name="Green top line">
            <a:extLst>
              <a:ext uri="{FF2B5EF4-FFF2-40B4-BE49-F238E27FC236}">
                <a16:creationId xmlns:a16="http://schemas.microsoft.com/office/drawing/2014/main" id="{03CF2A64-7CD1-4C22-7B38-A723A28DFEF4}"/>
              </a:ext>
            </a:extLst>
          </p:cNvPr>
          <p:cNvSpPr/>
          <p:nvPr userDrawn="1"/>
        </p:nvSpPr>
        <p:spPr>
          <a:xfrm flipV="1">
            <a:off x="0" y="0"/>
            <a:ext cx="12192000" cy="36576"/>
          </a:xfrm>
          <a:prstGeom prst="rect">
            <a:avLst/>
          </a:prstGeom>
          <a:solidFill>
            <a:srgbClr val="8DC63F"/>
          </a:solidFill>
          <a:ln>
            <a:solidFill>
              <a:srgbClr val="8EBB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33" b="0" i="0" baseline="0">
              <a:solidFill>
                <a:schemeClr val="tx1"/>
              </a:solidFill>
              <a:latin typeface="Montserrat" pitchFamily="2" charset="77"/>
            </a:endParaRPr>
          </a:p>
        </p:txBody>
      </p:sp>
      <p:pic>
        <p:nvPicPr>
          <p:cNvPr id="9" name="Picture 8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90E030D4-1768-E3AD-266E-7222A4E8C0B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119636" y="5610087"/>
            <a:ext cx="2850587" cy="1097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16831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lue_CMS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329B655-E050-2CEF-2CE1-0A53AA4DC649}"/>
              </a:ext>
            </a:extLst>
          </p:cNvPr>
          <p:cNvSpPr/>
          <p:nvPr userDrawn="1"/>
        </p:nvSpPr>
        <p:spPr>
          <a:xfrm>
            <a:off x="0" y="36576"/>
            <a:ext cx="12192000" cy="6435720"/>
          </a:xfrm>
          <a:prstGeom prst="rect">
            <a:avLst/>
          </a:prstGeom>
          <a:solidFill>
            <a:srgbClr val="0067A5"/>
          </a:solidFill>
          <a:ln w="3175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67" b="0" i="0">
              <a:latin typeface="Montserrat" pitchFamily="2" charset="77"/>
            </a:endParaRPr>
          </a:p>
        </p:txBody>
      </p:sp>
      <p:sp>
        <p:nvSpPr>
          <p:cNvPr id="3" name="Subtitle "/>
          <p:cNvSpPr>
            <a:spLocks noGrp="1"/>
          </p:cNvSpPr>
          <p:nvPr>
            <p:ph type="subTitle" idx="1" hasCustomPrompt="1"/>
          </p:nvPr>
        </p:nvSpPr>
        <p:spPr>
          <a:xfrm>
            <a:off x="2067149" y="3391505"/>
            <a:ext cx="9448800" cy="1752600"/>
          </a:xfrm>
        </p:spPr>
        <p:txBody>
          <a:bodyPr>
            <a:normAutofit/>
          </a:bodyPr>
          <a:lstStyle>
            <a:lvl1pPr marL="0" indent="0" algn="r">
              <a:buNone/>
              <a:defRPr sz="2400" b="0" i="0">
                <a:solidFill>
                  <a:schemeClr val="bg1"/>
                </a:solidFill>
                <a:latin typeface="Montserrat" pitchFamily="2" charset="77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enter presenter’s name/date</a:t>
            </a:r>
          </a:p>
        </p:txBody>
      </p:sp>
      <p:sp>
        <p:nvSpPr>
          <p:cNvPr id="2" name="Title "/>
          <p:cNvSpPr>
            <a:spLocks noGrp="1"/>
          </p:cNvSpPr>
          <p:nvPr>
            <p:ph type="ctrTitle" hasCustomPrompt="1"/>
          </p:nvPr>
        </p:nvSpPr>
        <p:spPr>
          <a:xfrm>
            <a:off x="1152749" y="1631952"/>
            <a:ext cx="10363200" cy="1470025"/>
          </a:xfrm>
        </p:spPr>
        <p:txBody>
          <a:bodyPr/>
          <a:lstStyle>
            <a:lvl1pPr algn="r">
              <a:defRPr sz="4267" b="0" i="0" baseline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r>
              <a:rPr lang="en-US"/>
              <a:t>CMS Energy Title Page </a:t>
            </a:r>
            <a:br>
              <a:rPr lang="en-US"/>
            </a:br>
            <a:r>
              <a:rPr lang="en-US"/>
              <a:t>Click to enter presentation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09AEF07-3191-3F4A-3F7A-19EC791E9DA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24126" t="305" r="-34" b="-305"/>
          <a:stretch/>
        </p:blipFill>
        <p:spPr>
          <a:xfrm>
            <a:off x="0" y="4420754"/>
            <a:ext cx="12216384" cy="245595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D8D15BC-A084-C6D9-EEE3-4A46CC2A531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-1000" t="-13025" b="-13798"/>
          <a:stretch/>
        </p:blipFill>
        <p:spPr>
          <a:xfrm>
            <a:off x="154612" y="5982816"/>
            <a:ext cx="2280355" cy="691685"/>
          </a:xfrm>
          <a:prstGeom prst="rect">
            <a:avLst/>
          </a:prstGeom>
        </p:spPr>
      </p:pic>
      <p:sp>
        <p:nvSpPr>
          <p:cNvPr id="4" name="Green top line">
            <a:extLst>
              <a:ext uri="{FF2B5EF4-FFF2-40B4-BE49-F238E27FC236}">
                <a16:creationId xmlns:a16="http://schemas.microsoft.com/office/drawing/2014/main" id="{265938C9-7DBB-F010-0315-57D2F87C9106}"/>
              </a:ext>
            </a:extLst>
          </p:cNvPr>
          <p:cNvSpPr/>
          <p:nvPr userDrawn="1"/>
        </p:nvSpPr>
        <p:spPr>
          <a:xfrm flipV="1">
            <a:off x="0" y="0"/>
            <a:ext cx="12192000" cy="36576"/>
          </a:xfrm>
          <a:prstGeom prst="rect">
            <a:avLst/>
          </a:prstGeom>
          <a:solidFill>
            <a:srgbClr val="8DC63F"/>
          </a:solidFill>
          <a:ln>
            <a:solidFill>
              <a:srgbClr val="8EBB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33" b="0" i="0" baseline="0">
              <a:solidFill>
                <a:schemeClr val="tx1"/>
              </a:solidFill>
              <a:latin typeface="Montserrat" pitchFamily="2" charset="77"/>
            </a:endParaRPr>
          </a:p>
        </p:txBody>
      </p:sp>
      <p:pic>
        <p:nvPicPr>
          <p:cNvPr id="10" name="Picture 9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5E3F8541-C6A9-5757-9A4E-81D643DAAA2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119636" y="5610087"/>
            <a:ext cx="2850587" cy="1097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08894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nsumers Energy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ackground"/>
          <p:cNvSpPr/>
          <p:nvPr userDrawn="1"/>
        </p:nvSpPr>
        <p:spPr>
          <a:xfrm>
            <a:off x="3048" y="88003"/>
            <a:ext cx="12192000" cy="6769997"/>
          </a:xfrm>
          <a:prstGeom prst="rect">
            <a:avLst/>
          </a:prstGeom>
          <a:pattFill prst="ltDnDiag">
            <a:fgClr>
              <a:srgbClr val="E1E4E5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0" i="0">
              <a:latin typeface="Montserrat" pitchFamily="2" charset="77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05E742-6DCA-666E-9947-B0EE936494F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-3895" b="35306"/>
          <a:stretch/>
        </p:blipFill>
        <p:spPr>
          <a:xfrm>
            <a:off x="3048" y="4549389"/>
            <a:ext cx="12188952" cy="2308611"/>
          </a:xfrm>
          <a:prstGeom prst="rect">
            <a:avLst/>
          </a:prstGeom>
        </p:spPr>
      </p:pic>
      <p:pic>
        <p:nvPicPr>
          <p:cNvPr id="12" name="CE Logo">
            <a:extLst>
              <a:ext uri="{FF2B5EF4-FFF2-40B4-BE49-F238E27FC236}">
                <a16:creationId xmlns:a16="http://schemas.microsoft.com/office/drawing/2014/main" id="{91ECB4FD-021B-A84F-9C74-397F7A9456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9122" t="10605" r="9079" b="11083"/>
          <a:stretch/>
        </p:blipFill>
        <p:spPr>
          <a:xfrm>
            <a:off x="189070" y="5913969"/>
            <a:ext cx="2205157" cy="791683"/>
          </a:xfrm>
          <a:prstGeom prst="rect">
            <a:avLst/>
          </a:prstGeom>
        </p:spPr>
      </p:pic>
      <p:sp>
        <p:nvSpPr>
          <p:cNvPr id="3" name="Subtitle "/>
          <p:cNvSpPr>
            <a:spLocks noGrp="1"/>
          </p:cNvSpPr>
          <p:nvPr>
            <p:ph type="subTitle" idx="1" hasCustomPrompt="1"/>
          </p:nvPr>
        </p:nvSpPr>
        <p:spPr>
          <a:xfrm>
            <a:off x="2067149" y="3391505"/>
            <a:ext cx="9448800" cy="1752600"/>
          </a:xfrm>
        </p:spPr>
        <p:txBody>
          <a:bodyPr>
            <a:normAutofit/>
          </a:bodyPr>
          <a:lstStyle>
            <a:lvl1pPr marL="0" indent="0" algn="r">
              <a:buNone/>
              <a:defRPr sz="2400" b="0" i="0">
                <a:solidFill>
                  <a:schemeClr val="tx1"/>
                </a:solidFill>
                <a:latin typeface="Montserrat" pitchFamily="2" charset="77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enter presenter’s name/date</a:t>
            </a:r>
          </a:p>
        </p:txBody>
      </p:sp>
      <p:sp>
        <p:nvSpPr>
          <p:cNvPr id="2" name="Title "/>
          <p:cNvSpPr>
            <a:spLocks noGrp="1"/>
          </p:cNvSpPr>
          <p:nvPr>
            <p:ph type="ctrTitle" hasCustomPrompt="1"/>
          </p:nvPr>
        </p:nvSpPr>
        <p:spPr>
          <a:xfrm>
            <a:off x="1152749" y="1631952"/>
            <a:ext cx="10363200" cy="1470025"/>
          </a:xfrm>
        </p:spPr>
        <p:txBody>
          <a:bodyPr/>
          <a:lstStyle>
            <a:lvl1pPr algn="r">
              <a:defRPr sz="4267" b="0" i="0" baseline="0">
                <a:solidFill>
                  <a:srgbClr val="0067A5"/>
                </a:solidFill>
                <a:latin typeface="Montserrat" pitchFamily="2" charset="77"/>
              </a:defRPr>
            </a:lvl1pPr>
          </a:lstStyle>
          <a:p>
            <a:r>
              <a:rPr lang="en-US"/>
              <a:t>Consumers Energy Title Page </a:t>
            </a:r>
            <a:br>
              <a:rPr lang="en-US"/>
            </a:br>
            <a:r>
              <a:rPr lang="en-US"/>
              <a:t>Click to enter presentation title</a:t>
            </a:r>
          </a:p>
        </p:txBody>
      </p:sp>
      <p:pic>
        <p:nvPicPr>
          <p:cNvPr id="9" name="Picture 8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1DC64331-E5B9-B4C2-135F-7D91D7FFA2B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212048" y="5584119"/>
            <a:ext cx="2790883" cy="1121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39605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MS Energy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ackground">
            <a:extLst>
              <a:ext uri="{FF2B5EF4-FFF2-40B4-BE49-F238E27FC236}">
                <a16:creationId xmlns:a16="http://schemas.microsoft.com/office/drawing/2014/main" id="{6E3FDA63-1642-2C7F-F7CA-C7BBCAEC20E0}"/>
              </a:ext>
            </a:extLst>
          </p:cNvPr>
          <p:cNvSpPr/>
          <p:nvPr userDrawn="1"/>
        </p:nvSpPr>
        <p:spPr>
          <a:xfrm>
            <a:off x="0" y="88003"/>
            <a:ext cx="12192000" cy="6769997"/>
          </a:xfrm>
          <a:prstGeom prst="rect">
            <a:avLst/>
          </a:prstGeom>
          <a:pattFill prst="ltDnDiag">
            <a:fgClr>
              <a:srgbClr val="E1E4E5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0" i="0">
              <a:latin typeface="Montserrat" pitchFamily="2" charset="77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B87A2A-DEBD-3AA2-CBF5-D11C589099D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-3895" b="35306"/>
          <a:stretch/>
        </p:blipFill>
        <p:spPr>
          <a:xfrm>
            <a:off x="3048" y="4549389"/>
            <a:ext cx="12188952" cy="2308611"/>
          </a:xfrm>
          <a:prstGeom prst="rect">
            <a:avLst/>
          </a:prstGeom>
        </p:spPr>
      </p:pic>
      <p:pic>
        <p:nvPicPr>
          <p:cNvPr id="11" name="CMS Energy Logo"/>
          <p:cNvPicPr>
            <a:picLocks noChangeAspect="1"/>
          </p:cNvPicPr>
          <p:nvPr userDrawn="1"/>
        </p:nvPicPr>
        <p:blipFill>
          <a:blip r:embed="rId3"/>
          <a:srcRect l="12" r="12"/>
          <a:stretch/>
        </p:blipFill>
        <p:spPr>
          <a:xfrm>
            <a:off x="100995" y="5981919"/>
            <a:ext cx="2279792" cy="609600"/>
          </a:xfrm>
          <a:prstGeom prst="rect">
            <a:avLst/>
          </a:prstGeom>
        </p:spPr>
      </p:pic>
      <p:sp>
        <p:nvSpPr>
          <p:cNvPr id="3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2067152" y="3391505"/>
            <a:ext cx="9448800" cy="1752600"/>
          </a:xfrm>
        </p:spPr>
        <p:txBody>
          <a:bodyPr>
            <a:normAutofit/>
          </a:bodyPr>
          <a:lstStyle>
            <a:lvl1pPr marL="0" indent="0" algn="r">
              <a:buNone/>
              <a:defRPr sz="2400" b="0" i="0">
                <a:solidFill>
                  <a:srgbClr val="000000"/>
                </a:solidFill>
                <a:latin typeface="Montserrat" pitchFamily="2" charset="77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enter presenter’s name/date</a:t>
            </a:r>
          </a:p>
        </p:txBody>
      </p:sp>
      <p:sp>
        <p:nvSpPr>
          <p:cNvPr id="2" name="Title "/>
          <p:cNvSpPr>
            <a:spLocks noGrp="1"/>
          </p:cNvSpPr>
          <p:nvPr>
            <p:ph type="ctrTitle" hasCustomPrompt="1"/>
          </p:nvPr>
        </p:nvSpPr>
        <p:spPr>
          <a:xfrm>
            <a:off x="1158720" y="1631952"/>
            <a:ext cx="10363200" cy="1470025"/>
          </a:xfrm>
        </p:spPr>
        <p:txBody>
          <a:bodyPr/>
          <a:lstStyle>
            <a:lvl1pPr algn="r">
              <a:defRPr sz="4267" b="0" i="0" baseline="0">
                <a:solidFill>
                  <a:srgbClr val="0067A5"/>
                </a:solidFill>
                <a:latin typeface="Montserrat" pitchFamily="2" charset="77"/>
              </a:defRPr>
            </a:lvl1pPr>
          </a:lstStyle>
          <a:p>
            <a:r>
              <a:rPr lang="en-US"/>
              <a:t>CMS Energy Title Page </a:t>
            </a:r>
            <a:br>
              <a:rPr lang="en-US"/>
            </a:br>
            <a:r>
              <a:rPr lang="en-US"/>
              <a:t>Click to enter presentation title</a:t>
            </a:r>
          </a:p>
        </p:txBody>
      </p:sp>
      <p:pic>
        <p:nvPicPr>
          <p:cNvPr id="8" name="Picture 7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BE3E4CB9-D420-3CAB-8B68-2F5CDB9EB78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212048" y="5584119"/>
            <a:ext cx="2790883" cy="1121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2863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"/>
          <p:cNvSpPr>
            <a:spLocks noGrp="1"/>
          </p:cNvSpPr>
          <p:nvPr>
            <p:ph idx="1"/>
          </p:nvPr>
        </p:nvSpPr>
        <p:spPr>
          <a:xfrm>
            <a:off x="414528" y="1219201"/>
            <a:ext cx="11375136" cy="4895447"/>
          </a:xfrm>
        </p:spPr>
        <p:txBody>
          <a:bodyPr>
            <a:normAutofit/>
          </a:bodyPr>
          <a:lstStyle>
            <a:lvl1pPr marL="0" indent="0">
              <a:buClr>
                <a:schemeClr val="tx2"/>
              </a:buClr>
              <a:buFont typeface="Wingdings" charset="2"/>
              <a:buNone/>
              <a:defRPr sz="2133" b="0" i="0">
                <a:solidFill>
                  <a:schemeClr val="tx1"/>
                </a:solidFill>
                <a:latin typeface="Montserrat" pitchFamily="2" charset="77"/>
              </a:defRPr>
            </a:lvl1pPr>
            <a:lvl2pPr marL="365751" indent="-243834">
              <a:buClr>
                <a:schemeClr val="tx2"/>
              </a:buClr>
              <a:buFont typeface="Arial" panose="020B0604020202020204" pitchFamily="34" charset="0"/>
              <a:buChar char="•"/>
              <a:defRPr sz="1867" b="0" i="0">
                <a:solidFill>
                  <a:schemeClr val="tx1"/>
                </a:solidFill>
                <a:latin typeface="Montserrat" pitchFamily="2" charset="77"/>
              </a:defRPr>
            </a:lvl2pPr>
            <a:lvl3pPr marL="731502" indent="-243834">
              <a:buClr>
                <a:schemeClr val="tx2"/>
              </a:buClr>
              <a:buFont typeface="Arial" panose="020B0604020202020204" pitchFamily="34" charset="0"/>
              <a:buChar char="•"/>
              <a:defRPr sz="1600" b="0" i="0">
                <a:solidFill>
                  <a:schemeClr val="tx1"/>
                </a:solidFill>
                <a:latin typeface="Montserrat" pitchFamily="2" charset="77"/>
              </a:defRPr>
            </a:lvl3pPr>
            <a:lvl4pPr marL="1097253" indent="-243834">
              <a:buClr>
                <a:schemeClr val="tx2"/>
              </a:buClr>
              <a:buFont typeface="Arial" panose="020B0604020202020204" pitchFamily="34" charset="0"/>
              <a:buChar char="•"/>
              <a:defRPr sz="1467" b="0" i="0">
                <a:solidFill>
                  <a:schemeClr val="tx1"/>
                </a:solidFill>
                <a:latin typeface="Montserrat" pitchFamily="2" charset="77"/>
              </a:defRPr>
            </a:lvl4pPr>
            <a:lvl5pPr marL="1463003" indent="-243834">
              <a:buClr>
                <a:schemeClr val="tx2"/>
              </a:buClr>
              <a:buFont typeface="Arial" panose="020B0604020202020204" pitchFamily="34" charset="0"/>
              <a:buChar char="•"/>
              <a:defRPr sz="1467" b="0" i="0">
                <a:solidFill>
                  <a:schemeClr val="tx1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14528" y="438912"/>
            <a:ext cx="11375136" cy="609600"/>
          </a:xfrm>
        </p:spPr>
        <p:txBody>
          <a:bodyPr lIns="0"/>
          <a:lstStyle>
            <a:lvl1pPr>
              <a:defRPr b="0" i="0">
                <a:solidFill>
                  <a:srgbClr val="1866AE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Picture 6" descr="A blue rocket with yellow flames&#10;&#10;AI-generated content may be incorrect.">
            <a:extLst>
              <a:ext uri="{FF2B5EF4-FFF2-40B4-BE49-F238E27FC236}">
                <a16:creationId xmlns:a16="http://schemas.microsoft.com/office/drawing/2014/main" id="{3441B6A3-22F6-3738-6E9B-7AFE278268E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22425" y="4961854"/>
            <a:ext cx="715337" cy="118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15722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"/>
          <p:cNvSpPr>
            <a:spLocks noGrp="1"/>
          </p:cNvSpPr>
          <p:nvPr>
            <p:ph idx="1"/>
          </p:nvPr>
        </p:nvSpPr>
        <p:spPr>
          <a:xfrm>
            <a:off x="414528" y="1219201"/>
            <a:ext cx="11375136" cy="4895447"/>
          </a:xfrm>
        </p:spPr>
        <p:txBody>
          <a:bodyPr>
            <a:normAutofit/>
          </a:bodyPr>
          <a:lstStyle>
            <a:lvl1pPr marL="0" indent="0">
              <a:buClr>
                <a:schemeClr val="tx2"/>
              </a:buClr>
              <a:buFont typeface="Wingdings" charset="2"/>
              <a:buNone/>
              <a:defRPr sz="2133" b="0" i="0">
                <a:solidFill>
                  <a:schemeClr val="tx1"/>
                </a:solidFill>
                <a:latin typeface="Montserrat" pitchFamily="2" charset="77"/>
              </a:defRPr>
            </a:lvl1pPr>
            <a:lvl2pPr marL="365751" indent="-243834">
              <a:buClr>
                <a:schemeClr val="tx2"/>
              </a:buClr>
              <a:buFont typeface="Arial" panose="020B0604020202020204" pitchFamily="34" charset="0"/>
              <a:buChar char="•"/>
              <a:defRPr sz="1867" b="0" i="0">
                <a:solidFill>
                  <a:schemeClr val="tx1"/>
                </a:solidFill>
                <a:latin typeface="Montserrat" pitchFamily="2" charset="77"/>
              </a:defRPr>
            </a:lvl2pPr>
            <a:lvl3pPr marL="731502" indent="-243834">
              <a:buClr>
                <a:schemeClr val="tx2"/>
              </a:buClr>
              <a:buFont typeface="Arial" panose="020B0604020202020204" pitchFamily="34" charset="0"/>
              <a:buChar char="•"/>
              <a:defRPr sz="1600" b="0" i="0">
                <a:solidFill>
                  <a:schemeClr val="tx1"/>
                </a:solidFill>
                <a:latin typeface="Montserrat" pitchFamily="2" charset="77"/>
              </a:defRPr>
            </a:lvl3pPr>
            <a:lvl4pPr marL="1097253" indent="-243834">
              <a:buClr>
                <a:schemeClr val="tx2"/>
              </a:buClr>
              <a:buFont typeface="Arial" panose="020B0604020202020204" pitchFamily="34" charset="0"/>
              <a:buChar char="•"/>
              <a:defRPr sz="1467" b="0" i="0">
                <a:solidFill>
                  <a:schemeClr val="tx1"/>
                </a:solidFill>
                <a:latin typeface="Montserrat" pitchFamily="2" charset="77"/>
              </a:defRPr>
            </a:lvl4pPr>
            <a:lvl5pPr marL="1463003" indent="-243834">
              <a:buClr>
                <a:schemeClr val="tx2"/>
              </a:buClr>
              <a:buFont typeface="Arial" panose="020B0604020202020204" pitchFamily="34" charset="0"/>
              <a:buChar char="•"/>
              <a:defRPr sz="1467" b="0" i="0">
                <a:solidFill>
                  <a:schemeClr val="tx1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14528" y="438912"/>
            <a:ext cx="11375136" cy="609600"/>
          </a:xfrm>
        </p:spPr>
        <p:txBody>
          <a:bodyPr lIns="0"/>
          <a:lstStyle>
            <a:lvl1pPr>
              <a:defRPr b="0" i="0">
                <a:solidFill>
                  <a:srgbClr val="1866AE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6" name="Picture 5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AED62B44-7DFB-726F-5071-FA040D62A80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15782" y="5459865"/>
            <a:ext cx="1697999" cy="682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1000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"/>
          <p:cNvSpPr>
            <a:spLocks noGrp="1"/>
          </p:cNvSpPr>
          <p:nvPr>
            <p:ph idx="1"/>
          </p:nvPr>
        </p:nvSpPr>
        <p:spPr>
          <a:xfrm>
            <a:off x="414528" y="1219201"/>
            <a:ext cx="11375136" cy="4895447"/>
          </a:xfrm>
        </p:spPr>
        <p:txBody>
          <a:bodyPr>
            <a:normAutofit/>
          </a:bodyPr>
          <a:lstStyle>
            <a:lvl1pPr marL="0" indent="0">
              <a:buClr>
                <a:schemeClr val="tx2"/>
              </a:buClr>
              <a:buFont typeface="Wingdings" charset="2"/>
              <a:buNone/>
              <a:defRPr sz="2133" b="0" i="0">
                <a:solidFill>
                  <a:schemeClr val="tx1"/>
                </a:solidFill>
                <a:latin typeface="Montserrat" pitchFamily="2" charset="77"/>
              </a:defRPr>
            </a:lvl1pPr>
            <a:lvl2pPr marL="365751" indent="-243834">
              <a:buClr>
                <a:schemeClr val="tx2"/>
              </a:buClr>
              <a:buFont typeface="Arial" panose="020B0604020202020204" pitchFamily="34" charset="0"/>
              <a:buChar char="•"/>
              <a:defRPr sz="1867" b="0" i="0">
                <a:solidFill>
                  <a:schemeClr val="tx1"/>
                </a:solidFill>
                <a:latin typeface="Montserrat" pitchFamily="2" charset="77"/>
              </a:defRPr>
            </a:lvl2pPr>
            <a:lvl3pPr marL="731502" indent="-243834">
              <a:buClr>
                <a:schemeClr val="tx2"/>
              </a:buClr>
              <a:buFont typeface="Arial" panose="020B0604020202020204" pitchFamily="34" charset="0"/>
              <a:buChar char="•"/>
              <a:defRPr sz="1600" b="0" i="0">
                <a:solidFill>
                  <a:schemeClr val="tx1"/>
                </a:solidFill>
                <a:latin typeface="Montserrat" pitchFamily="2" charset="77"/>
              </a:defRPr>
            </a:lvl3pPr>
            <a:lvl4pPr marL="1097253" indent="-243834">
              <a:buClr>
                <a:schemeClr val="tx2"/>
              </a:buClr>
              <a:buFont typeface="Arial" panose="020B0604020202020204" pitchFamily="34" charset="0"/>
              <a:buChar char="•"/>
              <a:defRPr sz="1467" b="0" i="0">
                <a:solidFill>
                  <a:schemeClr val="tx1"/>
                </a:solidFill>
                <a:latin typeface="Montserrat" pitchFamily="2" charset="77"/>
              </a:defRPr>
            </a:lvl4pPr>
            <a:lvl5pPr marL="1463003" indent="-243834">
              <a:buClr>
                <a:schemeClr val="tx2"/>
              </a:buClr>
              <a:buFont typeface="Arial" panose="020B0604020202020204" pitchFamily="34" charset="0"/>
              <a:buChar char="•"/>
              <a:defRPr sz="1467" b="0" i="0">
                <a:solidFill>
                  <a:schemeClr val="tx1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14528" y="438912"/>
            <a:ext cx="11375136" cy="609600"/>
          </a:xfrm>
        </p:spPr>
        <p:txBody>
          <a:bodyPr lIns="0"/>
          <a:lstStyle>
            <a:lvl1pPr>
              <a:defRPr b="0" i="0">
                <a:solidFill>
                  <a:srgbClr val="1866AE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513196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"/>
          <p:cNvSpPr>
            <a:spLocks noGrp="1"/>
          </p:cNvSpPr>
          <p:nvPr>
            <p:ph type="title"/>
          </p:nvPr>
        </p:nvSpPr>
        <p:spPr>
          <a:xfrm>
            <a:off x="414528" y="4389120"/>
            <a:ext cx="11375136" cy="609600"/>
          </a:xfrm>
        </p:spPr>
        <p:txBody>
          <a:bodyPr anchor="b" anchorCtr="0"/>
          <a:lstStyle>
            <a:lvl1pPr algn="l">
              <a:defRPr sz="3200" b="0" i="0" cap="none" baseline="0">
                <a:solidFill>
                  <a:srgbClr val="1866AE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"/>
          <p:cNvSpPr>
            <a:spLocks noGrp="1"/>
          </p:cNvSpPr>
          <p:nvPr>
            <p:ph type="body" idx="1"/>
          </p:nvPr>
        </p:nvSpPr>
        <p:spPr>
          <a:xfrm>
            <a:off x="414528" y="3535680"/>
            <a:ext cx="11375136" cy="853440"/>
          </a:xfrm>
        </p:spPr>
        <p:txBody>
          <a:bodyPr anchor="b">
            <a:normAutofit/>
          </a:bodyPr>
          <a:lstStyle>
            <a:lvl1pPr marL="0" indent="0">
              <a:buNone/>
              <a:defRPr sz="2400" b="0" i="0">
                <a:solidFill>
                  <a:schemeClr val="tx1"/>
                </a:solidFill>
                <a:latin typeface="Montserrat" pitchFamily="2" charset="77"/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Picture 6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AEE6D58A-F04B-D2E8-EFD8-3D2275F6284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373809" y="5075956"/>
            <a:ext cx="2680107" cy="1031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2424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sz="half" idx="2"/>
          </p:nvPr>
        </p:nvSpPr>
        <p:spPr>
          <a:xfrm>
            <a:off x="6400800" y="1219201"/>
            <a:ext cx="5384800" cy="3986607"/>
          </a:xfrm>
        </p:spPr>
        <p:txBody>
          <a:bodyPr>
            <a:normAutofit/>
          </a:bodyPr>
          <a:lstStyle>
            <a:lvl1pPr marL="0" indent="0">
              <a:buNone/>
              <a:defRPr sz="2400" b="0" i="0">
                <a:solidFill>
                  <a:schemeClr val="tx1"/>
                </a:solidFill>
                <a:latin typeface="Montserrat" pitchFamily="2" charset="77"/>
              </a:defRPr>
            </a:lvl1pPr>
            <a:lvl2pPr marL="365751" indent="-243834">
              <a:buFont typeface="Arial" panose="020B0604020202020204" pitchFamily="34" charset="0"/>
              <a:buChar char="•"/>
              <a:defRPr lang="en-US" sz="2133" b="0" i="0" kern="1200" dirty="0" smtClean="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2pPr>
            <a:lvl3pPr marL="731502" indent="-243834">
              <a:buFont typeface="Arial" panose="020B0604020202020204" pitchFamily="34" charset="0"/>
              <a:buChar char="•"/>
              <a:defRPr sz="1867" b="0" i="0">
                <a:solidFill>
                  <a:schemeClr val="tx1"/>
                </a:solidFill>
                <a:latin typeface="Montserrat" pitchFamily="2" charset="77"/>
              </a:defRPr>
            </a:lvl3pPr>
            <a:lvl4pPr marL="1097253" indent="-243834">
              <a:buFont typeface="Arial" panose="020B0604020202020204" pitchFamily="34" charset="0"/>
              <a:buChar char="•"/>
              <a:defRPr sz="1600" b="0" i="0">
                <a:solidFill>
                  <a:schemeClr val="tx1"/>
                </a:solidFill>
                <a:latin typeface="Montserrat" pitchFamily="2" charset="77"/>
              </a:defRPr>
            </a:lvl4pPr>
            <a:lvl5pPr marL="1463003" indent="-243834">
              <a:buFont typeface="Arial" panose="020B0604020202020204" pitchFamily="34" charset="0"/>
              <a:buChar char="•"/>
              <a:defRPr sz="1600" b="0" i="0">
                <a:solidFill>
                  <a:schemeClr val="tx1"/>
                </a:solidFill>
                <a:latin typeface="Montserrat" pitchFamily="2" charset="77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half" idx="1"/>
          </p:nvPr>
        </p:nvSpPr>
        <p:spPr>
          <a:xfrm>
            <a:off x="414528" y="1219201"/>
            <a:ext cx="5384800" cy="4352993"/>
          </a:xfrm>
        </p:spPr>
        <p:txBody>
          <a:bodyPr>
            <a:normAutofit/>
          </a:bodyPr>
          <a:lstStyle>
            <a:lvl1pPr marL="0" indent="0">
              <a:buNone/>
              <a:defRPr sz="2400" b="0" i="0">
                <a:solidFill>
                  <a:schemeClr val="tx1"/>
                </a:solidFill>
                <a:latin typeface="Montserrat" pitchFamily="2" charset="77"/>
              </a:defRPr>
            </a:lvl1pPr>
            <a:lvl2pPr marL="365751" indent="-243834">
              <a:buFont typeface="Arial" panose="020B0604020202020204" pitchFamily="34" charset="0"/>
              <a:buChar char="•"/>
              <a:defRPr sz="2133" b="0" i="0">
                <a:solidFill>
                  <a:schemeClr val="tx1"/>
                </a:solidFill>
                <a:latin typeface="Montserrat" pitchFamily="2" charset="77"/>
              </a:defRPr>
            </a:lvl2pPr>
            <a:lvl3pPr marL="731502" indent="-243834">
              <a:buFont typeface="Arial" panose="020B0604020202020204" pitchFamily="34" charset="0"/>
              <a:buChar char="•"/>
              <a:defRPr sz="1867" b="0" i="0">
                <a:solidFill>
                  <a:schemeClr val="tx1"/>
                </a:solidFill>
                <a:latin typeface="Montserrat" pitchFamily="2" charset="77"/>
              </a:defRPr>
            </a:lvl3pPr>
            <a:lvl4pPr marL="1097253" indent="-243834">
              <a:buFont typeface="Arial" panose="020B0604020202020204" pitchFamily="34" charset="0"/>
              <a:buChar char="•"/>
              <a:defRPr sz="1600" b="0" i="0">
                <a:solidFill>
                  <a:schemeClr val="tx1"/>
                </a:solidFill>
                <a:latin typeface="Montserrat" pitchFamily="2" charset="77"/>
              </a:defRPr>
            </a:lvl4pPr>
            <a:lvl5pPr marL="1463003" indent="-243834">
              <a:buFont typeface="Arial" panose="020B0604020202020204" pitchFamily="34" charset="0"/>
              <a:buChar char="•"/>
              <a:defRPr sz="1600" b="0" i="0">
                <a:solidFill>
                  <a:schemeClr val="tx1"/>
                </a:solidFill>
                <a:latin typeface="Montserrat" pitchFamily="2" charset="77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14528" y="438912"/>
            <a:ext cx="11375136" cy="609600"/>
          </a:xfrm>
        </p:spPr>
        <p:txBody>
          <a:bodyPr wrap="none" lIns="0" tIns="45720" rIns="91440" bIns="0"/>
          <a:lstStyle>
            <a:lvl1pPr>
              <a:defRPr b="0" i="0">
                <a:solidFill>
                  <a:srgbClr val="1866AE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5" name="Picture 4" descr="A blue rocket with yellow flames&#10;&#10;AI-generated content may be incorrect.">
            <a:extLst>
              <a:ext uri="{FF2B5EF4-FFF2-40B4-BE49-F238E27FC236}">
                <a16:creationId xmlns:a16="http://schemas.microsoft.com/office/drawing/2014/main" id="{A46DFA08-46CD-F086-6119-EF05D73433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22425" y="4961854"/>
            <a:ext cx="715337" cy="118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14614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AF98E-6AAF-3ACB-63F7-A2C28BFC4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latin typeface="Montserra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A0E233A6-DBBA-2515-B63A-9166DCE9B71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11732" y="1219199"/>
            <a:ext cx="3608832" cy="2926080"/>
          </a:xfrm>
        </p:spPr>
        <p:txBody>
          <a:bodyPr/>
          <a:lstStyle>
            <a:lvl1pPr>
              <a:defRPr b="0" i="0">
                <a:latin typeface="Montserrat" pitchFamily="2" charset="77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716CDDDB-E2E6-96CF-7794-2CB281875CF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302609" y="1219199"/>
            <a:ext cx="3608832" cy="2926080"/>
          </a:xfrm>
        </p:spPr>
        <p:txBody>
          <a:bodyPr/>
          <a:lstStyle>
            <a:lvl1pPr>
              <a:defRPr b="0" i="0">
                <a:latin typeface="Montserrat" pitchFamily="2" charset="77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EC2F74D7-F259-ED94-FAC1-892474DA4DC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85992" y="1219199"/>
            <a:ext cx="3608832" cy="2926080"/>
          </a:xfrm>
        </p:spPr>
        <p:txBody>
          <a:bodyPr/>
          <a:lstStyle>
            <a:lvl1pPr>
              <a:defRPr b="0" i="0">
                <a:latin typeface="Montserrat" pitchFamily="2" charset="77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8C7D399D-8CB9-19E1-9EC0-25CC0E8D1AD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11732" y="4231341"/>
            <a:ext cx="3608832" cy="951744"/>
          </a:xfrm>
        </p:spPr>
        <p:txBody>
          <a:bodyPr>
            <a:normAutofit/>
          </a:bodyPr>
          <a:lstStyle>
            <a:lvl1pPr algn="ctr">
              <a:defRPr sz="1600" b="0" i="0">
                <a:latin typeface="Montserrat" pitchFamily="2" charset="77"/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6D3E4421-7396-C90C-5119-84E1DA3263B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02609" y="4231341"/>
            <a:ext cx="3608832" cy="951744"/>
          </a:xfrm>
        </p:spPr>
        <p:txBody>
          <a:bodyPr>
            <a:normAutofit/>
          </a:bodyPr>
          <a:lstStyle>
            <a:lvl1pPr algn="ctr">
              <a:defRPr sz="1600" b="0" i="0">
                <a:latin typeface="Montserrat" pitchFamily="2" charset="77"/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BB0FC328-3EDB-117F-B241-774C52C45C0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185992" y="4231341"/>
            <a:ext cx="3608832" cy="951744"/>
          </a:xfrm>
        </p:spPr>
        <p:txBody>
          <a:bodyPr>
            <a:normAutofit/>
          </a:bodyPr>
          <a:lstStyle>
            <a:lvl1pPr algn="ctr">
              <a:defRPr sz="1600" b="0" i="0">
                <a:latin typeface="Montserrat" pitchFamily="2" charset="77"/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pic>
        <p:nvPicPr>
          <p:cNvPr id="6" name="Picture 5" descr="A blue rocket with yellow flames&#10;&#10;AI-generated content may be incorrect.">
            <a:extLst>
              <a:ext uri="{FF2B5EF4-FFF2-40B4-BE49-F238E27FC236}">
                <a16:creationId xmlns:a16="http://schemas.microsoft.com/office/drawing/2014/main" id="{38FD594C-5CE2-2E39-47A0-730C3B55201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22425" y="4961854"/>
            <a:ext cx="715337" cy="118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3465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/>
          <p:cNvSpPr>
            <a:spLocks noGrp="1"/>
          </p:cNvSpPr>
          <p:nvPr>
            <p:ph sz="quarter" idx="4"/>
          </p:nvPr>
        </p:nvSpPr>
        <p:spPr>
          <a:xfrm>
            <a:off x="6400801" y="1999488"/>
            <a:ext cx="5389033" cy="3309112"/>
          </a:xfrm>
        </p:spPr>
        <p:txBody>
          <a:bodyPr>
            <a:normAutofit/>
          </a:bodyPr>
          <a:lstStyle>
            <a:lvl1pPr marL="0" indent="0">
              <a:buNone/>
              <a:defRPr sz="1867" b="0" i="0">
                <a:solidFill>
                  <a:schemeClr val="tx1"/>
                </a:solidFill>
                <a:latin typeface="Montserrat" pitchFamily="2" charset="77"/>
              </a:defRPr>
            </a:lvl1pPr>
            <a:lvl2pPr marL="365751" indent="-243834">
              <a:buFont typeface="Arial" panose="020B0604020202020204" pitchFamily="34" charset="0"/>
              <a:buChar char="•"/>
              <a:defRPr sz="1600" b="0" i="0">
                <a:solidFill>
                  <a:schemeClr val="tx1"/>
                </a:solidFill>
                <a:latin typeface="Montserrat" pitchFamily="2" charset="77"/>
              </a:defRPr>
            </a:lvl2pPr>
            <a:lvl3pPr marL="731502" indent="-243834">
              <a:buFont typeface="Arial" panose="020B0604020202020204" pitchFamily="34" charset="0"/>
              <a:buChar char="•"/>
              <a:defRPr sz="1467" b="0" i="0">
                <a:solidFill>
                  <a:schemeClr val="tx1"/>
                </a:solidFill>
                <a:latin typeface="Montserrat" pitchFamily="2" charset="77"/>
              </a:defRPr>
            </a:lvl3pPr>
            <a:lvl4pPr marL="1097253" indent="-243834">
              <a:buFont typeface="Arial" panose="020B0604020202020204" pitchFamily="34" charset="0"/>
              <a:buChar char="•"/>
              <a:defRPr sz="1400" b="0" i="0">
                <a:solidFill>
                  <a:schemeClr val="tx1"/>
                </a:solidFill>
                <a:latin typeface="Montserrat" pitchFamily="2" charset="77"/>
              </a:defRPr>
            </a:lvl4pPr>
            <a:lvl5pPr marL="1463003" indent="-243834">
              <a:buFont typeface="Arial" panose="020B0604020202020204" pitchFamily="34" charset="0"/>
              <a:buChar char="•"/>
              <a:defRPr sz="1400" b="0" i="0">
                <a:solidFill>
                  <a:schemeClr val="tx1"/>
                </a:solidFill>
                <a:latin typeface="Montserrat" pitchFamily="2" charset="77"/>
              </a:defRPr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ub-title 2"/>
          <p:cNvSpPr>
            <a:spLocks noGrp="1"/>
          </p:cNvSpPr>
          <p:nvPr>
            <p:ph type="body" sz="quarter" idx="3" hasCustomPrompt="1"/>
          </p:nvPr>
        </p:nvSpPr>
        <p:spPr>
          <a:xfrm>
            <a:off x="6400801" y="1219200"/>
            <a:ext cx="5389033" cy="609600"/>
          </a:xfrm>
        </p:spPr>
        <p:txBody>
          <a:bodyPr bIns="0" anchor="b">
            <a:normAutofit/>
          </a:bodyPr>
          <a:lstStyle>
            <a:lvl1pPr marL="0" indent="0">
              <a:buNone/>
              <a:defRPr sz="2133" b="0" i="0">
                <a:solidFill>
                  <a:schemeClr val="tx1"/>
                </a:solidFill>
                <a:latin typeface="Montserrat" pitchFamily="2" charset="77"/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4" name="Content Placeholder 1"/>
          <p:cNvSpPr>
            <a:spLocks noGrp="1"/>
          </p:cNvSpPr>
          <p:nvPr>
            <p:ph sz="half" idx="2"/>
          </p:nvPr>
        </p:nvSpPr>
        <p:spPr>
          <a:xfrm>
            <a:off x="414528" y="1982049"/>
            <a:ext cx="5386917" cy="3583521"/>
          </a:xfrm>
        </p:spPr>
        <p:txBody>
          <a:bodyPr>
            <a:normAutofit/>
          </a:bodyPr>
          <a:lstStyle>
            <a:lvl1pPr marL="0" indent="0">
              <a:buNone/>
              <a:defRPr sz="1867" b="0" i="0">
                <a:solidFill>
                  <a:schemeClr val="tx1"/>
                </a:solidFill>
                <a:latin typeface="Montserrat" pitchFamily="2" charset="77"/>
              </a:defRPr>
            </a:lvl1pPr>
            <a:lvl2pPr marL="365751" indent="-243834">
              <a:buFont typeface="Arial" panose="020B0604020202020204" pitchFamily="34" charset="0"/>
              <a:buChar char="•"/>
              <a:defRPr sz="1600" b="0" i="0">
                <a:solidFill>
                  <a:schemeClr val="tx1"/>
                </a:solidFill>
                <a:latin typeface="Montserrat" pitchFamily="2" charset="77"/>
              </a:defRPr>
            </a:lvl2pPr>
            <a:lvl3pPr marL="731502" indent="-243834">
              <a:buFont typeface="Arial" panose="020B0604020202020204" pitchFamily="34" charset="0"/>
              <a:buChar char="•"/>
              <a:defRPr sz="1467" b="0" i="0">
                <a:solidFill>
                  <a:schemeClr val="tx1"/>
                </a:solidFill>
                <a:latin typeface="Montserrat" pitchFamily="2" charset="77"/>
              </a:defRPr>
            </a:lvl3pPr>
            <a:lvl4pPr marL="1097253" indent="-243834">
              <a:buFont typeface="Arial" panose="020B0604020202020204" pitchFamily="34" charset="0"/>
              <a:buChar char="•"/>
              <a:defRPr sz="1400" b="0" i="0">
                <a:solidFill>
                  <a:schemeClr val="tx1"/>
                </a:solidFill>
                <a:latin typeface="Montserrat" pitchFamily="2" charset="77"/>
              </a:defRPr>
            </a:lvl4pPr>
            <a:lvl5pPr marL="1463003" indent="-243834">
              <a:buFont typeface="Arial" panose="020B0604020202020204" pitchFamily="34" charset="0"/>
              <a:buChar char="•"/>
              <a:defRPr sz="1400" b="0" i="0">
                <a:solidFill>
                  <a:schemeClr val="tx1"/>
                </a:solidFill>
                <a:latin typeface="Montserrat" pitchFamily="2" charset="77"/>
              </a:defRPr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Sub-title 1"/>
          <p:cNvSpPr>
            <a:spLocks noGrp="1"/>
          </p:cNvSpPr>
          <p:nvPr>
            <p:ph type="body" idx="1" hasCustomPrompt="1"/>
          </p:nvPr>
        </p:nvSpPr>
        <p:spPr>
          <a:xfrm>
            <a:off x="414528" y="1219200"/>
            <a:ext cx="5386917" cy="609600"/>
          </a:xfrm>
        </p:spPr>
        <p:txBody>
          <a:bodyPr bIns="0" anchor="b">
            <a:normAutofit/>
          </a:bodyPr>
          <a:lstStyle>
            <a:lvl1pPr marL="0" indent="0">
              <a:buNone/>
              <a:defRPr sz="2133" b="0" i="0">
                <a:solidFill>
                  <a:schemeClr val="tx1"/>
                </a:solidFill>
                <a:latin typeface="Montserrat" pitchFamily="2" charset="77"/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" name="Title "/>
          <p:cNvSpPr>
            <a:spLocks noGrp="1"/>
          </p:cNvSpPr>
          <p:nvPr>
            <p:ph type="title"/>
          </p:nvPr>
        </p:nvSpPr>
        <p:spPr>
          <a:xfrm>
            <a:off x="414528" y="438912"/>
            <a:ext cx="11375136" cy="609600"/>
          </a:xfrm>
        </p:spPr>
        <p:txBody>
          <a:bodyPr anchor="b"/>
          <a:lstStyle>
            <a:lvl1pPr>
              <a:defRPr b="0" i="0">
                <a:solidFill>
                  <a:srgbClr val="1465C1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9" name="Picture 8" descr="A blue rocket with yellow flames&#10;&#10;AI-generated content may be incorrect.">
            <a:extLst>
              <a:ext uri="{FF2B5EF4-FFF2-40B4-BE49-F238E27FC236}">
                <a16:creationId xmlns:a16="http://schemas.microsoft.com/office/drawing/2014/main" id="{E0979A95-488D-09C8-AE26-774FF0CB30C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22425" y="4961854"/>
            <a:ext cx="715337" cy="118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0315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"/>
          <p:cNvSpPr>
            <a:spLocks noGrp="1"/>
          </p:cNvSpPr>
          <p:nvPr>
            <p:ph type="pic" sz="quarter" idx="13"/>
          </p:nvPr>
        </p:nvSpPr>
        <p:spPr>
          <a:xfrm>
            <a:off x="8077200" y="1202568"/>
            <a:ext cx="4114800" cy="3220197"/>
          </a:xfrm>
        </p:spPr>
        <p:txBody>
          <a:bodyPr>
            <a:normAutofit/>
          </a:bodyPr>
          <a:lstStyle>
            <a:lvl1pPr marL="0" indent="0">
              <a:buNone/>
              <a:defRPr sz="2400" b="0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"/>
          <p:cNvSpPr>
            <a:spLocks noGrp="1"/>
          </p:cNvSpPr>
          <p:nvPr>
            <p:ph type="body" sz="half" idx="2"/>
          </p:nvPr>
        </p:nvSpPr>
        <p:spPr>
          <a:xfrm>
            <a:off x="414528" y="1202569"/>
            <a:ext cx="7489251" cy="4394668"/>
          </a:xfrm>
        </p:spPr>
        <p:txBody>
          <a:bodyPr>
            <a:normAutofit/>
          </a:bodyPr>
          <a:lstStyle>
            <a:lvl1pPr marL="0" indent="0">
              <a:buNone/>
              <a:defRPr sz="2133" b="0" i="0">
                <a:solidFill>
                  <a:schemeClr val="tx1"/>
                </a:solidFill>
                <a:latin typeface="Montserrat" pitchFamily="2" charset="77"/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414528" y="438912"/>
            <a:ext cx="7662672" cy="609600"/>
          </a:xfrm>
        </p:spPr>
        <p:txBody>
          <a:bodyPr anchor="b"/>
          <a:lstStyle>
            <a:lvl1pPr algn="l">
              <a:defRPr sz="3200" b="0" i="0" baseline="0">
                <a:solidFill>
                  <a:srgbClr val="1866AE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enter title</a:t>
            </a:r>
          </a:p>
        </p:txBody>
      </p:sp>
      <p:pic>
        <p:nvPicPr>
          <p:cNvPr id="5" name="Picture 4" descr="A blue rocket with yellow flames&#10;&#10;AI-generated content may be incorrect.">
            <a:extLst>
              <a:ext uri="{FF2B5EF4-FFF2-40B4-BE49-F238E27FC236}">
                <a16:creationId xmlns:a16="http://schemas.microsoft.com/office/drawing/2014/main" id="{C4F7D118-FEE1-1BB0-CD7C-74505B79765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22425" y="4961854"/>
            <a:ext cx="715337" cy="118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76285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Image-Full he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White Background">
            <a:extLst>
              <a:ext uri="{FF2B5EF4-FFF2-40B4-BE49-F238E27FC236}">
                <a16:creationId xmlns:a16="http://schemas.microsoft.com/office/drawing/2014/main" id="{902DAFEE-672B-5531-AF4D-6EDB10B89A39}"/>
              </a:ext>
            </a:extLst>
          </p:cNvPr>
          <p:cNvSpPr/>
          <p:nvPr userDrawn="1"/>
        </p:nvSpPr>
        <p:spPr>
          <a:xfrm>
            <a:off x="0" y="122863"/>
            <a:ext cx="4064000" cy="673513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b="0" i="0">
              <a:solidFill>
                <a:schemeClr val="tx1"/>
              </a:solidFill>
              <a:latin typeface="Montserrat" pitchFamily="2" charset="77"/>
            </a:endParaRPr>
          </a:p>
        </p:txBody>
      </p:sp>
      <p:sp>
        <p:nvSpPr>
          <p:cNvPr id="12" name="Picture Placeholder ">
            <a:extLst>
              <a:ext uri="{FF2B5EF4-FFF2-40B4-BE49-F238E27FC236}">
                <a16:creationId xmlns:a16="http://schemas.microsoft.com/office/drawing/2014/main" id="{FECA367A-4BF0-0C0F-3498-6E6DCA02C6C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517" y="122862"/>
            <a:ext cx="4053483" cy="6735137"/>
          </a:xfrm>
        </p:spPr>
        <p:txBody>
          <a:bodyPr/>
          <a:lstStyle>
            <a:lvl1pPr marL="0" indent="0" algn="ctr">
              <a:buNone/>
              <a:defRPr b="0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">
            <a:extLst>
              <a:ext uri="{FF2B5EF4-FFF2-40B4-BE49-F238E27FC236}">
                <a16:creationId xmlns:a16="http://schemas.microsoft.com/office/drawing/2014/main" id="{46316DF1-26A9-2E6B-73C8-3D75A8FE63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330263" y="1202767"/>
            <a:ext cx="7463676" cy="4985627"/>
          </a:xfrm>
        </p:spPr>
        <p:txBody>
          <a:bodyPr>
            <a:normAutofit/>
          </a:bodyPr>
          <a:lstStyle>
            <a:lvl1pPr marL="0" indent="0">
              <a:buNone/>
              <a:defRPr sz="2133" b="0" i="0">
                <a:solidFill>
                  <a:schemeClr val="tx1"/>
                </a:solidFill>
                <a:latin typeface="Montserrat" pitchFamily="2" charset="77"/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24B4795F-48D0-3560-24E9-9EED8A3F95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8161" y="438912"/>
            <a:ext cx="7463676" cy="609600"/>
          </a:xfrm>
        </p:spPr>
        <p:txBody>
          <a:bodyPr anchor="b"/>
          <a:lstStyle>
            <a:lvl1pPr algn="l">
              <a:defRPr sz="3200" b="0" i="0" baseline="0">
                <a:solidFill>
                  <a:srgbClr val="1866AE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enter title</a:t>
            </a:r>
          </a:p>
        </p:txBody>
      </p:sp>
      <p:pic>
        <p:nvPicPr>
          <p:cNvPr id="2" name="Picture 1" descr="A blue rocket with yellow flames&#10;&#10;AI-generated content may be incorrect.">
            <a:extLst>
              <a:ext uri="{FF2B5EF4-FFF2-40B4-BE49-F238E27FC236}">
                <a16:creationId xmlns:a16="http://schemas.microsoft.com/office/drawing/2014/main" id="{1F91E5E3-C052-DFF7-0F22-4D1D49D5D03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22425" y="4961854"/>
            <a:ext cx="715337" cy="118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45521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18073" y="437960"/>
            <a:ext cx="11375136" cy="609600"/>
          </a:xfrm>
        </p:spPr>
        <p:txBody>
          <a:bodyPr/>
          <a:lstStyle>
            <a:lvl1pPr>
              <a:defRPr b="0" i="0">
                <a:solidFill>
                  <a:srgbClr val="1866AE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3" name="Picture 2" descr="A blue rocket with yellow flames&#10;&#10;AI-generated content may be incorrect.">
            <a:extLst>
              <a:ext uri="{FF2B5EF4-FFF2-40B4-BE49-F238E27FC236}">
                <a16:creationId xmlns:a16="http://schemas.microsoft.com/office/drawing/2014/main" id="{7221C18D-5754-F22D-33AC-963EC05E997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22425" y="4961854"/>
            <a:ext cx="715337" cy="118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9604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lue top line">
            <a:extLst>
              <a:ext uri="{FF2B5EF4-FFF2-40B4-BE49-F238E27FC236}">
                <a16:creationId xmlns:a16="http://schemas.microsoft.com/office/drawing/2014/main" id="{E698F46C-0450-0A42-69F4-4CA2C83E49C9}"/>
              </a:ext>
            </a:extLst>
          </p:cNvPr>
          <p:cNvSpPr/>
          <p:nvPr userDrawn="1"/>
        </p:nvSpPr>
        <p:spPr>
          <a:xfrm flipV="1">
            <a:off x="0" y="-7257"/>
            <a:ext cx="12192000" cy="9753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33" b="0" i="0" baseline="0">
              <a:solidFill>
                <a:schemeClr val="tx1"/>
              </a:solidFill>
              <a:latin typeface="Montserrat" pitchFamily="2" charset="77"/>
            </a:endParaRPr>
          </a:p>
        </p:txBody>
      </p:sp>
      <p:sp>
        <p:nvSpPr>
          <p:cNvPr id="7" name="Green top line">
            <a:extLst>
              <a:ext uri="{FF2B5EF4-FFF2-40B4-BE49-F238E27FC236}">
                <a16:creationId xmlns:a16="http://schemas.microsoft.com/office/drawing/2014/main" id="{12C9F3AD-9532-11E6-E672-6F10181290C1}"/>
              </a:ext>
            </a:extLst>
          </p:cNvPr>
          <p:cNvSpPr/>
          <p:nvPr userDrawn="1"/>
        </p:nvSpPr>
        <p:spPr>
          <a:xfrm flipV="1">
            <a:off x="0" y="0"/>
            <a:ext cx="12192000" cy="36576"/>
          </a:xfrm>
          <a:prstGeom prst="rect">
            <a:avLst/>
          </a:prstGeom>
          <a:solidFill>
            <a:srgbClr val="8EBB37"/>
          </a:solidFill>
          <a:ln>
            <a:solidFill>
              <a:srgbClr val="8EBB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33" b="0" i="0" baseline="0">
              <a:solidFill>
                <a:schemeClr val="tx1"/>
              </a:solidFill>
              <a:latin typeface="Montserrat" pitchFamily="2" charset="77"/>
            </a:endParaRPr>
          </a:p>
        </p:txBody>
      </p:sp>
      <p:pic>
        <p:nvPicPr>
          <p:cNvPr id="2" name="Picture 1" descr="A blue rocket with yellow flames&#10;&#10;AI-generated content may be incorrect.">
            <a:extLst>
              <a:ext uri="{FF2B5EF4-FFF2-40B4-BE49-F238E27FC236}">
                <a16:creationId xmlns:a16="http://schemas.microsoft.com/office/drawing/2014/main" id="{64C7FB6B-3110-4907-76D3-A00724A380C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22425" y="4961854"/>
            <a:ext cx="715337" cy="118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36493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Only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rocket with yellow flames&#10;&#10;AI-generated content may be incorrect.">
            <a:extLst>
              <a:ext uri="{FF2B5EF4-FFF2-40B4-BE49-F238E27FC236}">
                <a16:creationId xmlns:a16="http://schemas.microsoft.com/office/drawing/2014/main" id="{7221C18D-5754-F22D-33AC-963EC05E997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10430932" y="3565994"/>
            <a:ext cx="1465792" cy="2418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57904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Only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rocket with yellow flames&#10;&#10;AI-generated content may be incorrect.">
            <a:extLst>
              <a:ext uri="{FF2B5EF4-FFF2-40B4-BE49-F238E27FC236}">
                <a16:creationId xmlns:a16="http://schemas.microsoft.com/office/drawing/2014/main" id="{7221C18D-5754-F22D-33AC-963EC05E997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8331200" y="793048"/>
            <a:ext cx="2888192" cy="4765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782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757027" y="4424859"/>
            <a:ext cx="5213183" cy="576471"/>
          </a:xfrm>
        </p:spPr>
        <p:txBody>
          <a:bodyPr anchor="t" anchorCtr="0"/>
          <a:lstStyle>
            <a:lvl1pPr>
              <a:defRPr sz="4267" b="0" i="0">
                <a:solidFill>
                  <a:srgbClr val="1866AE"/>
                </a:solidFill>
                <a:latin typeface="Montserrat" pitchFamily="2" charset="77"/>
              </a:defRPr>
            </a:lvl1pPr>
          </a:lstStyle>
          <a:p>
            <a:r>
              <a:rPr lang="en-US"/>
              <a:t>Transition Slide</a:t>
            </a:r>
          </a:p>
        </p:txBody>
      </p:sp>
      <p:pic>
        <p:nvPicPr>
          <p:cNvPr id="3" name="Picture 2" descr="A blue rocket with yellow flames&#10;&#10;AI-generated content may be incorrect.">
            <a:extLst>
              <a:ext uri="{FF2B5EF4-FFF2-40B4-BE49-F238E27FC236}">
                <a16:creationId xmlns:a16="http://schemas.microsoft.com/office/drawing/2014/main" id="{7221C18D-5754-F22D-33AC-963EC05E997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8331200" y="793048"/>
            <a:ext cx="2888192" cy="4765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223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Only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EA14F74-9AE4-FE3D-5B7E-FF0B9D75F25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33" b="0" i="0">
              <a:latin typeface="Montserrat" pitchFamily="2" charset="77"/>
            </a:endParaRPr>
          </a:p>
        </p:txBody>
      </p:sp>
      <p:pic>
        <p:nvPicPr>
          <p:cNvPr id="2" name="Picture 1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8F797F84-1016-68FE-191B-45D27B0C45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rcRect l="79031" t="-2797" b="-1"/>
          <a:stretch>
            <a:fillRect/>
          </a:stretch>
        </p:blipFill>
        <p:spPr>
          <a:xfrm>
            <a:off x="7905447" y="934345"/>
            <a:ext cx="2934692" cy="4845921"/>
          </a:xfrm>
          <a:prstGeom prst="rect">
            <a:avLst/>
          </a:prstGeom>
        </p:spPr>
      </p:pic>
      <p:sp>
        <p:nvSpPr>
          <p:cNvPr id="3" name="Title">
            <a:extLst>
              <a:ext uri="{FF2B5EF4-FFF2-40B4-BE49-F238E27FC236}">
                <a16:creationId xmlns:a16="http://schemas.microsoft.com/office/drawing/2014/main" id="{19FDF49E-F19D-7966-5841-E8FE9E5F2A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7027" y="4424859"/>
            <a:ext cx="5213183" cy="576471"/>
          </a:xfrm>
        </p:spPr>
        <p:txBody>
          <a:bodyPr anchor="t" anchorCtr="0"/>
          <a:lstStyle>
            <a:lvl1pPr>
              <a:defRPr sz="4267" b="0" i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r>
              <a:rPr lang="en-US"/>
              <a:t>Transition Slide</a:t>
            </a:r>
          </a:p>
        </p:txBody>
      </p:sp>
    </p:spTree>
    <p:extLst>
      <p:ext uri="{BB962C8B-B14F-4D97-AF65-F5344CB8AC3E}">
        <p14:creationId xmlns:p14="http://schemas.microsoft.com/office/powerpoint/2010/main" val="5848439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Only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EA14F74-9AE4-FE3D-5B7E-FF0B9D75F257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33" b="0" i="0">
              <a:latin typeface="Montserrat" pitchFamily="2" charset="77"/>
            </a:endParaRP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722473" y="5343937"/>
            <a:ext cx="7910000" cy="576471"/>
          </a:xfrm>
        </p:spPr>
        <p:txBody>
          <a:bodyPr anchor="t" anchorCtr="0"/>
          <a:lstStyle>
            <a:lvl1pPr>
              <a:defRPr sz="4267" b="0" i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r>
              <a:rPr lang="en-US"/>
              <a:t>Transition Slide</a:t>
            </a:r>
          </a:p>
        </p:txBody>
      </p:sp>
    </p:spTree>
    <p:extLst>
      <p:ext uri="{BB962C8B-B14F-4D97-AF65-F5344CB8AC3E}">
        <p14:creationId xmlns:p14="http://schemas.microsoft.com/office/powerpoint/2010/main" val="6605173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Only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EA14F74-9AE4-FE3D-5B7E-FF0B9D75F25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33" b="0" i="0">
              <a:latin typeface="Montserrat" pitchFamily="2" charset="77"/>
            </a:endParaRPr>
          </a:p>
        </p:txBody>
      </p:sp>
      <p:pic>
        <p:nvPicPr>
          <p:cNvPr id="7" name="Picture 6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53AA51E4-54C5-C3EB-E63C-24DF6CD86D9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640838" y="5542513"/>
            <a:ext cx="3331413" cy="1122135"/>
          </a:xfrm>
          <a:prstGeom prst="rect">
            <a:avLst/>
          </a:prstGeom>
        </p:spPr>
      </p:pic>
      <p:sp>
        <p:nvSpPr>
          <p:cNvPr id="8" name="Content Placeholder">
            <a:extLst>
              <a:ext uri="{FF2B5EF4-FFF2-40B4-BE49-F238E27FC236}">
                <a16:creationId xmlns:a16="http://schemas.microsoft.com/office/drawing/2014/main" id="{5F38107C-7728-4558-7E69-FAF1CE2A72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4528" y="1219201"/>
            <a:ext cx="11375136" cy="4895447"/>
          </a:xfrm>
        </p:spPr>
        <p:txBody>
          <a:bodyPr>
            <a:normAutofit/>
          </a:bodyPr>
          <a:lstStyle>
            <a:lvl1pPr marL="0" indent="0">
              <a:buClr>
                <a:schemeClr val="tx2"/>
              </a:buClr>
              <a:buFont typeface="Wingdings" charset="2"/>
              <a:buNone/>
              <a:defRPr sz="2133" b="0" i="0">
                <a:solidFill>
                  <a:schemeClr val="bg1"/>
                </a:solidFill>
                <a:latin typeface="Montserrat" pitchFamily="2" charset="77"/>
              </a:defRPr>
            </a:lvl1pPr>
            <a:lvl2pPr marL="365751" indent="-243834">
              <a:buClr>
                <a:schemeClr val="tx2"/>
              </a:buClr>
              <a:buFont typeface="Arial" panose="020B0604020202020204" pitchFamily="34" charset="0"/>
              <a:buChar char="•"/>
              <a:defRPr sz="1867" b="0" i="0">
                <a:solidFill>
                  <a:schemeClr val="bg1"/>
                </a:solidFill>
                <a:latin typeface="Montserrat" pitchFamily="2" charset="77"/>
              </a:defRPr>
            </a:lvl2pPr>
            <a:lvl3pPr marL="731502" indent="-243834">
              <a:buClr>
                <a:schemeClr val="tx2"/>
              </a:buClr>
              <a:buFont typeface="Arial" panose="020B0604020202020204" pitchFamily="34" charset="0"/>
              <a:buChar char="•"/>
              <a:defRPr sz="1600" b="0" i="0">
                <a:solidFill>
                  <a:schemeClr val="bg1"/>
                </a:solidFill>
                <a:latin typeface="Montserrat" pitchFamily="2" charset="77"/>
              </a:defRPr>
            </a:lvl3pPr>
            <a:lvl4pPr marL="1097253" indent="-243834">
              <a:buClr>
                <a:schemeClr val="tx2"/>
              </a:buClr>
              <a:buFont typeface="Arial" panose="020B0604020202020204" pitchFamily="34" charset="0"/>
              <a:buChar char="•"/>
              <a:defRPr sz="1467" b="0" i="0">
                <a:solidFill>
                  <a:schemeClr val="bg1"/>
                </a:solidFill>
                <a:latin typeface="Montserrat" pitchFamily="2" charset="77"/>
              </a:defRPr>
            </a:lvl4pPr>
            <a:lvl5pPr marL="1463003" indent="-243834">
              <a:buClr>
                <a:schemeClr val="tx2"/>
              </a:buClr>
              <a:buFont typeface="Arial" panose="020B0604020202020204" pitchFamily="34" charset="0"/>
              <a:buChar char="•"/>
              <a:defRPr sz="1467" b="0" i="0">
                <a:solidFill>
                  <a:schemeClr val="bg1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">
            <a:extLst>
              <a:ext uri="{FF2B5EF4-FFF2-40B4-BE49-F238E27FC236}">
                <a16:creationId xmlns:a16="http://schemas.microsoft.com/office/drawing/2014/main" id="{F8B98C3A-005E-FCC5-F2BE-C72514D32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528" y="438912"/>
            <a:ext cx="11375136" cy="609600"/>
          </a:xfrm>
        </p:spPr>
        <p:txBody>
          <a:bodyPr lIns="0"/>
          <a:lstStyle>
            <a:lvl1pPr>
              <a:defRPr b="0" i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103501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Only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EA14F74-9AE4-FE3D-5B7E-FF0B9D75F25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33" b="0" i="0">
              <a:latin typeface="Montserrat" pitchFamily="2" charset="77"/>
            </a:endParaRPr>
          </a:p>
        </p:txBody>
      </p:sp>
      <p:pic>
        <p:nvPicPr>
          <p:cNvPr id="2" name="Picture 1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8F797F84-1016-68FE-191B-45D27B0C45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79031" t="-2797" b="-1"/>
          <a:stretch>
            <a:fillRect/>
          </a:stretch>
        </p:blipFill>
        <p:spPr>
          <a:xfrm>
            <a:off x="10876040" y="4876801"/>
            <a:ext cx="1076861" cy="1778172"/>
          </a:xfrm>
          <a:prstGeom prst="rect">
            <a:avLst/>
          </a:prstGeom>
        </p:spPr>
      </p:pic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56B42121-3791-88E3-3566-C1D5909E12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4528" y="1219201"/>
            <a:ext cx="11375136" cy="4895447"/>
          </a:xfrm>
        </p:spPr>
        <p:txBody>
          <a:bodyPr>
            <a:normAutofit/>
          </a:bodyPr>
          <a:lstStyle>
            <a:lvl1pPr marL="0" indent="0">
              <a:buClr>
                <a:schemeClr val="tx2"/>
              </a:buClr>
              <a:buFont typeface="Wingdings" charset="2"/>
              <a:buNone/>
              <a:defRPr sz="2133" b="0" i="0">
                <a:solidFill>
                  <a:schemeClr val="bg1"/>
                </a:solidFill>
                <a:latin typeface="Montserrat" pitchFamily="2" charset="77"/>
              </a:defRPr>
            </a:lvl1pPr>
            <a:lvl2pPr marL="365751" indent="-243834">
              <a:buClr>
                <a:schemeClr val="tx2"/>
              </a:buClr>
              <a:buFont typeface="Arial" panose="020B0604020202020204" pitchFamily="34" charset="0"/>
              <a:buChar char="•"/>
              <a:defRPr sz="1867" b="0" i="0">
                <a:solidFill>
                  <a:schemeClr val="bg1"/>
                </a:solidFill>
                <a:latin typeface="Montserrat" pitchFamily="2" charset="77"/>
              </a:defRPr>
            </a:lvl2pPr>
            <a:lvl3pPr marL="731502" indent="-243834">
              <a:buClr>
                <a:schemeClr val="tx2"/>
              </a:buClr>
              <a:buFont typeface="Arial" panose="020B0604020202020204" pitchFamily="34" charset="0"/>
              <a:buChar char="•"/>
              <a:defRPr sz="1600" b="0" i="0">
                <a:solidFill>
                  <a:schemeClr val="bg1"/>
                </a:solidFill>
                <a:latin typeface="Montserrat" pitchFamily="2" charset="77"/>
              </a:defRPr>
            </a:lvl3pPr>
            <a:lvl4pPr marL="1097253" indent="-243834">
              <a:buClr>
                <a:schemeClr val="tx2"/>
              </a:buClr>
              <a:buFont typeface="Arial" panose="020B0604020202020204" pitchFamily="34" charset="0"/>
              <a:buChar char="•"/>
              <a:defRPr sz="1467" b="0" i="0">
                <a:solidFill>
                  <a:schemeClr val="bg1"/>
                </a:solidFill>
                <a:latin typeface="Montserrat" pitchFamily="2" charset="77"/>
              </a:defRPr>
            </a:lvl4pPr>
            <a:lvl5pPr marL="1463003" indent="-243834">
              <a:buClr>
                <a:schemeClr val="tx2"/>
              </a:buClr>
              <a:buFont typeface="Arial" panose="020B0604020202020204" pitchFamily="34" charset="0"/>
              <a:buChar char="•"/>
              <a:defRPr sz="1467" b="0" i="0">
                <a:solidFill>
                  <a:schemeClr val="bg1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F2F9A820-95BB-FDF9-48A2-DDD11B6C8F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528" y="438912"/>
            <a:ext cx="11375136" cy="609600"/>
          </a:xfrm>
        </p:spPr>
        <p:txBody>
          <a:bodyPr lIns="0"/>
          <a:lstStyle>
            <a:lvl1pPr>
              <a:defRPr b="0" i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738127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Only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EA14F74-9AE4-FE3D-5B7E-FF0B9D75F25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33" b="0" i="0">
              <a:latin typeface="Montserrat" pitchFamily="2" charset="77"/>
            </a:endParaRPr>
          </a:p>
        </p:txBody>
      </p:sp>
      <p:pic>
        <p:nvPicPr>
          <p:cNvPr id="2" name="Picture 1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8F797F84-1016-68FE-191B-45D27B0C45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rcRect l="79031" t="-2797" b="-1"/>
          <a:stretch>
            <a:fillRect/>
          </a:stretch>
        </p:blipFill>
        <p:spPr>
          <a:xfrm>
            <a:off x="8098971" y="924669"/>
            <a:ext cx="2934692" cy="4845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7029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8D421C6B-9F5B-4DB8-A455-F9B42A1B546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89" y="6400801"/>
            <a:ext cx="5486313" cy="222249"/>
          </a:xfr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/>
              <a:t>IBM Consulting / © IBM Corporation</a:t>
            </a:r>
          </a:p>
        </p:txBody>
      </p:sp>
      <p:sp>
        <p:nvSpPr>
          <p:cNvPr id="4" name="Slide Number Placeholder">
            <a:extLst>
              <a:ext uri="{FF2B5EF4-FFF2-40B4-BE49-F238E27FC236}">
                <a16:creationId xmlns:a16="http://schemas.microsoft.com/office/drawing/2014/main" id="{57B4B170-B75A-4566-BD1C-C1A3AC97742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448802" y="6400801"/>
            <a:ext cx="2438309" cy="222249"/>
          </a:xfr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4">
            <a:extLst>
              <a:ext uri="{FF2B5EF4-FFF2-40B4-BE49-F238E27FC236}">
                <a16:creationId xmlns:a16="http://schemas.microsoft.com/office/drawing/2014/main" id="{0E55ADD0-679D-766C-B0A5-B16098B26F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416" y="256032"/>
            <a:ext cx="11606693" cy="860563"/>
          </a:xfrm>
        </p:spPr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F18601E-3127-8A99-E91E-5885361C43CF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04800" y="1756834"/>
            <a:ext cx="11582400" cy="454448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3108212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3C3C3B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9621" y="1660526"/>
            <a:ext cx="5384800" cy="4296068"/>
          </a:xfrm>
        </p:spPr>
        <p:txBody>
          <a:bodyPr>
            <a:normAutofit/>
          </a:bodyPr>
          <a:lstStyle>
            <a:lvl1pPr marL="0" indent="0">
              <a:buNone/>
              <a:defRPr sz="2667">
                <a:solidFill>
                  <a:srgbClr val="3C3C3B"/>
                </a:solidFill>
              </a:defRPr>
            </a:lvl1pPr>
            <a:lvl2pPr marL="365742" indent="-365742">
              <a:buFont typeface="Arial" panose="020B0604020202020204" pitchFamily="34" charset="0"/>
              <a:buChar char="•"/>
              <a:defRPr sz="2400">
                <a:solidFill>
                  <a:srgbClr val="3C3C3B"/>
                </a:solidFill>
              </a:defRPr>
            </a:lvl2pPr>
            <a:lvl3pPr marL="731484" indent="-365742">
              <a:buFont typeface="Arial" panose="020B0604020202020204" pitchFamily="34" charset="0"/>
              <a:buChar char="•"/>
              <a:defRPr sz="2133">
                <a:solidFill>
                  <a:srgbClr val="3C3C3B"/>
                </a:solidFill>
              </a:defRPr>
            </a:lvl3pPr>
            <a:lvl4pPr marL="1097226" indent="-365742">
              <a:buFont typeface="Arial" panose="020B0604020202020204" pitchFamily="34" charset="0"/>
              <a:buChar char="•"/>
              <a:defRPr sz="1867">
                <a:solidFill>
                  <a:srgbClr val="3C3C3B"/>
                </a:solidFill>
              </a:defRPr>
            </a:lvl4pPr>
            <a:lvl5pPr marL="1462966" indent="-365742">
              <a:buFont typeface="Arial" panose="020B0604020202020204" pitchFamily="34" charset="0"/>
              <a:buChar char="•"/>
              <a:defRPr sz="1867">
                <a:solidFill>
                  <a:srgbClr val="3C3C3B"/>
                </a:solidFill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60526"/>
            <a:ext cx="5384800" cy="4296068"/>
          </a:xfrm>
        </p:spPr>
        <p:txBody>
          <a:bodyPr>
            <a:normAutofit/>
          </a:bodyPr>
          <a:lstStyle>
            <a:lvl1pPr marL="0" indent="0">
              <a:buNone/>
              <a:defRPr sz="2667">
                <a:solidFill>
                  <a:srgbClr val="3C3C3B"/>
                </a:solidFill>
              </a:defRPr>
            </a:lvl1pPr>
            <a:lvl2pPr marL="365742" indent="-365742">
              <a:buFont typeface="Arial" panose="020B0604020202020204" pitchFamily="34" charset="0"/>
              <a:buChar char="•"/>
              <a:defRPr lang="en-US" sz="2400" kern="1200" dirty="0" smtClean="0">
                <a:solidFill>
                  <a:srgbClr val="3C3C3B"/>
                </a:solidFill>
                <a:latin typeface="+mn-lt"/>
                <a:ea typeface="+mn-ea"/>
                <a:cs typeface="+mn-cs"/>
              </a:defRPr>
            </a:lvl2pPr>
            <a:lvl3pPr marL="731484" indent="-365742">
              <a:buFont typeface="Arial" panose="020B0604020202020204" pitchFamily="34" charset="0"/>
              <a:buChar char="•"/>
              <a:defRPr sz="2133">
                <a:solidFill>
                  <a:srgbClr val="3C3C3B"/>
                </a:solidFill>
              </a:defRPr>
            </a:lvl3pPr>
            <a:lvl4pPr marL="1097226" indent="-365742">
              <a:buFont typeface="Arial" panose="020B0604020202020204" pitchFamily="34" charset="0"/>
              <a:buChar char="•"/>
              <a:defRPr sz="1867">
                <a:solidFill>
                  <a:srgbClr val="3C3C3B"/>
                </a:solidFill>
              </a:defRPr>
            </a:lvl4pPr>
            <a:lvl5pPr marL="1462966" indent="-365742">
              <a:buFont typeface="Arial" panose="020B0604020202020204" pitchFamily="34" charset="0"/>
              <a:buChar char="•"/>
              <a:defRPr sz="1867">
                <a:solidFill>
                  <a:srgbClr val="3C3C3B"/>
                </a:solidFill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7355F-22F0-684D-B046-094980D10CE1}" type="datetime1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9B7C6-3FEA-7848-A062-37F8F6368D0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/>
          <p:cNvSpPr txBox="1"/>
          <p:nvPr userDrawn="1"/>
        </p:nvSpPr>
        <p:spPr>
          <a:xfrm>
            <a:off x="10450287" y="-532190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121469111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Half Frame 4">
            <a:extLst>
              <a:ext uri="{FF2B5EF4-FFF2-40B4-BE49-F238E27FC236}">
                <a16:creationId xmlns:a16="http://schemas.microsoft.com/office/drawing/2014/main" id="{6581409C-6125-F298-D37A-31D8253DA6C0}"/>
              </a:ext>
            </a:extLst>
          </p:cNvPr>
          <p:cNvSpPr/>
          <p:nvPr userDrawn="1"/>
        </p:nvSpPr>
        <p:spPr>
          <a:xfrm rot="5400000">
            <a:off x="10427853" y="-341746"/>
            <a:ext cx="1422401" cy="2105894"/>
          </a:xfrm>
          <a:prstGeom prst="halfFrame">
            <a:avLst>
              <a:gd name="adj1" fmla="val 26436"/>
              <a:gd name="adj2" fmla="val 26436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8" name="Half Frame 7">
            <a:extLst>
              <a:ext uri="{FF2B5EF4-FFF2-40B4-BE49-F238E27FC236}">
                <a16:creationId xmlns:a16="http://schemas.microsoft.com/office/drawing/2014/main" id="{1D445B04-5630-FADB-A52F-C02F082ED06B}"/>
              </a:ext>
            </a:extLst>
          </p:cNvPr>
          <p:cNvSpPr/>
          <p:nvPr userDrawn="1"/>
        </p:nvSpPr>
        <p:spPr>
          <a:xfrm rot="16200000">
            <a:off x="341748" y="5093852"/>
            <a:ext cx="1422401" cy="2105894"/>
          </a:xfrm>
          <a:prstGeom prst="halfFrame">
            <a:avLst>
              <a:gd name="adj1" fmla="val 26436"/>
              <a:gd name="adj2" fmla="val 26436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657554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898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18" Type="http://schemas.openxmlformats.org/officeDocument/2006/relationships/slideLayout" Target="../slideLayouts/slideLayout31.xml"/><Relationship Id="rId26" Type="http://schemas.openxmlformats.org/officeDocument/2006/relationships/slideLayout" Target="../slideLayouts/slideLayout39.xml"/><Relationship Id="rId3" Type="http://schemas.openxmlformats.org/officeDocument/2006/relationships/slideLayout" Target="../slideLayouts/slideLayout16.xml"/><Relationship Id="rId21" Type="http://schemas.openxmlformats.org/officeDocument/2006/relationships/slideLayout" Target="../slideLayouts/slideLayout34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30.xml"/><Relationship Id="rId25" Type="http://schemas.openxmlformats.org/officeDocument/2006/relationships/slideLayout" Target="../slideLayouts/slideLayout38.xml"/><Relationship Id="rId2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29.xml"/><Relationship Id="rId20" Type="http://schemas.openxmlformats.org/officeDocument/2006/relationships/slideLayout" Target="../slideLayouts/slideLayout33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24" Type="http://schemas.openxmlformats.org/officeDocument/2006/relationships/slideLayout" Target="../slideLayouts/slideLayout37.xml"/><Relationship Id="rId5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28.xml"/><Relationship Id="rId23" Type="http://schemas.openxmlformats.org/officeDocument/2006/relationships/slideLayout" Target="../slideLayouts/slideLayout36.xml"/><Relationship Id="rId28" Type="http://schemas.openxmlformats.org/officeDocument/2006/relationships/theme" Target="../theme/theme2.xml"/><Relationship Id="rId10" Type="http://schemas.openxmlformats.org/officeDocument/2006/relationships/slideLayout" Target="../slideLayouts/slideLayout23.xml"/><Relationship Id="rId19" Type="http://schemas.openxmlformats.org/officeDocument/2006/relationships/slideLayout" Target="../slideLayouts/slideLayout32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Relationship Id="rId22" Type="http://schemas.openxmlformats.org/officeDocument/2006/relationships/slideLayout" Target="../slideLayouts/slideLayout35.xml"/><Relationship Id="rId27" Type="http://schemas.openxmlformats.org/officeDocument/2006/relationships/slideLayout" Target="../slideLayouts/slideLayout4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3F262E-C592-3212-8CCB-AEDDA5F91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9194FE-F685-D3DD-590A-8AF2F72CE7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D75257-0211-6B81-C931-9164A49704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088479-BA81-4009-A123-8DEC37C97121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9724AC-A78E-8FA7-7A44-B7D3D58D12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2A7047-926C-1AB6-C417-8D2D5E13AC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7F33E6-C358-49CC-A210-CD6067814A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474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86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2A91A35-079A-C9FF-D72C-0EDC5BC8C68A}"/>
              </a:ext>
            </a:extLst>
          </p:cNvPr>
          <p:cNvSpPr/>
          <p:nvPr userDrawn="1"/>
        </p:nvSpPr>
        <p:spPr>
          <a:xfrm>
            <a:off x="0" y="6214429"/>
            <a:ext cx="12192000" cy="643572"/>
          </a:xfrm>
          <a:prstGeom prst="rect">
            <a:avLst/>
          </a:prstGeom>
          <a:solidFill>
            <a:srgbClr val="0067A5"/>
          </a:solidFill>
          <a:ln w="3175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33" b="0" i="0">
              <a:latin typeface="Montserrat" pitchFamily="2" charset="77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4527" y="441960"/>
            <a:ext cx="11375136" cy="609600"/>
          </a:xfrm>
          <a:prstGeom prst="rect">
            <a:avLst/>
          </a:prstGeom>
        </p:spPr>
        <p:txBody>
          <a:bodyPr vert="horz" lIns="0" tIns="45720" rIns="91440" bIns="0" rtlCol="0" anchor="b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528" y="1219201"/>
            <a:ext cx="11375136" cy="4220532"/>
          </a:xfrm>
          <a:prstGeom prst="rect">
            <a:avLst/>
          </a:prstGeom>
        </p:spPr>
        <p:txBody>
          <a:bodyPr vert="horz" lIns="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Blue top line"/>
          <p:cNvSpPr/>
          <p:nvPr userDrawn="1"/>
        </p:nvSpPr>
        <p:spPr>
          <a:xfrm flipV="1">
            <a:off x="0" y="-7257"/>
            <a:ext cx="12192000" cy="97535"/>
          </a:xfrm>
          <a:prstGeom prst="rect">
            <a:avLst/>
          </a:prstGeom>
          <a:solidFill>
            <a:srgbClr val="1465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33" b="0" i="0" baseline="0">
              <a:solidFill>
                <a:schemeClr val="tx1"/>
              </a:solidFill>
              <a:latin typeface="Montserrat" pitchFamily="2" charset="77"/>
            </a:endParaRPr>
          </a:p>
        </p:txBody>
      </p:sp>
      <p:sp>
        <p:nvSpPr>
          <p:cNvPr id="17" name="Green top line"/>
          <p:cNvSpPr/>
          <p:nvPr userDrawn="1"/>
        </p:nvSpPr>
        <p:spPr>
          <a:xfrm flipV="1">
            <a:off x="0" y="0"/>
            <a:ext cx="12192000" cy="36576"/>
          </a:xfrm>
          <a:prstGeom prst="rect">
            <a:avLst/>
          </a:prstGeom>
          <a:solidFill>
            <a:srgbClr val="8DC63F"/>
          </a:solidFill>
          <a:ln>
            <a:solidFill>
              <a:srgbClr val="8EBB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33" b="0" i="0" baseline="0">
              <a:solidFill>
                <a:schemeClr val="tx1"/>
              </a:solidFill>
              <a:latin typeface="Montserra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902781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96" r:id="rId24"/>
    <p:sldLayoutId id="2147483697" r:id="rId25"/>
    <p:sldLayoutId id="2147483698" r:id="rId26"/>
    <p:sldLayoutId id="2147483699" r:id="rId27"/>
  </p:sldLayoutIdLst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  <p:hf hdr="0" ftr="0" dt="0"/>
  <p:txStyles>
    <p:titleStyle>
      <a:lvl1pPr algn="l" defTabSz="609585" rtl="0" eaLnBrk="1" latinLnBrk="0" hangingPunct="1">
        <a:lnSpc>
          <a:spcPct val="90000"/>
        </a:lnSpc>
        <a:spcBef>
          <a:spcPct val="0"/>
        </a:spcBef>
        <a:buNone/>
        <a:defRPr sz="3200" b="0" i="0" kern="1200" baseline="0">
          <a:solidFill>
            <a:srgbClr val="1866AE"/>
          </a:solidFill>
          <a:latin typeface="Montserrat" pitchFamily="2" charset="77"/>
          <a:ea typeface="+mj-ea"/>
          <a:cs typeface="+mj-cs"/>
        </a:defRPr>
      </a:lvl1pPr>
    </p:titleStyle>
    <p:bodyStyle>
      <a:lvl1pPr marL="0" indent="0" algn="l" defTabSz="609585" rtl="0" eaLnBrk="1" latinLnBrk="0" hangingPunct="1">
        <a:spcBef>
          <a:spcPct val="20000"/>
        </a:spcBef>
        <a:buClr>
          <a:schemeClr val="tx2"/>
        </a:buClr>
        <a:buFont typeface="Wingdings" charset="2"/>
        <a:buNone/>
        <a:defRPr sz="2133" b="0" i="0" kern="1200" baseline="0">
          <a:solidFill>
            <a:srgbClr val="000000"/>
          </a:solidFill>
          <a:latin typeface="Montserrat" pitchFamily="2" charset="77"/>
          <a:ea typeface="+mn-ea"/>
          <a:cs typeface="+mn-cs"/>
        </a:defRPr>
      </a:lvl1pPr>
      <a:lvl2pPr marL="365751" indent="-243834" algn="l" defTabSz="609585" rtl="0" eaLnBrk="1" latinLnBrk="0" hangingPunct="1">
        <a:spcBef>
          <a:spcPts val="448"/>
        </a:spcBef>
        <a:buClr>
          <a:schemeClr val="tx2"/>
        </a:buClr>
        <a:buFont typeface="Arial" panose="020B0604020202020204" pitchFamily="34" charset="0"/>
        <a:buChar char="•"/>
        <a:defRPr sz="1867" b="0" i="0" kern="1200" baseline="0">
          <a:solidFill>
            <a:srgbClr val="000000"/>
          </a:solidFill>
          <a:latin typeface="Montserrat" pitchFamily="2" charset="77"/>
          <a:ea typeface="+mn-ea"/>
          <a:cs typeface="+mn-cs"/>
        </a:defRPr>
      </a:lvl2pPr>
      <a:lvl3pPr marL="731502" indent="-243834" algn="l" defTabSz="609585" rtl="0" eaLnBrk="1" latinLnBrk="0" hangingPunct="1">
        <a:spcBef>
          <a:spcPts val="448"/>
        </a:spcBef>
        <a:buClr>
          <a:schemeClr val="tx2"/>
        </a:buClr>
        <a:buFont typeface="Arial" panose="020B0604020202020204" pitchFamily="34" charset="0"/>
        <a:buChar char="•"/>
        <a:defRPr sz="1600" b="0" i="0" kern="1200" baseline="0">
          <a:solidFill>
            <a:srgbClr val="000000"/>
          </a:solidFill>
          <a:latin typeface="Montserrat" pitchFamily="2" charset="77"/>
          <a:ea typeface="+mn-ea"/>
          <a:cs typeface="+mn-cs"/>
        </a:defRPr>
      </a:lvl3pPr>
      <a:lvl4pPr marL="1097253" indent="-243834" algn="l" defTabSz="609585" rtl="0" eaLnBrk="1" latinLnBrk="0" hangingPunct="1">
        <a:spcBef>
          <a:spcPts val="448"/>
        </a:spcBef>
        <a:buClr>
          <a:schemeClr val="tx2"/>
        </a:buClr>
        <a:buFont typeface="Arial" panose="020B0604020202020204" pitchFamily="34" charset="0"/>
        <a:buChar char="•"/>
        <a:defRPr sz="1467" b="0" i="0" kern="1200" baseline="0">
          <a:solidFill>
            <a:srgbClr val="000000"/>
          </a:solidFill>
          <a:latin typeface="Montserrat" pitchFamily="2" charset="77"/>
          <a:ea typeface="+mn-ea"/>
          <a:cs typeface="+mn-cs"/>
        </a:defRPr>
      </a:lvl4pPr>
      <a:lvl5pPr marL="1463003" indent="-243834" algn="l" defTabSz="609585" rtl="0" eaLnBrk="1" latinLnBrk="0" hangingPunct="1">
        <a:spcBef>
          <a:spcPts val="448"/>
        </a:spcBef>
        <a:buClr>
          <a:schemeClr val="tx2"/>
        </a:buClr>
        <a:buFont typeface="Arial" panose="020B0604020202020204" pitchFamily="34" charset="0"/>
        <a:buChar char="•"/>
        <a:defRPr sz="1467" b="0" i="0" kern="1200" baseline="0">
          <a:solidFill>
            <a:srgbClr val="000000"/>
          </a:solidFill>
          <a:latin typeface="Montserrat" pitchFamily="2" charset="77"/>
          <a:ea typeface="+mn-ea"/>
          <a:cs typeface="+mn-cs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>
          <p15:clr>
            <a:srgbClr val="F26B43"/>
          </p15:clr>
        </p15:guide>
        <p15:guide id="2" pos="5760">
          <p15:clr>
            <a:srgbClr val="F26B43"/>
          </p15:clr>
        </p15:guide>
        <p15:guide id="3" pos="190">
          <p15:clr>
            <a:srgbClr val="F26B43"/>
          </p15:clr>
        </p15:guide>
        <p15:guide id="4" pos="1983">
          <p15:clr>
            <a:srgbClr val="F26B43"/>
          </p15:clr>
        </p15:guide>
        <p15:guide id="5" pos="3776">
          <p15:clr>
            <a:srgbClr val="F26B43"/>
          </p15:clr>
        </p15:guide>
        <p15:guide id="6" pos="5569">
          <p15:clr>
            <a:srgbClr val="F26B43"/>
          </p15:clr>
        </p15:guide>
        <p15:guide id="7" orient="horz">
          <p15:clr>
            <a:srgbClr val="F26B43"/>
          </p15:clr>
        </p15:guide>
        <p15:guide id="8" orient="horz" pos="3240">
          <p15:clr>
            <a:srgbClr val="F26B43"/>
          </p15:clr>
        </p15:guide>
        <p15:guide id="9" orient="horz" pos="190">
          <p15:clr>
            <a:srgbClr val="F26B43"/>
          </p15:clr>
        </p15:guide>
        <p15:guide id="10" orient="horz" pos="1158">
          <p15:clr>
            <a:srgbClr val="F26B43"/>
          </p15:clr>
        </p15:guide>
        <p15:guide id="11" orient="horz" pos="2127">
          <p15:clr>
            <a:srgbClr val="F26B43"/>
          </p15:clr>
        </p15:guide>
        <p15:guide id="12" orient="horz" pos="3095">
          <p15:clr>
            <a:srgbClr val="F26B43"/>
          </p15:clr>
        </p15:guide>
        <p15:guide id="13" pos="5376">
          <p15:clr>
            <a:srgbClr val="F26B43"/>
          </p15:clr>
        </p15:guide>
        <p15:guide id="14" orient="horz" pos="5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7FFFFFF0_1996B2E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0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0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0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0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0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5F2460-6DBE-619C-CA11-2645AAEBFA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1A08FD6-7E06-AEC4-FC0F-CD07B69918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4008" y="1270659"/>
            <a:ext cx="11705493" cy="3272557"/>
          </a:xfrm>
        </p:spPr>
        <p:txBody>
          <a:bodyPr/>
          <a:lstStyle/>
          <a:p>
            <a:r>
              <a:rPr lang="en-US" sz="4250">
                <a:latin typeface="Montserrat"/>
              </a:rPr>
              <a:t>Correspondence and Integrations</a:t>
            </a:r>
            <a:br>
              <a:rPr lang="en-US" sz="4250">
                <a:latin typeface="Montserrat"/>
              </a:rPr>
            </a:br>
            <a:r>
              <a:rPr lang="en-US" sz="4250">
                <a:latin typeface="Montserrat"/>
              </a:rPr>
              <a:t>Workshop A-2</a:t>
            </a:r>
            <a:br>
              <a:rPr lang="en-US" sz="4250">
                <a:latin typeface="Montserrat"/>
              </a:rPr>
            </a:br>
            <a:br>
              <a:rPr lang="en-US" sz="4250">
                <a:latin typeface="Montserrat"/>
              </a:rPr>
            </a:br>
            <a:r>
              <a:rPr lang="en-US" sz="2800" b="1">
                <a:latin typeface="Montserrat"/>
              </a:rPr>
              <a:t>Mohanta Das and Jose Diaz</a:t>
            </a:r>
            <a:br>
              <a:rPr lang="en-US" sz="2800">
                <a:latin typeface="Montserrat"/>
              </a:rPr>
            </a:br>
            <a:r>
              <a:rPr lang="en-US" sz="2800">
                <a:latin typeface="Montserrat"/>
              </a:rPr>
              <a:t>6/25/26</a:t>
            </a:r>
            <a:endParaRPr lang="en-US" sz="2800" b="1"/>
          </a:p>
        </p:txBody>
      </p:sp>
    </p:spTree>
    <p:extLst>
      <p:ext uri="{BB962C8B-B14F-4D97-AF65-F5344CB8AC3E}">
        <p14:creationId xmlns:p14="http://schemas.microsoft.com/office/powerpoint/2010/main" val="38522944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2789fbb2d8_0_389"/>
          <p:cNvSpPr txBox="1">
            <a:spLocks noGrp="1"/>
          </p:cNvSpPr>
          <p:nvPr>
            <p:ph type="title"/>
          </p:nvPr>
        </p:nvSpPr>
        <p:spPr>
          <a:xfrm>
            <a:off x="268516" y="412769"/>
            <a:ext cx="11375136" cy="609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60933" rIns="121900" bIns="0" rtlCol="0" anchor="b" anchorCtr="0">
            <a:noAutofit/>
          </a:bodyPr>
          <a:lstStyle/>
          <a:p>
            <a:pPr>
              <a:spcBef>
                <a:spcPts val="0"/>
              </a:spcBef>
              <a:buClr>
                <a:srgbClr val="1866AE"/>
              </a:buClr>
              <a:buSzPts val="3200"/>
            </a:pPr>
            <a:r>
              <a:rPr lang="en-US" sz="2800" b="1">
                <a:latin typeface="Montserrat"/>
              </a:rPr>
              <a:t>Overarching Design Principles</a:t>
            </a:r>
          </a:p>
        </p:txBody>
      </p:sp>
      <p:sp>
        <p:nvSpPr>
          <p:cNvPr id="410" name="Google Shape;410;g32789fbb2d8_0_389"/>
          <p:cNvSpPr txBox="1">
            <a:spLocks noGrp="1"/>
          </p:cNvSpPr>
          <p:nvPr>
            <p:ph type="sldNum" idx="4294967295"/>
          </p:nvPr>
        </p:nvSpPr>
        <p:spPr>
          <a:xfrm>
            <a:off x="11582400" y="6316133"/>
            <a:ext cx="609600" cy="366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b" anchorCtr="0">
            <a:noAutofit/>
          </a:bodyPr>
          <a:lstStyle/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fld id="{00000000-1234-1234-1234-123412341234}" type="slidenum">
              <a:rPr kumimoji="0" lang="en-US" sz="1067" b="0" i="0" u="none" strike="noStrike" kern="0" cap="none" spc="0" normalizeH="0" baseline="0" noProof="0">
                <a:ln>
                  <a:noFill/>
                </a:ln>
                <a:solidFill>
                  <a:srgbClr val="FFFEFE"/>
                </a:solidFill>
                <a:effectLst/>
                <a:uLnTx/>
                <a:uFillTx/>
                <a:latin typeface="Montserrat"/>
                <a:ea typeface="+mn-ea"/>
                <a:cs typeface="Arial"/>
                <a:sym typeface="Montserrat"/>
              </a:rPr>
              <a:pPr marL="0" marR="0" lvl="0" indent="0" algn="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t>2</a:t>
            </a:fld>
            <a:endParaRPr kumimoji="0" sz="1067" b="0" i="0" u="none" strike="noStrike" kern="0" cap="none" spc="0" normalizeH="0" baseline="0" noProof="0">
              <a:ln>
                <a:noFill/>
              </a:ln>
              <a:solidFill>
                <a:srgbClr val="FFFEFE"/>
              </a:solidFill>
              <a:effectLst/>
              <a:uLnTx/>
              <a:uFillTx/>
              <a:latin typeface="Montserrat"/>
              <a:ea typeface="+mn-ea"/>
              <a:cs typeface="Arial"/>
              <a:sym typeface="Montserrat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ABB7B8B-CC49-D365-0378-CE28117D9C6F}"/>
              </a:ext>
            </a:extLst>
          </p:cNvPr>
          <p:cNvGrpSpPr/>
          <p:nvPr/>
        </p:nvGrpSpPr>
        <p:grpSpPr>
          <a:xfrm>
            <a:off x="257027" y="4480549"/>
            <a:ext cx="5765213" cy="1492901"/>
            <a:chOff x="142638" y="2224199"/>
            <a:chExt cx="4323909" cy="1119676"/>
          </a:xfrm>
        </p:grpSpPr>
        <p:sp>
          <p:nvSpPr>
            <p:cNvPr id="407" name="Google Shape;407;g32789fbb2d8_0_389"/>
            <p:cNvSpPr txBox="1"/>
            <p:nvPr/>
          </p:nvSpPr>
          <p:spPr>
            <a:xfrm>
              <a:off x="1166753" y="2719097"/>
              <a:ext cx="3267641" cy="5539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45700" rIns="91433" bIns="45700" anchor="t" anchorCtr="0">
              <a:sp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Tx/>
                <a:buNone/>
                <a:tabLst/>
                <a:defRPr sz="1200">
                  <a:latin typeface="Montserrat"/>
                </a:defRPr>
              </a:pPr>
              <a:r>
                <a:rPr kumimoji="0" lang="en-US" sz="1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" panose="00000500000000000000" pitchFamily="2" charset="0"/>
                  <a:ea typeface="Nunito"/>
                  <a:cs typeface="Nunito"/>
                  <a:sym typeface="Nunito"/>
                </a:rPr>
                <a:t>We will </a:t>
              </a:r>
              <a:r>
                <a: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" panose="00000500000000000000" pitchFamily="2" charset="0"/>
                  <a:ea typeface="Nunito"/>
                  <a:cs typeface="Nunito"/>
                  <a:sym typeface="Nunito"/>
                </a:rPr>
                <a:t>minimize customizations and keep the core clean</a:t>
              </a:r>
              <a:r>
                <a:rPr kumimoji="0" lang="en-US" sz="1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" panose="00000500000000000000" pitchFamily="2" charset="0"/>
                  <a:ea typeface="Nunito"/>
                  <a:cs typeface="Nunito"/>
                  <a:sym typeface="Nunito"/>
                </a:rPr>
                <a:t> to ease future upgrades, improving agility and scalability.</a:t>
              </a:r>
              <a:endPara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0"/>
                <a:ea typeface="Nunito"/>
                <a:cs typeface="Nunito"/>
                <a:sym typeface="Arial"/>
              </a:endParaRPr>
            </a:p>
          </p:txBody>
        </p:sp>
        <p:sp>
          <p:nvSpPr>
            <p:cNvPr id="408" name="Google Shape;408;g32789fbb2d8_0_389"/>
            <p:cNvSpPr/>
            <p:nvPr/>
          </p:nvSpPr>
          <p:spPr>
            <a:xfrm>
              <a:off x="1198906" y="2224199"/>
              <a:ext cx="3267641" cy="1119623"/>
            </a:xfrm>
            <a:prstGeom prst="rect">
              <a:avLst/>
            </a:prstGeom>
            <a:noFill/>
            <a:ln w="19050" cap="flat" cmpd="sng">
              <a:solidFill>
                <a:srgbClr val="0067A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33" tIns="91433" rIns="91433" bIns="91433" anchor="t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Tx/>
                <a:buNone/>
                <a:tabLst/>
                <a:defRPr/>
              </a:pPr>
              <a:endParaRPr kumimoji="0" sz="2000" b="0" i="0" u="none" strike="noStrike" kern="0" cap="none" spc="0" normalizeH="0" baseline="0" noProof="0">
                <a:ln>
                  <a:noFill/>
                </a:ln>
                <a:solidFill>
                  <a:srgbClr val="454947"/>
                </a:solidFill>
                <a:effectLst/>
                <a:uLnTx/>
                <a:uFillTx/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409" name="Google Shape;409;g32789fbb2d8_0_389"/>
            <p:cNvSpPr/>
            <p:nvPr/>
          </p:nvSpPr>
          <p:spPr>
            <a:xfrm>
              <a:off x="142638" y="2224199"/>
              <a:ext cx="1045800" cy="1119676"/>
            </a:xfrm>
            <a:prstGeom prst="rect">
              <a:avLst/>
            </a:prstGeom>
            <a:solidFill>
              <a:srgbClr val="0067A4"/>
            </a:solidFill>
            <a:ln w="19050" cap="flat" cmpd="sng">
              <a:solidFill>
                <a:srgbClr val="0067A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33" tIns="45700" rIns="91433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" name="Google Shape;417;g32789fbb2d8_0_389">
              <a:extLst>
                <a:ext uri="{FF2B5EF4-FFF2-40B4-BE49-F238E27FC236}">
                  <a16:creationId xmlns:a16="http://schemas.microsoft.com/office/drawing/2014/main" id="{41D41366-DF01-1768-218C-4C7589718121}"/>
                </a:ext>
              </a:extLst>
            </p:cNvPr>
            <p:cNvSpPr/>
            <p:nvPr/>
          </p:nvSpPr>
          <p:spPr>
            <a:xfrm>
              <a:off x="1188438" y="2233595"/>
              <a:ext cx="3267751" cy="361721"/>
            </a:xfrm>
            <a:prstGeom prst="rect">
              <a:avLst/>
            </a:prstGeom>
            <a:solidFill>
              <a:srgbClr val="0067A4"/>
            </a:solidFill>
            <a:ln w="19050" cap="flat" cmpd="sng">
              <a:solidFill>
                <a:srgbClr val="0067A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33" tIns="91433" rIns="91433" bIns="91433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Tx/>
                <a:buNone/>
                <a:tabLst/>
                <a:defRPr sz="1200">
                  <a:latin typeface="Montserrat"/>
                </a:defRPr>
              </a:pPr>
              <a:r>
                <a:rPr kumimoji="0" lang="en-GB" sz="1600" b="1" i="0" u="none" strike="noStrike" kern="0" cap="none" spc="0" normalizeH="0" baseline="0" noProof="0">
                  <a:ln>
                    <a:noFill/>
                  </a:ln>
                  <a:solidFill>
                    <a:srgbClr val="FFFEFE"/>
                  </a:solidFill>
                  <a:effectLst/>
                  <a:uLnTx/>
                  <a:uFillTx/>
                  <a:latin typeface="Montserrat"/>
                  <a:ea typeface="Nunito"/>
                  <a:cs typeface="Nunito"/>
                  <a:sym typeface="Nunito"/>
                </a:rPr>
                <a:t>Minimize customizations</a:t>
              </a:r>
              <a:endParaRPr lang="en-US" sz="1600" b="1" i="0" u="none" strike="noStrike" kern="0" cap="none" spc="0" normalizeH="0" baseline="0" noProof="0">
                <a:ln>
                  <a:noFill/>
                </a:ln>
                <a:solidFill>
                  <a:srgbClr val="FFFEFE"/>
                </a:solidFill>
                <a:effectLst/>
                <a:uLnTx/>
                <a:uFillTx/>
                <a:latin typeface="Montserrat"/>
                <a:ea typeface="Nunito"/>
                <a:cs typeface="Nunito"/>
              </a:endParaRPr>
            </a:p>
          </p:txBody>
        </p:sp>
        <p:pic>
          <p:nvPicPr>
            <p:cNvPr id="430" name="Google Shape;430;g32789fbb2d8_0_389" descr="Gears outline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07931" y="2376197"/>
              <a:ext cx="685800" cy="6858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3B18C77-C996-6AF4-3C3E-7E4E1642FBB4}"/>
              </a:ext>
            </a:extLst>
          </p:cNvPr>
          <p:cNvGrpSpPr/>
          <p:nvPr/>
        </p:nvGrpSpPr>
        <p:grpSpPr>
          <a:xfrm>
            <a:off x="6258375" y="4495995"/>
            <a:ext cx="5766069" cy="1457100"/>
            <a:chOff x="4684200" y="2235351"/>
            <a:chExt cx="4324552" cy="1092826"/>
          </a:xfrm>
        </p:grpSpPr>
        <p:sp>
          <p:nvSpPr>
            <p:cNvPr id="9" name="Google Shape;407;g32789fbb2d8_0_389">
              <a:extLst>
                <a:ext uri="{FF2B5EF4-FFF2-40B4-BE49-F238E27FC236}">
                  <a16:creationId xmlns:a16="http://schemas.microsoft.com/office/drawing/2014/main" id="{9DC1BFDA-BBBE-D3AA-D906-721A4B227937}"/>
                </a:ext>
              </a:extLst>
            </p:cNvPr>
            <p:cNvSpPr txBox="1"/>
            <p:nvPr/>
          </p:nvSpPr>
          <p:spPr>
            <a:xfrm>
              <a:off x="5716044" y="2582308"/>
              <a:ext cx="3292708" cy="71555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33" tIns="45700" rIns="91433" bIns="45700" anchor="t" anchorCtr="0">
              <a:sp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Tx/>
                <a:buNone/>
                <a:tabLst/>
                <a:defRPr sz="1200">
                  <a:latin typeface="Montserrat"/>
                </a:defRPr>
              </a:pPr>
              <a:r>
                <a:rPr kumimoji="0" lang="en-US" sz="1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"/>
                  <a:ea typeface="Nunito"/>
                  <a:cs typeface="Nunito"/>
                  <a:sym typeface="Nunito"/>
                </a:rPr>
                <a:t>Non-SAP applications </a:t>
              </a:r>
              <a:r>
                <a: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"/>
                  <a:ea typeface="Nunito"/>
                  <a:cs typeface="Nunito"/>
                  <a:sym typeface="Nunito"/>
                </a:rPr>
                <a:t>will only be considered </a:t>
              </a:r>
              <a:r>
                <a:rPr kumimoji="0" lang="en-US" sz="1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"/>
                  <a:ea typeface="Nunito"/>
                  <a:cs typeface="Nunito"/>
                  <a:sym typeface="Nunito"/>
                </a:rPr>
                <a:t>if they are considered ‘best of breed’ and are necessary to </a:t>
              </a:r>
              <a:r>
                <a: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"/>
                  <a:ea typeface="Nunito"/>
                  <a:cs typeface="Nunito"/>
                  <a:sym typeface="Nunito"/>
                </a:rPr>
                <a:t>enable competitive advantage or meet complex regulatory requirements.</a:t>
              </a:r>
              <a:endParaRPr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Nunito"/>
                <a:cs typeface="Nunito"/>
              </a:endParaRPr>
            </a:p>
          </p:txBody>
        </p:sp>
        <p:sp>
          <p:nvSpPr>
            <p:cNvPr id="10" name="Google Shape;408;g32789fbb2d8_0_389">
              <a:extLst>
                <a:ext uri="{FF2B5EF4-FFF2-40B4-BE49-F238E27FC236}">
                  <a16:creationId xmlns:a16="http://schemas.microsoft.com/office/drawing/2014/main" id="{8F90BB64-A06C-6838-C906-C7141DC97498}"/>
                </a:ext>
              </a:extLst>
            </p:cNvPr>
            <p:cNvSpPr/>
            <p:nvPr/>
          </p:nvSpPr>
          <p:spPr>
            <a:xfrm>
              <a:off x="5740151" y="2242927"/>
              <a:ext cx="3267640" cy="1085250"/>
            </a:xfrm>
            <a:prstGeom prst="rect">
              <a:avLst/>
            </a:prstGeom>
            <a:noFill/>
            <a:ln w="19050" cap="flat" cmpd="sng">
              <a:solidFill>
                <a:srgbClr val="0067A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33" tIns="91433" rIns="91433" bIns="91433" anchor="t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Tx/>
                <a:buNone/>
                <a:tabLst/>
                <a:defRPr/>
              </a:pPr>
              <a:endParaRPr kumimoji="0" b="0" i="0" u="none" strike="noStrike" kern="0" cap="none" spc="0" normalizeH="0" baseline="0" noProof="0">
                <a:ln>
                  <a:noFill/>
                </a:ln>
                <a:solidFill>
                  <a:srgbClr val="454947"/>
                </a:solidFill>
                <a:effectLst/>
                <a:uLnTx/>
                <a:uFillTx/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414" name="Google Shape;414;g32789fbb2d8_0_389"/>
            <p:cNvSpPr/>
            <p:nvPr/>
          </p:nvSpPr>
          <p:spPr>
            <a:xfrm>
              <a:off x="4684200" y="2235351"/>
              <a:ext cx="1045800" cy="1092825"/>
            </a:xfrm>
            <a:prstGeom prst="rect">
              <a:avLst/>
            </a:prstGeom>
            <a:solidFill>
              <a:srgbClr val="0067A4"/>
            </a:solidFill>
            <a:ln w="19050" cap="flat" cmpd="sng">
              <a:solidFill>
                <a:srgbClr val="0067A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33" tIns="45700" rIns="91433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Tx/>
                <a:buNone/>
                <a:tabLst/>
                <a:defRPr/>
              </a:pPr>
              <a:endParaRPr kumimoji="0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417;g32789fbb2d8_0_389">
              <a:extLst>
                <a:ext uri="{FF2B5EF4-FFF2-40B4-BE49-F238E27FC236}">
                  <a16:creationId xmlns:a16="http://schemas.microsoft.com/office/drawing/2014/main" id="{4589EB17-6120-C3B2-A307-D429542D1035}"/>
                </a:ext>
              </a:extLst>
            </p:cNvPr>
            <p:cNvSpPr/>
            <p:nvPr/>
          </p:nvSpPr>
          <p:spPr>
            <a:xfrm>
              <a:off x="5740040" y="2235351"/>
              <a:ext cx="3267751" cy="361721"/>
            </a:xfrm>
            <a:prstGeom prst="rect">
              <a:avLst/>
            </a:prstGeom>
            <a:solidFill>
              <a:srgbClr val="0067A4"/>
            </a:solidFill>
            <a:ln w="19050" cap="flat" cmpd="sng">
              <a:solidFill>
                <a:srgbClr val="0067A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33" tIns="91433" rIns="91433" bIns="91433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Tx/>
                <a:buNone/>
                <a:tabLst/>
                <a:defRPr sz="1200">
                  <a:latin typeface="Montserrat"/>
                </a:defRPr>
              </a:pPr>
              <a:r>
                <a:rPr kumimoji="0" lang="en-GB" sz="1600" b="1" i="0" u="none" strike="noStrike" kern="0" cap="none" spc="0" normalizeH="0" baseline="0" noProof="0">
                  <a:ln>
                    <a:noFill/>
                  </a:ln>
                  <a:solidFill>
                    <a:srgbClr val="FFFEFE"/>
                  </a:solidFill>
                  <a:effectLst/>
                  <a:uLnTx/>
                  <a:uFillTx/>
                  <a:latin typeface="Montserrat"/>
                  <a:ea typeface="Nunito"/>
                  <a:cs typeface="Nunito"/>
                  <a:sym typeface="Nunito"/>
                </a:rPr>
                <a:t>‘Best of Breed’ by exception</a:t>
              </a:r>
              <a:endParaRPr lang="en-US" sz="1600" b="1" i="0" u="none" strike="noStrike" kern="0" cap="none" spc="0" normalizeH="0" baseline="0" noProof="0">
                <a:ln>
                  <a:noFill/>
                </a:ln>
                <a:solidFill>
                  <a:srgbClr val="FFFEFE"/>
                </a:solidFill>
                <a:effectLst/>
                <a:uLnTx/>
                <a:uFillTx/>
                <a:latin typeface="Montserrat"/>
                <a:ea typeface="Nunito"/>
                <a:cs typeface="Nunito"/>
              </a:endParaRPr>
            </a:p>
          </p:txBody>
        </p:sp>
        <p:pic>
          <p:nvPicPr>
            <p:cNvPr id="431" name="Google Shape;431;g32789fbb2d8_0_389" descr="Clipboard Badge with solid fill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857222" y="2376150"/>
              <a:ext cx="685800" cy="6858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B17FF38-FB3B-AE05-2E09-63D1AD5DCA28}"/>
              </a:ext>
            </a:extLst>
          </p:cNvPr>
          <p:cNvGrpSpPr/>
          <p:nvPr/>
        </p:nvGrpSpPr>
        <p:grpSpPr>
          <a:xfrm>
            <a:off x="265344" y="2853848"/>
            <a:ext cx="5760893" cy="1494064"/>
            <a:chOff x="148875" y="977333"/>
            <a:chExt cx="4320670" cy="1120548"/>
          </a:xfrm>
        </p:grpSpPr>
        <p:sp>
          <p:nvSpPr>
            <p:cNvPr id="417" name="Google Shape;417;g32789fbb2d8_0_389"/>
            <p:cNvSpPr/>
            <p:nvPr/>
          </p:nvSpPr>
          <p:spPr>
            <a:xfrm>
              <a:off x="1198235" y="1253012"/>
              <a:ext cx="3267750" cy="844638"/>
            </a:xfrm>
            <a:prstGeom prst="rect">
              <a:avLst/>
            </a:prstGeom>
            <a:noFill/>
            <a:ln w="19050" cap="flat" cmpd="sng">
              <a:solidFill>
                <a:srgbClr val="0067A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33" tIns="91433" rIns="91433" bIns="91433" anchor="t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Tx/>
                <a:buNone/>
                <a:tabLst/>
                <a:defRPr/>
              </a:pPr>
              <a:endParaRPr kumimoji="0" sz="2000" b="0" i="0" u="none" strike="noStrike" kern="0" cap="none" spc="0" normalizeH="0" baseline="0" noProof="0">
                <a:ln>
                  <a:noFill/>
                </a:ln>
                <a:solidFill>
                  <a:srgbClr val="454947"/>
                </a:solidFill>
                <a:effectLst/>
                <a:uLnTx/>
                <a:uFillTx/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418" name="Google Shape;418;g32789fbb2d8_0_389"/>
            <p:cNvSpPr txBox="1"/>
            <p:nvPr/>
          </p:nvSpPr>
          <p:spPr>
            <a:xfrm>
              <a:off x="1177486" y="1452484"/>
              <a:ext cx="3267579" cy="5539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45700" rIns="91433" bIns="45700" anchor="t" anchorCtr="0">
              <a:sp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Tx/>
                <a:buNone/>
                <a:tabLst/>
                <a:defRPr sz="1200">
                  <a:latin typeface="Montserrat"/>
                </a:defRPr>
              </a:pPr>
              <a:r>
                <a:rPr kumimoji="0" lang="en-US" sz="1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" panose="00000500000000000000" pitchFamily="2" charset="0"/>
                  <a:ea typeface="Nunito"/>
                  <a:cs typeface="Nunito"/>
                  <a:sym typeface="Nunito"/>
                </a:rPr>
                <a:t>We will </a:t>
              </a:r>
              <a:r>
                <a: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" panose="00000500000000000000" pitchFamily="2" charset="0"/>
                  <a:ea typeface="Nunito"/>
                  <a:cs typeface="Nunito"/>
                  <a:sym typeface="Nunito"/>
                </a:rPr>
                <a:t>change and adapt our existing business processes to fit to standard</a:t>
              </a:r>
              <a:r>
                <a:rPr kumimoji="0" lang="en-US" sz="1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" panose="00000500000000000000" pitchFamily="2" charset="0"/>
                  <a:ea typeface="Nunito"/>
                  <a:cs typeface="Nunito"/>
                  <a:sym typeface="Nunito"/>
                </a:rPr>
                <a:t> ‘out of the box’ functionality.</a:t>
              </a:r>
              <a:endPara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0"/>
                <a:ea typeface="Nunito"/>
                <a:cs typeface="Nunito"/>
                <a:sym typeface="Arial"/>
              </a:endParaRPr>
            </a:p>
          </p:txBody>
        </p:sp>
        <p:sp>
          <p:nvSpPr>
            <p:cNvPr id="4" name="Google Shape;417;g32789fbb2d8_0_389">
              <a:extLst>
                <a:ext uri="{FF2B5EF4-FFF2-40B4-BE49-F238E27FC236}">
                  <a16:creationId xmlns:a16="http://schemas.microsoft.com/office/drawing/2014/main" id="{8D41AEF2-1070-0073-A19C-3DEBFCB3F678}"/>
                </a:ext>
              </a:extLst>
            </p:cNvPr>
            <p:cNvSpPr/>
            <p:nvPr/>
          </p:nvSpPr>
          <p:spPr>
            <a:xfrm>
              <a:off x="1204774" y="977333"/>
              <a:ext cx="3264771" cy="361721"/>
            </a:xfrm>
            <a:prstGeom prst="rect">
              <a:avLst/>
            </a:prstGeom>
            <a:solidFill>
              <a:srgbClr val="0067A4"/>
            </a:solidFill>
            <a:ln w="19050" cap="flat" cmpd="sng">
              <a:solidFill>
                <a:srgbClr val="0067A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33" tIns="91433" rIns="91433" bIns="91433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Tx/>
                <a:buNone/>
                <a:tabLst/>
                <a:defRPr sz="1200">
                  <a:latin typeface="Montserrat"/>
                </a:defRPr>
              </a:pPr>
              <a:r>
                <a:rPr kumimoji="0" lang="en-GB" sz="1600" b="1" i="0" u="none" strike="noStrike" kern="0" cap="none" spc="0" normalizeH="0" baseline="0" noProof="0">
                  <a:ln>
                    <a:noFill/>
                  </a:ln>
                  <a:solidFill>
                    <a:srgbClr val="FFFEFE"/>
                  </a:solidFill>
                  <a:effectLst/>
                  <a:uLnTx/>
                  <a:uFillTx/>
                  <a:latin typeface="Montserrat"/>
                  <a:ea typeface="Nunito"/>
                  <a:cs typeface="Nunito"/>
                  <a:sym typeface="Nunito"/>
                </a:rPr>
                <a:t>Fit to Standard</a:t>
              </a:r>
              <a:endParaRPr lang="en-US" sz="1600" b="1" i="0" u="none" strike="noStrike" kern="0" cap="none" spc="0" normalizeH="0" baseline="0" noProof="0">
                <a:ln>
                  <a:noFill/>
                </a:ln>
                <a:solidFill>
                  <a:srgbClr val="FFFEFE"/>
                </a:solidFill>
                <a:effectLst/>
                <a:uLnTx/>
                <a:uFillTx/>
                <a:latin typeface="Montserrat"/>
                <a:ea typeface="Nunito"/>
                <a:cs typeface="Nunito"/>
              </a:endParaRPr>
            </a:p>
          </p:txBody>
        </p:sp>
        <p:sp>
          <p:nvSpPr>
            <p:cNvPr id="419" name="Google Shape;419;g32789fbb2d8_0_389"/>
            <p:cNvSpPr/>
            <p:nvPr/>
          </p:nvSpPr>
          <p:spPr>
            <a:xfrm>
              <a:off x="148875" y="978056"/>
              <a:ext cx="1045800" cy="1119825"/>
            </a:xfrm>
            <a:prstGeom prst="rect">
              <a:avLst/>
            </a:prstGeom>
            <a:solidFill>
              <a:srgbClr val="0067A4"/>
            </a:solidFill>
            <a:ln w="19050" cap="flat" cmpd="sng">
              <a:solidFill>
                <a:srgbClr val="0067A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33" tIns="45700" rIns="91433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32" name="Google Shape;432;g32789fbb2d8_0_389" descr="Continuous Improvement with solid fill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228404" y="1115429"/>
              <a:ext cx="844856" cy="84485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" name="Google Shape;417;g32789fbb2d8_0_389">
            <a:extLst>
              <a:ext uri="{FF2B5EF4-FFF2-40B4-BE49-F238E27FC236}">
                <a16:creationId xmlns:a16="http://schemas.microsoft.com/office/drawing/2014/main" id="{E908B7A6-2C7E-0E4F-24F6-146F9D47ABBB}"/>
              </a:ext>
            </a:extLst>
          </p:cNvPr>
          <p:cNvSpPr/>
          <p:nvPr/>
        </p:nvSpPr>
        <p:spPr>
          <a:xfrm>
            <a:off x="7666911" y="2844429"/>
            <a:ext cx="4329190" cy="482294"/>
          </a:xfrm>
          <a:prstGeom prst="rect">
            <a:avLst/>
          </a:prstGeom>
          <a:solidFill>
            <a:srgbClr val="0067A4"/>
          </a:solidFill>
          <a:ln w="19050" cap="flat" cmpd="sng">
            <a:solidFill>
              <a:srgbClr val="0067A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33" tIns="91433" rIns="91433" bIns="914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Tx/>
              <a:buNone/>
              <a:tabLst/>
              <a:defRPr sz="1200">
                <a:latin typeface="Montserrat"/>
              </a:defRPr>
            </a:pPr>
            <a:r>
              <a:rPr kumimoji="0" lang="en-GB" sz="1600" b="1" i="0" u="none" strike="noStrike" kern="0" cap="none" spc="0" normalizeH="0" baseline="0" noProof="0">
                <a:ln>
                  <a:noFill/>
                </a:ln>
                <a:solidFill>
                  <a:srgbClr val="FFFEFE"/>
                </a:solidFill>
                <a:effectLst/>
                <a:uLnTx/>
                <a:uFillTx/>
                <a:latin typeface="Montserrat"/>
                <a:ea typeface="Nunito"/>
                <a:cs typeface="Nunito"/>
                <a:sym typeface="Nunito"/>
              </a:rPr>
              <a:t>Rationalize Applications</a:t>
            </a:r>
            <a:endParaRPr lang="en-US" sz="1600" b="1" i="0" u="none" strike="noStrike" kern="0" cap="none" spc="0" normalizeH="0" baseline="0" noProof="0">
              <a:ln>
                <a:noFill/>
              </a:ln>
              <a:solidFill>
                <a:srgbClr val="FFFEFE"/>
              </a:solidFill>
              <a:effectLst/>
              <a:uLnTx/>
              <a:uFillTx/>
              <a:latin typeface="Montserrat"/>
              <a:ea typeface="Nunito"/>
              <a:cs typeface="Nunito"/>
            </a:endParaRPr>
          </a:p>
        </p:txBody>
      </p:sp>
      <p:grpSp>
        <p:nvGrpSpPr>
          <p:cNvPr id="421" name="Google Shape;421;g32789fbb2d8_0_389"/>
          <p:cNvGrpSpPr/>
          <p:nvPr/>
        </p:nvGrpSpPr>
        <p:grpSpPr>
          <a:xfrm>
            <a:off x="7653078" y="2830813"/>
            <a:ext cx="4363265" cy="1525551"/>
            <a:chOff x="347967" y="4648260"/>
            <a:chExt cx="5145358" cy="1773900"/>
          </a:xfrm>
        </p:grpSpPr>
        <p:sp>
          <p:nvSpPr>
            <p:cNvPr id="422" name="Google Shape;422;g32789fbb2d8_0_389"/>
            <p:cNvSpPr txBox="1"/>
            <p:nvPr/>
          </p:nvSpPr>
          <p:spPr>
            <a:xfrm>
              <a:off x="347967" y="5411928"/>
              <a:ext cx="5137800" cy="8588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45700" rIns="91433" bIns="45700" anchor="t" anchorCtr="0">
              <a:sp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Tx/>
                <a:buNone/>
                <a:tabLst/>
                <a:defRPr sz="1200">
                  <a:latin typeface="Montserrat"/>
                </a:defRPr>
              </a:pPr>
              <a:r>
                <a:rPr kumimoji="0" lang="en-US" sz="1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"/>
                  <a:ea typeface="Nunito"/>
                  <a:cs typeface="Nunito"/>
                  <a:sym typeface="Nunito"/>
                </a:rPr>
                <a:t>We will </a:t>
              </a:r>
              <a:r>
                <a: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"/>
                  <a:ea typeface="Nunito"/>
                  <a:cs typeface="Nunito"/>
                  <a:sym typeface="Nunito"/>
                </a:rPr>
                <a:t>standardize and rationalize our applications</a:t>
              </a:r>
              <a:r>
                <a:rPr kumimoji="0" lang="en-US" sz="1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"/>
                  <a:ea typeface="Nunito"/>
                  <a:cs typeface="Nunito"/>
                  <a:sym typeface="Nunito"/>
                </a:rPr>
                <a:t> to control costs and reduce the complexity of our IT estate.</a:t>
              </a:r>
              <a:endParaRPr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Nunito"/>
                <a:cs typeface="Nunito"/>
              </a:endParaRPr>
            </a:p>
          </p:txBody>
        </p:sp>
        <p:sp>
          <p:nvSpPr>
            <p:cNvPr id="423" name="Google Shape;423;g32789fbb2d8_0_389"/>
            <p:cNvSpPr/>
            <p:nvPr/>
          </p:nvSpPr>
          <p:spPr>
            <a:xfrm>
              <a:off x="355525" y="4648260"/>
              <a:ext cx="5137800" cy="1773900"/>
            </a:xfrm>
            <a:prstGeom prst="rect">
              <a:avLst/>
            </a:prstGeom>
            <a:noFill/>
            <a:ln w="19050" cap="flat" cmpd="sng">
              <a:solidFill>
                <a:srgbClr val="0067A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33" tIns="91433" rIns="91433" bIns="91433" anchor="t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Tx/>
                <a:buNone/>
                <a:tabLst/>
                <a:defRPr/>
              </a:pPr>
              <a:endParaRPr kumimoji="0" b="0" i="0" u="none" strike="noStrike" kern="0" cap="none" spc="0" normalizeH="0" baseline="0" noProof="0">
                <a:ln>
                  <a:noFill/>
                </a:ln>
                <a:solidFill>
                  <a:srgbClr val="454947"/>
                </a:solidFill>
                <a:effectLst/>
                <a:uLnTx/>
                <a:uFillTx/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sp>
        <p:nvSpPr>
          <p:cNvPr id="424" name="Google Shape;424;g32789fbb2d8_0_389"/>
          <p:cNvSpPr/>
          <p:nvPr/>
        </p:nvSpPr>
        <p:spPr>
          <a:xfrm>
            <a:off x="6267763" y="2830872"/>
            <a:ext cx="1394400" cy="1525497"/>
          </a:xfrm>
          <a:prstGeom prst="rect">
            <a:avLst/>
          </a:prstGeom>
          <a:solidFill>
            <a:srgbClr val="0067A4"/>
          </a:solidFill>
          <a:ln w="19050" cap="flat" cmpd="sng">
            <a:solidFill>
              <a:srgbClr val="0067A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Tx/>
              <a:buNone/>
              <a:tabLst/>
              <a:defRPr/>
            </a:pPr>
            <a:endParaRPr kumimoji="0" sz="2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3" name="Google Shape;433;g32789fbb2d8_0_389" descr="Money outline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79848" y="3136391"/>
            <a:ext cx="914400" cy="914398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g32789fbb2d8_0_389"/>
          <p:cNvSpPr/>
          <p:nvPr/>
        </p:nvSpPr>
        <p:spPr>
          <a:xfrm>
            <a:off x="7639921" y="1222976"/>
            <a:ext cx="4370466" cy="1493384"/>
          </a:xfrm>
          <a:prstGeom prst="rect">
            <a:avLst/>
          </a:prstGeom>
          <a:noFill/>
          <a:ln w="19050" cap="flat" cmpd="sng">
            <a:solidFill>
              <a:srgbClr val="007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33" tIns="91433" rIns="91433" bIns="91433" anchor="t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Tx/>
              <a:buNone/>
              <a:tabLst/>
              <a:defRPr/>
            </a:pPr>
            <a:endParaRPr kumimoji="0" b="0" i="0" u="none" strike="noStrike" kern="0" cap="none" spc="0" normalizeH="0" baseline="0" noProof="0">
              <a:ln>
                <a:noFill/>
              </a:ln>
              <a:solidFill>
                <a:srgbClr val="454947"/>
              </a:solidFill>
              <a:effectLst/>
              <a:uLnTx/>
              <a:uFillTx/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28" name="Google Shape;428;g32789fbb2d8_0_389"/>
          <p:cNvSpPr txBox="1"/>
          <p:nvPr/>
        </p:nvSpPr>
        <p:spPr>
          <a:xfrm>
            <a:off x="7655878" y="1885987"/>
            <a:ext cx="4356854" cy="73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Tx/>
              <a:buNone/>
              <a:tabLst/>
              <a:defRPr sz="1200">
                <a:latin typeface="Montserrat"/>
              </a:defRPr>
            </a:pPr>
            <a:r>
              <a:rPr kumimoji="0" lang="en-US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Nunito"/>
                <a:cs typeface="Nunito"/>
                <a:sym typeface="Nunito"/>
              </a:rPr>
              <a:t>We will adopt an “</a:t>
            </a: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Nunito"/>
                <a:cs typeface="Nunito"/>
                <a:sym typeface="Nunito"/>
              </a:rPr>
              <a:t>SAP first” strategy </a:t>
            </a:r>
            <a:r>
              <a:rPr kumimoji="0" lang="en-US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Nunito"/>
                <a:cs typeface="Nunito"/>
                <a:sym typeface="Nunito"/>
              </a:rPr>
              <a:t>with all financial and operational data housed within SAP. </a:t>
            </a:r>
            <a:endParaRPr lang="en-US" sz="1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/>
              <a:ea typeface="Nunito"/>
              <a:cs typeface="Nunito"/>
            </a:endParaRPr>
          </a:p>
        </p:txBody>
      </p:sp>
      <p:sp>
        <p:nvSpPr>
          <p:cNvPr id="429" name="Google Shape;429;g32789fbb2d8_0_389"/>
          <p:cNvSpPr/>
          <p:nvPr/>
        </p:nvSpPr>
        <p:spPr>
          <a:xfrm>
            <a:off x="6245604" y="1222900"/>
            <a:ext cx="1394400" cy="1493363"/>
          </a:xfrm>
          <a:prstGeom prst="rect">
            <a:avLst/>
          </a:prstGeom>
          <a:solidFill>
            <a:srgbClr val="0067A4"/>
          </a:solidFill>
          <a:ln w="19050" cap="flat" cmpd="sng">
            <a:solidFill>
              <a:srgbClr val="0067A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Tx/>
              <a:buNone/>
              <a:tabLst/>
              <a:defRPr/>
            </a:pPr>
            <a:endParaRPr kumimoji="0" sz="2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g32789fbb2d8_0_389"/>
          <p:cNvSpPr/>
          <p:nvPr/>
        </p:nvSpPr>
        <p:spPr>
          <a:xfrm>
            <a:off x="6333200" y="1314913"/>
            <a:ext cx="1200800" cy="130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33" tIns="91433" rIns="91433" bIns="914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Tx/>
              <a:buNone/>
              <a:tabLst/>
              <a:defRPr/>
            </a:pPr>
            <a:endParaRPr kumimoji="0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unito Sans Light"/>
              <a:ea typeface="Nunito Sans Light"/>
              <a:cs typeface="Nunito Sans Light"/>
              <a:sym typeface="Nunito Sans Light"/>
            </a:endParaRPr>
          </a:p>
        </p:txBody>
      </p:sp>
      <p:pic>
        <p:nvPicPr>
          <p:cNvPr id="435" name="Google Shape;435;g32789fbb2d8_0_389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455079" y="1732852"/>
            <a:ext cx="956853" cy="47328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417;g32789fbb2d8_0_389">
            <a:extLst>
              <a:ext uri="{FF2B5EF4-FFF2-40B4-BE49-F238E27FC236}">
                <a16:creationId xmlns:a16="http://schemas.microsoft.com/office/drawing/2014/main" id="{7C3A552F-1141-4B0A-0498-135B5978438F}"/>
              </a:ext>
            </a:extLst>
          </p:cNvPr>
          <p:cNvSpPr/>
          <p:nvPr/>
        </p:nvSpPr>
        <p:spPr>
          <a:xfrm>
            <a:off x="7653386" y="1236567"/>
            <a:ext cx="4357000" cy="482295"/>
          </a:xfrm>
          <a:prstGeom prst="rect">
            <a:avLst/>
          </a:prstGeom>
          <a:solidFill>
            <a:srgbClr val="0067A4"/>
          </a:solidFill>
          <a:ln w="19050" cap="flat" cmpd="sng">
            <a:solidFill>
              <a:srgbClr val="0067A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33" tIns="91433" rIns="91433" bIns="914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Tx/>
              <a:buNone/>
              <a:tabLst/>
              <a:defRPr sz="1200">
                <a:latin typeface="Montserrat"/>
              </a:defRPr>
            </a:pPr>
            <a:r>
              <a:rPr kumimoji="0" lang="en-GB" sz="1600" b="1" i="0" u="none" strike="noStrike" kern="0" cap="none" spc="0" normalizeH="0" baseline="0" noProof="0">
                <a:ln>
                  <a:noFill/>
                </a:ln>
                <a:solidFill>
                  <a:srgbClr val="FFFEFE"/>
                </a:solidFill>
                <a:effectLst/>
                <a:uLnTx/>
                <a:uFillTx/>
                <a:latin typeface="Montserrat"/>
                <a:ea typeface="Nunito"/>
                <a:cs typeface="Nunito"/>
                <a:sym typeface="Nunito"/>
              </a:rPr>
              <a:t>SAP First</a:t>
            </a:r>
            <a:endParaRPr lang="en-US" sz="1600" b="1" i="0" u="none" strike="noStrike" kern="0" cap="none" spc="0" normalizeH="0" baseline="0" noProof="0">
              <a:ln>
                <a:noFill/>
              </a:ln>
              <a:solidFill>
                <a:srgbClr val="FFFEFE"/>
              </a:solidFill>
              <a:effectLst/>
              <a:uLnTx/>
              <a:uFillTx/>
              <a:latin typeface="Montserrat"/>
              <a:ea typeface="Nunito"/>
              <a:cs typeface="Nunito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7AC717F-3571-D9A9-D060-149F7AABBC00}"/>
              </a:ext>
            </a:extLst>
          </p:cNvPr>
          <p:cNvSpPr txBox="1"/>
          <p:nvPr/>
        </p:nvSpPr>
        <p:spPr>
          <a:xfrm>
            <a:off x="254000" y="1236577"/>
            <a:ext cx="5724357" cy="1323439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 i="1">
                <a:ea typeface="+mn-lt"/>
                <a:cs typeface="+mn-lt"/>
              </a:rPr>
              <a:t>The goal of this project is to utilize standard Service Cloud V2 capabilities with minimal customizations.  We will strive to modify our processes to Fit-to-Standard SAP technology as much as possible. </a:t>
            </a:r>
            <a:endParaRPr lang="en-US" sz="1600" b="1" i="1"/>
          </a:p>
        </p:txBody>
      </p:sp>
    </p:spTree>
    <p:extLst>
      <p:ext uri="{BB962C8B-B14F-4D97-AF65-F5344CB8AC3E}">
        <p14:creationId xmlns:p14="http://schemas.microsoft.com/office/powerpoint/2010/main" val="11101917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40E6A8-5C35-7351-DB79-97BFAAA22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CC7DFAC-34D3-91D3-2C54-3811D96D4D08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425217" y="332997"/>
            <a:ext cx="7615238" cy="457200"/>
          </a:xfrm>
        </p:spPr>
        <p:txBody>
          <a:bodyPr vert="horz" lIns="0" tIns="45720" rIns="91440" bIns="0" rtlCol="0" anchor="b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3200" b="1">
                <a:solidFill>
                  <a:srgbClr val="94806E"/>
                </a:solidFill>
                <a:latin typeface="Montserrat"/>
                <a:ea typeface="+mj-ea"/>
                <a:cs typeface="+mj-cs"/>
              </a:rPr>
              <a:t>Workshop Agenda*</a:t>
            </a:r>
            <a:endParaRPr lang="en-US" sz="3200" b="1">
              <a:solidFill>
                <a:srgbClr val="94806E"/>
              </a:solidFill>
              <a:ea typeface="+mj-ea"/>
              <a:cs typeface="+mj-cs"/>
            </a:endParaRPr>
          </a:p>
        </p:txBody>
      </p:sp>
      <p:sp>
        <p:nvSpPr>
          <p:cNvPr id="125" name="Text Placeholder 5">
            <a:extLst>
              <a:ext uri="{FF2B5EF4-FFF2-40B4-BE49-F238E27FC236}">
                <a16:creationId xmlns:a16="http://schemas.microsoft.com/office/drawing/2014/main" id="{84DDF3AB-9E71-B162-93B6-96C48461F019}"/>
              </a:ext>
            </a:extLst>
          </p:cNvPr>
          <p:cNvSpPr txBox="1">
            <a:spLocks/>
          </p:cNvSpPr>
          <p:nvPr/>
        </p:nvSpPr>
        <p:spPr>
          <a:xfrm>
            <a:off x="878971" y="952073"/>
            <a:ext cx="1105573" cy="194444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l" defTabSz="77724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IBM Plex Sans" panose="020B0503050000000000" pitchFamily="34" charset="77"/>
                <a:ea typeface="+mn-ea"/>
                <a:cs typeface="+mn-cs"/>
              </a:defRPr>
            </a:lvl1pPr>
            <a:lvl2pPr marL="388620" indent="0" algn="l" defTabSz="77724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IBM Plex Sans" panose="020B0503050000000000" pitchFamily="34" charset="77"/>
                <a:ea typeface="+mn-ea"/>
                <a:cs typeface="+mn-cs"/>
              </a:defRPr>
            </a:lvl2pPr>
            <a:lvl3pPr marL="777240" indent="0" algn="l" defTabSz="77724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IBM Plex Sans" panose="020B0503050000000000" pitchFamily="34" charset="77"/>
                <a:ea typeface="+mn-ea"/>
                <a:cs typeface="+mn-cs"/>
              </a:defRPr>
            </a:lvl3pPr>
            <a:lvl4pPr marL="1165860" indent="0" algn="l" defTabSz="77724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IBM Plex Sans" panose="020B0503050000000000" pitchFamily="34" charset="77"/>
                <a:ea typeface="+mn-ea"/>
                <a:cs typeface="+mn-cs"/>
              </a:defRPr>
            </a:lvl4pPr>
            <a:lvl5pPr marL="1554480" indent="0" algn="l" defTabSz="77724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IBM Plex Sans" panose="020B0503050000000000" pitchFamily="34" charset="77"/>
                <a:ea typeface="+mn-ea"/>
                <a:cs typeface="+mn-cs"/>
              </a:defRPr>
            </a:lvl5pPr>
            <a:lvl6pPr marL="2137410" indent="-19431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26030" indent="-19431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4650" indent="-19431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3270" indent="-19431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647674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0" i="0" u="none" strike="noStrike" kern="1200" cap="none" spc="25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TOPIC</a:t>
            </a:r>
          </a:p>
        </p:txBody>
      </p: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CAF3347E-7396-B26D-772C-4D59FBA7AC07}"/>
              </a:ext>
            </a:extLst>
          </p:cNvPr>
          <p:cNvCxnSpPr>
            <a:cxnSpLocks/>
          </p:cNvCxnSpPr>
          <p:nvPr/>
        </p:nvCxnSpPr>
        <p:spPr>
          <a:xfrm>
            <a:off x="796190" y="1221248"/>
            <a:ext cx="10479474" cy="0"/>
          </a:xfrm>
          <a:prstGeom prst="line">
            <a:avLst/>
          </a:prstGeom>
          <a:noFill/>
          <a:ln w="38100" cap="flat" cmpd="sng" algn="ctr">
            <a:solidFill>
              <a:schemeClr val="tx2"/>
            </a:solidFill>
            <a:prstDash val="solid"/>
            <a:miter lim="800000"/>
          </a:ln>
          <a:effectLst/>
        </p:spPr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B3A62A1C-E4DA-E643-660B-BB82D7B9774C}"/>
              </a:ext>
            </a:extLst>
          </p:cNvPr>
          <p:cNvCxnSpPr>
            <a:cxnSpLocks/>
          </p:cNvCxnSpPr>
          <p:nvPr/>
        </p:nvCxnSpPr>
        <p:spPr>
          <a:xfrm>
            <a:off x="744629" y="1656931"/>
            <a:ext cx="10489921" cy="0"/>
          </a:xfrm>
          <a:prstGeom prst="line">
            <a:avLst/>
          </a:prstGeom>
          <a:noFill/>
          <a:ln w="12700" cap="flat" cmpd="sng" algn="ctr">
            <a:solidFill>
              <a:schemeClr val="tx2"/>
            </a:solidFill>
            <a:prstDash val="solid"/>
            <a:miter lim="800000"/>
          </a:ln>
          <a:effectLst/>
        </p:spPr>
      </p:cxn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3F14BB83-26F6-F81B-257F-AB1BDE8BC505}"/>
              </a:ext>
            </a:extLst>
          </p:cNvPr>
          <p:cNvCxnSpPr>
            <a:cxnSpLocks/>
          </p:cNvCxnSpPr>
          <p:nvPr/>
        </p:nvCxnSpPr>
        <p:spPr>
          <a:xfrm>
            <a:off x="744629" y="4079099"/>
            <a:ext cx="10479474" cy="0"/>
          </a:xfrm>
          <a:prstGeom prst="line">
            <a:avLst/>
          </a:prstGeom>
          <a:noFill/>
          <a:ln w="12700" cap="flat" cmpd="sng" algn="ctr">
            <a:solidFill>
              <a:schemeClr val="tx2"/>
            </a:solidFill>
            <a:prstDash val="solid"/>
            <a:miter lim="800000"/>
          </a:ln>
          <a:effectLst/>
        </p:spPr>
      </p:cxn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0754A7B2-5729-37BA-4CC5-BFF820B38880}"/>
              </a:ext>
            </a:extLst>
          </p:cNvPr>
          <p:cNvSpPr txBox="1">
            <a:spLocks/>
          </p:cNvSpPr>
          <p:nvPr/>
        </p:nvSpPr>
        <p:spPr>
          <a:xfrm>
            <a:off x="744629" y="1649212"/>
            <a:ext cx="799704" cy="47901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3200" b="0" i="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1600" b="0" i="0" kern="1200">
                <a:solidFill>
                  <a:srgbClr val="00174C"/>
                </a:solidFill>
                <a:latin typeface="IBM Plex Sans Light" panose="020B0403050203000203" pitchFamily="34" charset="0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b="0" i="0" kern="1200">
                <a:solidFill>
                  <a:srgbClr val="00174C"/>
                </a:solidFill>
                <a:latin typeface="IBM Plex Sans Light" panose="020B0403050203000203" pitchFamily="34" charset="0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1400" b="0" i="0" kern="1200">
                <a:solidFill>
                  <a:srgbClr val="00174C"/>
                </a:solidFill>
                <a:latin typeface="IBM Plex Sans Light" panose="020B0403050203000203" pitchFamily="34" charset="0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b="0" i="0" kern="1200">
                <a:solidFill>
                  <a:srgbClr val="00174C"/>
                </a:solidFill>
                <a:latin typeface="IBM Plex Sans Light" panose="020B0403050203000203" pitchFamily="34" charset="0"/>
                <a:ea typeface="+mn-ea"/>
                <a:cs typeface="+mn-cs"/>
              </a:defRPr>
            </a:lvl5pPr>
            <a:lvl6pPr marL="10795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6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4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2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0" dist="25400" sx="102000" sy="102000" algn="ctr" rotWithShape="0">
                    <a:srgbClr val="006EE5">
                      <a:alpha val="15000"/>
                    </a:srgbClr>
                  </a:outerShdw>
                </a:effectLst>
                <a:uLnTx/>
                <a:uFillTx/>
                <a:latin typeface="Montserrat" pitchFamily="2" charset="77"/>
                <a:ea typeface="+mn-ea"/>
                <a:cs typeface="+mn-cs"/>
              </a:rPr>
              <a:t>02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31E00338-5619-11A3-BAFF-7FB71EE17928}"/>
              </a:ext>
            </a:extLst>
          </p:cNvPr>
          <p:cNvSpPr txBox="1">
            <a:spLocks/>
          </p:cNvSpPr>
          <p:nvPr/>
        </p:nvSpPr>
        <p:spPr>
          <a:xfrm>
            <a:off x="744629" y="2453041"/>
            <a:ext cx="799704" cy="47901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3200" b="0" i="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0795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6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4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2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0" dist="25400" sx="102000" sy="102000" algn="ctr" rotWithShape="0">
                    <a:srgbClr val="006EE5">
                      <a:alpha val="15000"/>
                    </a:srgbClr>
                  </a:outerShdw>
                </a:effectLst>
                <a:uLnTx/>
                <a:uFillTx/>
                <a:latin typeface="Montserrat" pitchFamily="2" charset="77"/>
                <a:ea typeface="+mn-ea"/>
                <a:cs typeface="+mn-cs"/>
              </a:rPr>
              <a:t>04</a:t>
            </a: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D7CD0002-0816-D81E-8E98-17B201F8556D}"/>
              </a:ext>
            </a:extLst>
          </p:cNvPr>
          <p:cNvSpPr txBox="1">
            <a:spLocks/>
          </p:cNvSpPr>
          <p:nvPr/>
        </p:nvSpPr>
        <p:spPr>
          <a:xfrm>
            <a:off x="744629" y="3270920"/>
            <a:ext cx="799704" cy="47901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3200" b="0" i="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0795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6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4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2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0" dist="25400" sx="102000" sy="102000" algn="ctr" rotWithShape="0">
                    <a:srgbClr val="006EE5">
                      <a:alpha val="15000"/>
                    </a:srgbClr>
                  </a:outerShdw>
                </a:effectLst>
                <a:uLnTx/>
                <a:uFillTx/>
                <a:latin typeface="Montserrat" pitchFamily="2" charset="77"/>
                <a:ea typeface="+mn-ea"/>
                <a:cs typeface="+mn-cs"/>
              </a:rPr>
              <a:t>05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04ABBC89-EEC8-89D8-4B2B-F5F774610ECB}"/>
              </a:ext>
            </a:extLst>
          </p:cNvPr>
          <p:cNvSpPr txBox="1">
            <a:spLocks/>
          </p:cNvSpPr>
          <p:nvPr/>
        </p:nvSpPr>
        <p:spPr>
          <a:xfrm>
            <a:off x="744629" y="2050296"/>
            <a:ext cx="799704" cy="47901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3200" b="0" i="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0795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6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4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2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0" dist="25400" sx="102000" sy="102000" algn="ctr" rotWithShape="0">
                    <a:srgbClr val="006EE5">
                      <a:alpha val="15000"/>
                    </a:srgbClr>
                  </a:outerShdw>
                </a:effectLst>
                <a:uLnTx/>
                <a:uFillTx/>
                <a:latin typeface="Montserrat" pitchFamily="2" charset="77"/>
                <a:ea typeface="+mn-ea"/>
                <a:cs typeface="+mn-cs"/>
              </a:rPr>
              <a:t>03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E5E7236-32C8-A033-8F10-76C1A5930AEA}"/>
              </a:ext>
            </a:extLst>
          </p:cNvPr>
          <p:cNvSpPr txBox="1">
            <a:spLocks/>
          </p:cNvSpPr>
          <p:nvPr/>
        </p:nvSpPr>
        <p:spPr>
          <a:xfrm>
            <a:off x="744629" y="3666194"/>
            <a:ext cx="799704" cy="47901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3200" b="0" i="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0795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6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4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2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0" dist="25400" sx="102000" sy="102000" algn="ctr" rotWithShape="0">
                    <a:srgbClr val="006EE5">
                      <a:alpha val="15000"/>
                    </a:srgbClr>
                  </a:outerShdw>
                </a:effectLst>
                <a:uLnTx/>
                <a:uFillTx/>
                <a:latin typeface="Montserrat" pitchFamily="2" charset="77"/>
                <a:ea typeface="+mn-ea"/>
                <a:cs typeface="+mn-cs"/>
              </a:rPr>
              <a:t>06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69207E7A-871B-C1C3-99AF-A6AB696537D6}"/>
              </a:ext>
            </a:extLst>
          </p:cNvPr>
          <p:cNvSpPr txBox="1">
            <a:spLocks/>
          </p:cNvSpPr>
          <p:nvPr/>
        </p:nvSpPr>
        <p:spPr>
          <a:xfrm>
            <a:off x="744629" y="1244026"/>
            <a:ext cx="720783" cy="47901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3200" b="0" i="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1600" b="0" i="0" kern="1200">
                <a:solidFill>
                  <a:srgbClr val="00174C"/>
                </a:solidFill>
                <a:latin typeface="IBM Plex Sans Light" panose="020B0403050203000203" pitchFamily="34" charset="0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b="0" i="0" kern="1200">
                <a:solidFill>
                  <a:srgbClr val="00174C"/>
                </a:solidFill>
                <a:latin typeface="IBM Plex Sans Light" panose="020B0403050203000203" pitchFamily="34" charset="0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1400" b="0" i="0" kern="1200">
                <a:solidFill>
                  <a:srgbClr val="00174C"/>
                </a:solidFill>
                <a:latin typeface="IBM Plex Sans Light" panose="020B0403050203000203" pitchFamily="34" charset="0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b="0" i="0" kern="1200">
                <a:solidFill>
                  <a:srgbClr val="00174C"/>
                </a:solidFill>
                <a:latin typeface="IBM Plex Sans Light" panose="020B0403050203000203" pitchFamily="34" charset="0"/>
                <a:ea typeface="+mn-ea"/>
                <a:cs typeface="+mn-cs"/>
              </a:defRPr>
            </a:lvl5pPr>
            <a:lvl6pPr marL="10795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6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4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2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0" dist="25400" sx="102000" sy="102000" algn="ctr" rotWithShape="0">
                    <a:srgbClr val="006EE5">
                      <a:alpha val="15000"/>
                    </a:srgbClr>
                  </a:outerShdw>
                </a:effectLst>
                <a:uLnTx/>
                <a:uFillTx/>
                <a:latin typeface="Montserrat" pitchFamily="2" charset="77"/>
                <a:ea typeface="+mn-ea"/>
                <a:cs typeface="+mn-cs"/>
              </a:rPr>
              <a:t>01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799B157-D785-0E02-B067-81348AF53B7D}"/>
              </a:ext>
            </a:extLst>
          </p:cNvPr>
          <p:cNvCxnSpPr>
            <a:cxnSpLocks/>
          </p:cNvCxnSpPr>
          <p:nvPr/>
        </p:nvCxnSpPr>
        <p:spPr>
          <a:xfrm flipV="1">
            <a:off x="744647" y="2452260"/>
            <a:ext cx="10479474" cy="5855"/>
          </a:xfrm>
          <a:prstGeom prst="line">
            <a:avLst/>
          </a:prstGeom>
          <a:noFill/>
          <a:ln w="12700" cap="flat" cmpd="sng" algn="ctr">
            <a:solidFill>
              <a:schemeClr val="tx2"/>
            </a:solidFill>
            <a:prstDash val="solid"/>
            <a:miter lim="800000"/>
          </a:ln>
          <a:effectLst/>
        </p:spPr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C43B979-0628-FFA5-3D81-2A6A3E21E52F}"/>
              </a:ext>
            </a:extLst>
          </p:cNvPr>
          <p:cNvCxnSpPr>
            <a:cxnSpLocks/>
          </p:cNvCxnSpPr>
          <p:nvPr/>
        </p:nvCxnSpPr>
        <p:spPr>
          <a:xfrm>
            <a:off x="744629" y="3268728"/>
            <a:ext cx="10479474" cy="0"/>
          </a:xfrm>
          <a:prstGeom prst="line">
            <a:avLst/>
          </a:prstGeom>
          <a:noFill/>
          <a:ln w="12700" cap="flat" cmpd="sng" algn="ctr">
            <a:solidFill>
              <a:schemeClr val="tx2"/>
            </a:solidFill>
            <a:prstDash val="solid"/>
            <a:miter lim="800000"/>
          </a:ln>
          <a:effectLst/>
        </p:spPr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5DD4D7D-C580-3745-9E64-E7C176966FB6}"/>
              </a:ext>
            </a:extLst>
          </p:cNvPr>
          <p:cNvCxnSpPr>
            <a:cxnSpLocks/>
          </p:cNvCxnSpPr>
          <p:nvPr/>
        </p:nvCxnSpPr>
        <p:spPr>
          <a:xfrm>
            <a:off x="744629" y="3673913"/>
            <a:ext cx="10479474" cy="0"/>
          </a:xfrm>
          <a:prstGeom prst="line">
            <a:avLst/>
          </a:prstGeom>
          <a:noFill/>
          <a:ln w="12700" cap="flat" cmpd="sng" algn="ctr">
            <a:solidFill>
              <a:schemeClr val="tx2"/>
            </a:solidFill>
            <a:prstDash val="solid"/>
            <a:miter lim="800000"/>
          </a:ln>
          <a:effectLst/>
        </p:spPr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829CAA55-934B-FEA2-EA64-6A32CCB94014}"/>
              </a:ext>
            </a:extLst>
          </p:cNvPr>
          <p:cNvCxnSpPr>
            <a:cxnSpLocks/>
          </p:cNvCxnSpPr>
          <p:nvPr/>
        </p:nvCxnSpPr>
        <p:spPr>
          <a:xfrm flipV="1">
            <a:off x="744647" y="2863542"/>
            <a:ext cx="10479474" cy="5855"/>
          </a:xfrm>
          <a:prstGeom prst="line">
            <a:avLst/>
          </a:prstGeom>
          <a:noFill/>
          <a:ln w="12700" cap="flat" cmpd="sng" algn="ctr">
            <a:solidFill>
              <a:schemeClr val="tx2"/>
            </a:solidFill>
            <a:prstDash val="solid"/>
            <a:miter lim="800000"/>
          </a:ln>
          <a:effectLst/>
        </p:spPr>
      </p:cxnSp>
      <p:sp>
        <p:nvSpPr>
          <p:cNvPr id="14" name="TextBox 2">
            <a:extLst>
              <a:ext uri="{FF2B5EF4-FFF2-40B4-BE49-F238E27FC236}">
                <a16:creationId xmlns:a16="http://schemas.microsoft.com/office/drawing/2014/main" id="{1A3158E1-7695-0C81-4A14-28927869505A}"/>
              </a:ext>
            </a:extLst>
          </p:cNvPr>
          <p:cNvSpPr txBox="1"/>
          <p:nvPr/>
        </p:nvSpPr>
        <p:spPr>
          <a:xfrm>
            <a:off x="1146100" y="1150296"/>
            <a:ext cx="10739400" cy="420050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>
                <a:ea typeface="+mn-lt"/>
                <a:cs typeface="+mn-lt"/>
              </a:rPr>
              <a:t>Recap of Last Session</a:t>
            </a:r>
            <a:endParaRPr lang="en-US"/>
          </a:p>
          <a:p>
            <a:pPr>
              <a:lnSpc>
                <a:spcPct val="150000"/>
              </a:lnSpc>
            </a:pPr>
            <a:r>
              <a:rPr lang="en-US">
                <a:ea typeface="+mn-lt"/>
                <a:cs typeface="+mn-lt"/>
              </a:rPr>
              <a:t>List of URLs that require parameters being passed</a:t>
            </a:r>
            <a:endParaRPr lang="en-US"/>
          </a:p>
          <a:p>
            <a:pPr>
              <a:lnSpc>
                <a:spcPct val="150000"/>
              </a:lnSpc>
            </a:pPr>
            <a:r>
              <a:rPr lang="en-US">
                <a:solidFill>
                  <a:srgbClr val="000000"/>
                </a:solidFill>
                <a:ea typeface="+mn-lt"/>
                <a:cs typeface="+mn-lt"/>
              </a:rPr>
              <a:t>Service Cloud Consumption Analysis Dashboard</a:t>
            </a:r>
            <a:endParaRPr lang="en-US"/>
          </a:p>
          <a:p>
            <a:pPr>
              <a:lnSpc>
                <a:spcPct val="150000"/>
              </a:lnSpc>
            </a:pPr>
            <a:r>
              <a:rPr lang="en-US" err="1">
                <a:solidFill>
                  <a:srgbClr val="000000"/>
                </a:solidFill>
              </a:rPr>
              <a:t>GridX</a:t>
            </a:r>
            <a:r>
              <a:rPr lang="en-US">
                <a:solidFill>
                  <a:srgbClr val="000000"/>
                </a:solidFill>
              </a:rPr>
              <a:t> Demo- Tarah</a:t>
            </a:r>
          </a:p>
          <a:p>
            <a:pPr>
              <a:lnSpc>
                <a:spcPct val="150000"/>
              </a:lnSpc>
            </a:pPr>
            <a:r>
              <a:rPr lang="en-US" b="1">
                <a:solidFill>
                  <a:schemeClr val="accent2"/>
                </a:solidFill>
              </a:rPr>
              <a:t>BREAK – 10 Mins</a:t>
            </a:r>
            <a:endParaRPr lang="en-US">
              <a:solidFill>
                <a:srgbClr val="000000"/>
              </a:solidFill>
            </a:endParaRPr>
          </a:p>
          <a:p>
            <a:pPr>
              <a:lnSpc>
                <a:spcPct val="150000"/>
              </a:lnSpc>
            </a:pPr>
            <a:r>
              <a:rPr lang="en-US">
                <a:solidFill>
                  <a:srgbClr val="000000"/>
                </a:solidFill>
              </a:rPr>
              <a:t>Action Item Follow Ups from Workshop A-1</a:t>
            </a:r>
          </a:p>
          <a:p>
            <a:pPr>
              <a:lnSpc>
                <a:spcPct val="150000"/>
              </a:lnSpc>
            </a:pPr>
            <a:r>
              <a:rPr lang="en-US"/>
              <a:t>Future State Assumptions</a:t>
            </a:r>
          </a:p>
          <a:p>
            <a:pPr>
              <a:lnSpc>
                <a:spcPct val="150000"/>
              </a:lnSpc>
            </a:pPr>
            <a:r>
              <a:rPr lang="en-US"/>
              <a:t>FRICE-W</a:t>
            </a:r>
          </a:p>
          <a:p>
            <a:pPr>
              <a:lnSpc>
                <a:spcPct val="150000"/>
              </a:lnSpc>
            </a:pPr>
            <a:r>
              <a:rPr lang="en-US"/>
              <a:t>Drafted User Stories</a:t>
            </a:r>
          </a:p>
          <a:p>
            <a:pPr>
              <a:lnSpc>
                <a:spcPct val="150000"/>
              </a:lnSpc>
            </a:pPr>
            <a:r>
              <a:rPr lang="en-US"/>
              <a:t>Decisions, Action Items, Change Impacts, Wrap-Up, and Next Steps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3CE3659-5291-DEDD-2F76-4488BBA28AFA}"/>
              </a:ext>
            </a:extLst>
          </p:cNvPr>
          <p:cNvCxnSpPr>
            <a:cxnSpLocks/>
          </p:cNvCxnSpPr>
          <p:nvPr/>
        </p:nvCxnSpPr>
        <p:spPr>
          <a:xfrm>
            <a:off x="744629" y="4484284"/>
            <a:ext cx="10479474" cy="0"/>
          </a:xfrm>
          <a:prstGeom prst="line">
            <a:avLst/>
          </a:prstGeom>
          <a:noFill/>
          <a:ln w="12700" cap="flat" cmpd="sng" algn="ctr">
            <a:solidFill>
              <a:schemeClr val="tx2"/>
            </a:solidFill>
            <a:prstDash val="solid"/>
            <a:miter lim="800000"/>
          </a:ln>
          <a:effectLst/>
        </p:spPr>
      </p:cxn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E37498B5-50A6-1993-F4E6-D125CEC4558D}"/>
              </a:ext>
            </a:extLst>
          </p:cNvPr>
          <p:cNvSpPr txBox="1">
            <a:spLocks/>
          </p:cNvSpPr>
          <p:nvPr/>
        </p:nvSpPr>
        <p:spPr>
          <a:xfrm>
            <a:off x="744629" y="4071380"/>
            <a:ext cx="799704" cy="47901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3200" b="0" i="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0795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6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4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2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2400">
                <a:solidFill>
                  <a:schemeClr val="accent1"/>
                </a:solidFill>
                <a:effectLst>
                  <a:outerShdw blurRad="381000" dist="25400" sx="102000" sy="102000" algn="ctr" rotWithShape="0">
                    <a:srgbClr val="006EE5">
                      <a:alpha val="15000"/>
                    </a:srgbClr>
                  </a:outerShdw>
                </a:effectLst>
                <a:latin typeface="Montserrat"/>
              </a:rPr>
              <a:t>07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>
                <a:outerShdw blurRad="381000" dist="25400" sx="102000" sy="102000" algn="ctr" rotWithShape="0">
                  <a:srgbClr val="006EE5">
                    <a:alpha val="15000"/>
                  </a:srgbClr>
                </a:outerShdw>
              </a:effectLst>
              <a:uLnTx/>
              <a:uFillTx/>
              <a:latin typeface="Montserrat" pitchFamily="2" charset="77"/>
              <a:ea typeface="+mn-ea"/>
              <a:cs typeface="+mn-cs"/>
            </a:endParaRPr>
          </a:p>
        </p:txBody>
      </p:sp>
      <p:sp>
        <p:nvSpPr>
          <p:cNvPr id="2" name="Text Placeholder 11">
            <a:extLst>
              <a:ext uri="{FF2B5EF4-FFF2-40B4-BE49-F238E27FC236}">
                <a16:creationId xmlns:a16="http://schemas.microsoft.com/office/drawing/2014/main" id="{440C7EC6-DBBB-DA51-BFFF-8CA5BC63AD30}"/>
              </a:ext>
            </a:extLst>
          </p:cNvPr>
          <p:cNvSpPr txBox="1">
            <a:spLocks/>
          </p:cNvSpPr>
          <p:nvPr/>
        </p:nvSpPr>
        <p:spPr>
          <a:xfrm>
            <a:off x="744629" y="4476565"/>
            <a:ext cx="799704" cy="47901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3200" b="0" i="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0795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6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4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2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2400">
                <a:solidFill>
                  <a:schemeClr val="accent1"/>
                </a:solidFill>
                <a:effectLst>
                  <a:outerShdw blurRad="381000" dist="25400" sx="102000" sy="102000" algn="ctr" rotWithShape="0">
                    <a:srgbClr val="006EE5">
                      <a:alpha val="15000"/>
                    </a:srgbClr>
                  </a:outerShdw>
                </a:effectLst>
                <a:latin typeface="Montserrat"/>
              </a:rPr>
              <a:t>08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>
                <a:outerShdw blurRad="381000" dist="25400" sx="102000" sy="102000" algn="ctr" rotWithShape="0">
                  <a:srgbClr val="006EE5">
                    <a:alpha val="15000"/>
                  </a:srgbClr>
                </a:outerShdw>
              </a:effectLst>
              <a:uLnTx/>
              <a:uFillTx/>
              <a:latin typeface="Montserrat" pitchFamily="2" charset="77"/>
              <a:ea typeface="+mn-ea"/>
              <a:cs typeface="+mn-cs"/>
            </a:endParaRPr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190299F6-71FD-C862-BBAE-0A1B505E3A82}"/>
              </a:ext>
            </a:extLst>
          </p:cNvPr>
          <p:cNvSpPr txBox="1">
            <a:spLocks/>
          </p:cNvSpPr>
          <p:nvPr/>
        </p:nvSpPr>
        <p:spPr>
          <a:xfrm>
            <a:off x="744629" y="4912826"/>
            <a:ext cx="799704" cy="47901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3200" b="0" i="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0795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6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4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2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2400">
                <a:solidFill>
                  <a:schemeClr val="accent1"/>
                </a:solidFill>
                <a:effectLst>
                  <a:outerShdw blurRad="381000" dist="25400" sx="102000" sy="102000" algn="ctr" rotWithShape="0">
                    <a:srgbClr val="006EE5">
                      <a:alpha val="15000"/>
                    </a:srgbClr>
                  </a:outerShdw>
                </a:effectLst>
                <a:latin typeface="Montserrat"/>
              </a:rPr>
              <a:t>09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>
                <a:outerShdw blurRad="381000" dist="25400" sx="102000" sy="102000" algn="ctr" rotWithShape="0">
                  <a:srgbClr val="006EE5">
                    <a:alpha val="15000"/>
                  </a:srgbClr>
                </a:outerShdw>
              </a:effectLst>
              <a:uLnTx/>
              <a:uFillTx/>
              <a:latin typeface="Montserrat" pitchFamily="2" charset="77"/>
              <a:ea typeface="+mn-ea"/>
              <a:cs typeface="+mn-cs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120E3D8-22F4-C94C-6FC1-F097D9CDE7B1}"/>
              </a:ext>
            </a:extLst>
          </p:cNvPr>
          <p:cNvCxnSpPr>
            <a:cxnSpLocks/>
          </p:cNvCxnSpPr>
          <p:nvPr/>
        </p:nvCxnSpPr>
        <p:spPr>
          <a:xfrm>
            <a:off x="744629" y="5288560"/>
            <a:ext cx="10479474" cy="0"/>
          </a:xfrm>
          <a:prstGeom prst="line">
            <a:avLst/>
          </a:prstGeom>
          <a:noFill/>
          <a:ln w="12700" cap="flat" cmpd="sng" algn="ctr">
            <a:solidFill>
              <a:schemeClr val="tx2"/>
            </a:solidFill>
            <a:prstDash val="solid"/>
            <a:miter lim="800000"/>
          </a:ln>
          <a:effectLst/>
        </p:spPr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8733F61-66C7-18F4-6938-676D88C48CC5}"/>
              </a:ext>
            </a:extLst>
          </p:cNvPr>
          <p:cNvCxnSpPr>
            <a:cxnSpLocks/>
          </p:cNvCxnSpPr>
          <p:nvPr/>
        </p:nvCxnSpPr>
        <p:spPr>
          <a:xfrm>
            <a:off x="744629" y="4883374"/>
            <a:ext cx="10479474" cy="0"/>
          </a:xfrm>
          <a:prstGeom prst="line">
            <a:avLst/>
          </a:prstGeom>
          <a:noFill/>
          <a:ln w="12700" cap="flat" cmpd="sng" algn="ctr">
            <a:solidFill>
              <a:schemeClr val="tx2"/>
            </a:solidFill>
            <a:prstDash val="solid"/>
            <a:miter lim="800000"/>
          </a:ln>
          <a:effectLst/>
        </p:spPr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F47A323-8294-0E08-D343-EAD02302621C}"/>
              </a:ext>
            </a:extLst>
          </p:cNvPr>
          <p:cNvCxnSpPr>
            <a:cxnSpLocks/>
          </p:cNvCxnSpPr>
          <p:nvPr/>
        </p:nvCxnSpPr>
        <p:spPr>
          <a:xfrm>
            <a:off x="721009" y="2050718"/>
            <a:ext cx="10479474" cy="0"/>
          </a:xfrm>
          <a:prstGeom prst="line">
            <a:avLst/>
          </a:prstGeom>
          <a:noFill/>
          <a:ln w="12700" cap="flat" cmpd="sng" algn="ctr">
            <a:solidFill>
              <a:schemeClr val="tx2"/>
            </a:solidFill>
            <a:prstDash val="solid"/>
            <a:miter lim="800000"/>
          </a:ln>
          <a:effectLst/>
        </p:spPr>
      </p:cxnSp>
    </p:spTree>
    <p:extLst>
      <p:ext uri="{BB962C8B-B14F-4D97-AF65-F5344CB8AC3E}">
        <p14:creationId xmlns:p14="http://schemas.microsoft.com/office/powerpoint/2010/main" val="4293065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  <p:extLst>
    <p:ext uri="{6950BFC3-D8DA-4A85-94F7-54DA5524770B}">
      <p188:commentRel xmlns:p188="http://schemas.microsoft.com/office/powerpoint/2018/8/main" r:id="rId3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E81D28-E381-D82D-4CE8-2AD86600F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363667B-981C-A7C5-B405-AF1006A4B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904" y="4970926"/>
            <a:ext cx="10831690" cy="1887074"/>
          </a:xfrm>
        </p:spPr>
        <p:txBody>
          <a:bodyPr/>
          <a:lstStyle/>
          <a:p>
            <a:r>
              <a:rPr lang="en-US" sz="4250" b="1">
                <a:latin typeface="Montserrat"/>
              </a:rPr>
              <a:t>01</a:t>
            </a:r>
            <a:r>
              <a:rPr lang="en-US" sz="4250">
                <a:latin typeface="Montserrat"/>
              </a:rPr>
              <a:t> Scope, Purpose, Objective/ Recap from Previous Session</a:t>
            </a:r>
            <a:br>
              <a:rPr lang="en-GB" sz="4400"/>
            </a:br>
            <a:br>
              <a:rPr lang="en-CA" sz="4400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8175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626BE-82DC-C3E0-175A-3A300D93E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840" y="272224"/>
            <a:ext cx="11375136" cy="609600"/>
          </a:xfrm>
        </p:spPr>
        <p:txBody>
          <a:bodyPr>
            <a:normAutofit/>
          </a:bodyPr>
          <a:lstStyle/>
          <a:p>
            <a:r>
              <a:rPr lang="en-US">
                <a:latin typeface="Montserrat"/>
              </a:rPr>
              <a:t>Scope, Purpose, Objectives</a:t>
            </a:r>
            <a:endParaRPr lang="en-US"/>
          </a:p>
        </p:txBody>
      </p:sp>
      <p:sp>
        <p:nvSpPr>
          <p:cNvPr id="1055" name="Rectangle 1054">
            <a:extLst>
              <a:ext uri="{FF2B5EF4-FFF2-40B4-BE49-F238E27FC236}">
                <a16:creationId xmlns:a16="http://schemas.microsoft.com/office/drawing/2014/main" id="{741648DD-4218-4BE8-7835-E2FEC3AD90A5}"/>
              </a:ext>
            </a:extLst>
          </p:cNvPr>
          <p:cNvSpPr/>
          <p:nvPr/>
        </p:nvSpPr>
        <p:spPr>
          <a:xfrm>
            <a:off x="668741" y="1709382"/>
            <a:ext cx="3324971" cy="4226647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Montserrat" pitchFamily="2" charset="77"/>
            </a:endParaRPr>
          </a:p>
        </p:txBody>
      </p:sp>
      <p:sp>
        <p:nvSpPr>
          <p:cNvPr id="1064" name="Rectangle 1063">
            <a:extLst>
              <a:ext uri="{FF2B5EF4-FFF2-40B4-BE49-F238E27FC236}">
                <a16:creationId xmlns:a16="http://schemas.microsoft.com/office/drawing/2014/main" id="{8B61822E-C6DD-3567-E7D0-EB09E981B1A4}"/>
              </a:ext>
            </a:extLst>
          </p:cNvPr>
          <p:cNvSpPr/>
          <p:nvPr/>
        </p:nvSpPr>
        <p:spPr>
          <a:xfrm>
            <a:off x="4433248" y="1720754"/>
            <a:ext cx="3313065" cy="4226647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Montserrat" pitchFamily="2" charset="77"/>
            </a:endParaRPr>
          </a:p>
        </p:txBody>
      </p:sp>
      <p:sp>
        <p:nvSpPr>
          <p:cNvPr id="1065" name="Rectangle 1064">
            <a:extLst>
              <a:ext uri="{FF2B5EF4-FFF2-40B4-BE49-F238E27FC236}">
                <a16:creationId xmlns:a16="http://schemas.microsoft.com/office/drawing/2014/main" id="{62FBCF2D-842F-77C1-E421-560EFB911469}"/>
              </a:ext>
            </a:extLst>
          </p:cNvPr>
          <p:cNvSpPr/>
          <p:nvPr/>
        </p:nvSpPr>
        <p:spPr>
          <a:xfrm>
            <a:off x="8288740" y="1720753"/>
            <a:ext cx="3336877" cy="4214740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Montserrat" pitchFamily="2" charset="77"/>
            </a:endParaRPr>
          </a:p>
        </p:txBody>
      </p:sp>
      <p:sp>
        <p:nvSpPr>
          <p:cNvPr id="1066" name="Rectangle 1065">
            <a:extLst>
              <a:ext uri="{FF2B5EF4-FFF2-40B4-BE49-F238E27FC236}">
                <a16:creationId xmlns:a16="http://schemas.microsoft.com/office/drawing/2014/main" id="{F7AC8526-0BC0-5086-C656-0FB2FF4449F2}"/>
              </a:ext>
            </a:extLst>
          </p:cNvPr>
          <p:cNvSpPr/>
          <p:nvPr/>
        </p:nvSpPr>
        <p:spPr>
          <a:xfrm>
            <a:off x="663765" y="1101629"/>
            <a:ext cx="3325504" cy="61869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Montserrat" pitchFamily="2" charset="77"/>
            </a:endParaRPr>
          </a:p>
        </p:txBody>
      </p:sp>
      <p:sp>
        <p:nvSpPr>
          <p:cNvPr id="1068" name="Rectangle 1067">
            <a:extLst>
              <a:ext uri="{FF2B5EF4-FFF2-40B4-BE49-F238E27FC236}">
                <a16:creationId xmlns:a16="http://schemas.microsoft.com/office/drawing/2014/main" id="{A89469BA-CFF6-D096-4A3C-61901337270E}"/>
              </a:ext>
            </a:extLst>
          </p:cNvPr>
          <p:cNvSpPr/>
          <p:nvPr/>
        </p:nvSpPr>
        <p:spPr>
          <a:xfrm>
            <a:off x="4428272" y="1101628"/>
            <a:ext cx="3325504" cy="61869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Montserrat" pitchFamily="2" charset="77"/>
            </a:endParaRPr>
          </a:p>
        </p:txBody>
      </p:sp>
      <p:sp>
        <p:nvSpPr>
          <p:cNvPr id="1069" name="Rectangle 1068">
            <a:extLst>
              <a:ext uri="{FF2B5EF4-FFF2-40B4-BE49-F238E27FC236}">
                <a16:creationId xmlns:a16="http://schemas.microsoft.com/office/drawing/2014/main" id="{7D1D11F0-635C-A5D2-ABC6-26B771A1B782}"/>
              </a:ext>
            </a:extLst>
          </p:cNvPr>
          <p:cNvSpPr/>
          <p:nvPr/>
        </p:nvSpPr>
        <p:spPr>
          <a:xfrm>
            <a:off x="8343295" y="1101627"/>
            <a:ext cx="3277880" cy="61869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Montserrat" pitchFamily="2" charset="77"/>
            </a:endParaRPr>
          </a:p>
        </p:txBody>
      </p:sp>
      <p:sp>
        <p:nvSpPr>
          <p:cNvPr id="1070" name="TextBox 1069">
            <a:extLst>
              <a:ext uri="{FF2B5EF4-FFF2-40B4-BE49-F238E27FC236}">
                <a16:creationId xmlns:a16="http://schemas.microsoft.com/office/drawing/2014/main" id="{3488D4D5-5CD8-4795-9990-CE0CF387E5E3}"/>
              </a:ext>
            </a:extLst>
          </p:cNvPr>
          <p:cNvSpPr txBox="1"/>
          <p:nvPr/>
        </p:nvSpPr>
        <p:spPr>
          <a:xfrm>
            <a:off x="1132048" y="1105142"/>
            <a:ext cx="2402006" cy="892552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>
                <a:solidFill>
                  <a:srgbClr val="1866AE"/>
                </a:solidFill>
                <a:latin typeface="Montserrat"/>
                <a:ea typeface="+mj-ea"/>
                <a:cs typeface="+mj-cs"/>
              </a:rPr>
              <a:t>Scope</a:t>
            </a:r>
          </a:p>
          <a:p>
            <a:endParaRPr lang="en-US" sz="1000">
              <a:latin typeface="Montserrat" pitchFamily="2" charset="77"/>
            </a:endParaRPr>
          </a:p>
          <a:p>
            <a:endParaRPr lang="en-US" sz="1000">
              <a:latin typeface="Montserrat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1735DA-84BE-BABC-7597-E1E0AC846AEA}"/>
              </a:ext>
            </a:extLst>
          </p:cNvPr>
          <p:cNvSpPr txBox="1"/>
          <p:nvPr/>
        </p:nvSpPr>
        <p:spPr>
          <a:xfrm>
            <a:off x="4906329" y="1105142"/>
            <a:ext cx="2402006" cy="892552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>
                <a:solidFill>
                  <a:srgbClr val="1866AE"/>
                </a:solidFill>
                <a:latin typeface="Montserrat"/>
                <a:ea typeface="+mj-ea"/>
                <a:cs typeface="+mj-cs"/>
              </a:rPr>
              <a:t>Purpose</a:t>
            </a:r>
          </a:p>
          <a:p>
            <a:endParaRPr lang="en-US" sz="1000">
              <a:latin typeface="Montserrat" pitchFamily="2" charset="77"/>
            </a:endParaRPr>
          </a:p>
          <a:p>
            <a:endParaRPr lang="en-US" sz="1000">
              <a:latin typeface="Montserrat" pitchFamily="2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274CF1-E679-4FA2-4961-699915B99E26}"/>
              </a:ext>
            </a:extLst>
          </p:cNvPr>
          <p:cNvSpPr txBox="1"/>
          <p:nvPr/>
        </p:nvSpPr>
        <p:spPr>
          <a:xfrm>
            <a:off x="8752048" y="1105142"/>
            <a:ext cx="2402006" cy="892552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>
                <a:solidFill>
                  <a:srgbClr val="1866AE"/>
                </a:solidFill>
                <a:latin typeface="Montserrat"/>
                <a:ea typeface="+mj-ea"/>
                <a:cs typeface="+mj-cs"/>
              </a:rPr>
              <a:t>Objective</a:t>
            </a:r>
          </a:p>
          <a:p>
            <a:endParaRPr lang="en-US" sz="1000">
              <a:latin typeface="Montserrat" pitchFamily="2" charset="77"/>
            </a:endParaRPr>
          </a:p>
          <a:p>
            <a:endParaRPr lang="en-US" sz="1000">
              <a:latin typeface="Montserrat" pitchFamily="2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0B2ECB-81D5-58D2-6118-D4651F04DC2A}"/>
              </a:ext>
            </a:extLst>
          </p:cNvPr>
          <p:cNvSpPr txBox="1"/>
          <p:nvPr/>
        </p:nvSpPr>
        <p:spPr>
          <a:xfrm>
            <a:off x="804175" y="1806066"/>
            <a:ext cx="3040854" cy="156966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solidFill>
                  <a:schemeClr val="bg1"/>
                </a:solidFill>
                <a:latin typeface="Montserrat"/>
                <a:ea typeface="+mj-ea"/>
                <a:cs typeface="+mj-cs"/>
              </a:rPr>
              <a:t>Scope of this document covers the to-be state for Correspondence &amp; Integrations processes between SAP Service Cloud v2 and SAP S4HANA</a:t>
            </a:r>
            <a:r>
              <a:rPr lang="en-US" sz="1600">
                <a:solidFill>
                  <a:srgbClr val="1866AE"/>
                </a:solidFill>
                <a:latin typeface="Montserrat"/>
                <a:ea typeface="+mj-ea"/>
                <a:cs typeface="+mj-cs"/>
              </a:rPr>
              <a:t>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0222EA-B48B-A73B-8B97-C9D2C354B0CD}"/>
              </a:ext>
            </a:extLst>
          </p:cNvPr>
          <p:cNvSpPr txBox="1"/>
          <p:nvPr/>
        </p:nvSpPr>
        <p:spPr>
          <a:xfrm>
            <a:off x="4561049" y="1801867"/>
            <a:ext cx="3044942" cy="1138773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solidFill>
                  <a:schemeClr val="bg1"/>
                </a:solidFill>
                <a:latin typeface="Montserrat"/>
                <a:ea typeface="+mj-ea"/>
                <a:cs typeface="+mj-cs"/>
              </a:rPr>
              <a:t>Describe the process of Correspondence &amp; Integrations</a:t>
            </a:r>
            <a:endParaRPr lang="en-US" sz="1600">
              <a:solidFill>
                <a:schemeClr val="bg1"/>
              </a:solidFill>
              <a:ea typeface="+mj-ea"/>
              <a:cs typeface="+mj-cs"/>
            </a:endParaRPr>
          </a:p>
          <a:p>
            <a:endParaRPr lang="en-US" sz="1000">
              <a:latin typeface="Montserrat" pitchFamily="2" charset="77"/>
            </a:endParaRPr>
          </a:p>
          <a:p>
            <a:endParaRPr lang="en-US" sz="1000">
              <a:latin typeface="Montserrat" pitchFamily="2" charset="7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7A8F84-D62C-19BE-A519-41A2E08899EA}"/>
              </a:ext>
            </a:extLst>
          </p:cNvPr>
          <p:cNvSpPr txBox="1"/>
          <p:nvPr/>
        </p:nvSpPr>
        <p:spPr>
          <a:xfrm>
            <a:off x="8418673" y="1801867"/>
            <a:ext cx="3128285" cy="446276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600">
                <a:solidFill>
                  <a:schemeClr val="bg1"/>
                </a:solidFill>
                <a:latin typeface="Montserrat"/>
                <a:ea typeface="+mj-ea"/>
                <a:cs typeface="+mj-cs"/>
              </a:rPr>
              <a:t>Offer a holistic view of all the key elements of the to-be process including organization/roles, configuration or customization if needed, data, reporting, security, and controls requirements. </a:t>
            </a:r>
            <a:endParaRPr lang="en-US">
              <a:solidFill>
                <a:schemeClr val="bg1"/>
              </a:solidFill>
              <a:latin typeface="Montserrat"/>
              <a:ea typeface="+mj-ea"/>
              <a:cs typeface="+mj-cs"/>
            </a:endParaRPr>
          </a:p>
          <a:p>
            <a:pPr marL="285750" indent="-285750">
              <a:buFont typeface="Arial"/>
              <a:buChar char="•"/>
            </a:pPr>
            <a:r>
              <a:rPr lang="en-US" sz="1600">
                <a:solidFill>
                  <a:schemeClr val="bg1"/>
                </a:solidFill>
                <a:latin typeface="Montserrat"/>
                <a:ea typeface="+mj-ea"/>
                <a:cs typeface="+mj-cs"/>
              </a:rPr>
              <a:t>Define the target-state ownership and L3 processes. </a:t>
            </a:r>
            <a:endParaRPr lang="en-US">
              <a:solidFill>
                <a:schemeClr val="bg1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 sz="1600">
                <a:solidFill>
                  <a:schemeClr val="bg1"/>
                </a:solidFill>
                <a:latin typeface="Montserrat"/>
                <a:ea typeface="+mj-ea"/>
                <a:cs typeface="+mj-cs"/>
              </a:rPr>
              <a:t>Document key assumptions/decisions and outline any FRICE-W's and reports. </a:t>
            </a:r>
            <a:endParaRPr lang="en-US">
              <a:solidFill>
                <a:schemeClr val="bg1"/>
              </a:solidFill>
              <a:ea typeface="+mj-ea"/>
              <a:cs typeface="+mj-cs"/>
            </a:endParaRPr>
          </a:p>
          <a:p>
            <a:endParaRPr lang="en-US">
              <a:solidFill>
                <a:schemeClr val="bg1"/>
              </a:solidFill>
              <a:latin typeface="Montserrat"/>
              <a:ea typeface="+mj-ea"/>
              <a:cs typeface="+mj-cs"/>
            </a:endParaRPr>
          </a:p>
          <a:p>
            <a:endParaRPr lang="en-US" sz="1000">
              <a:latin typeface="Montserra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8085445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A06D9-97D5-976B-6B7D-37ADA96519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F46CD-1144-6554-DF58-B2D391AF6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>
                <a:latin typeface="Montserrat"/>
              </a:rPr>
              <a:t>Ownership</a:t>
            </a:r>
            <a:endParaRPr lang="en-US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F068F04F-6DFB-171B-FC7A-BD61AE783CD5}"/>
              </a:ext>
            </a:extLst>
          </p:cNvPr>
          <p:cNvSpPr txBox="1">
            <a:spLocks/>
          </p:cNvSpPr>
          <p:nvPr/>
        </p:nvSpPr>
        <p:spPr>
          <a:xfrm>
            <a:off x="535657" y="4756766"/>
            <a:ext cx="3749040" cy="1585049"/>
          </a:xfrm>
          <a:prstGeom prst="rect">
            <a:avLst/>
          </a:prstGeom>
          <a:noFill/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91440" tIns="45720" rIns="91440" bIns="45720" anchor="t">
            <a:spAutoFit/>
          </a:bodyPr>
          <a:lstStyle>
            <a:defPPr marL="0" marR="0" indent="0" algn="l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Montserrat"/>
              </a:defRPr>
            </a:defPPr>
            <a:lvl1pPr>
              <a:spcAft>
                <a:spcPts val="1200"/>
              </a:spcAft>
              <a:defRPr sz="1200">
                <a:solidFill>
                  <a:schemeClr val="accent1"/>
                </a:solidFill>
                <a:latin typeface="Montserrat"/>
              </a:defRPr>
            </a:lvl1pPr>
            <a:lvl2pPr marL="233363" indent="-233363" defTabSz="580412" eaLnBrk="1" hangingPunct="1">
              <a:lnSpc>
                <a:spcPct val="110000"/>
              </a:lnSpc>
              <a:spcAft>
                <a:spcPts val="200"/>
              </a:spcAft>
              <a:buSzPct val="100000"/>
              <a:buChar char="–"/>
              <a:defRPr sz="1200">
                <a:solidFill>
                  <a:schemeClr val="tx1"/>
                </a:solidFill>
                <a:latin typeface="Montserrat"/>
                <a:ea typeface="+mj-ea"/>
                <a:cs typeface="+mj-cs"/>
              </a:defRPr>
            </a:lvl2pPr>
            <a:lvl3pPr marL="457200" indent="-223838" defTabSz="580412" eaLnBrk="1" hangingPunct="1">
              <a:lnSpc>
                <a:spcPct val="110000"/>
              </a:lnSpc>
              <a:spcAft>
                <a:spcPts val="200"/>
              </a:spcAft>
              <a:buSzPct val="100000"/>
              <a:buChar char="•"/>
              <a:defRPr sz="1200">
                <a:solidFill>
                  <a:schemeClr val="tx1"/>
                </a:solidFill>
                <a:latin typeface="Montserrat"/>
                <a:ea typeface="+mj-ea"/>
                <a:cs typeface="+mj-cs"/>
              </a:defRPr>
            </a:lvl3pPr>
            <a:lvl4pPr marL="690563" indent="-233363" defTabSz="580412" eaLnBrk="1" hangingPunct="1">
              <a:lnSpc>
                <a:spcPct val="110000"/>
              </a:lnSpc>
              <a:spcAft>
                <a:spcPts val="200"/>
              </a:spcAft>
              <a:buSzPct val="100000"/>
              <a:buChar char="–"/>
              <a:defRPr sz="1200">
                <a:solidFill>
                  <a:schemeClr val="tx1"/>
                </a:solidFill>
                <a:latin typeface="Montserrat"/>
                <a:ea typeface="+mj-ea"/>
                <a:cs typeface="+mj-cs"/>
              </a:defRPr>
            </a:lvl4pPr>
            <a:lvl5pPr marL="914400" indent="-223838" defTabSz="580412" eaLnBrk="1" hangingPunct="1">
              <a:lnSpc>
                <a:spcPct val="110000"/>
              </a:lnSpc>
              <a:spcAft>
                <a:spcPts val="200"/>
              </a:spcAft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Montserrat"/>
                <a:ea typeface="+mj-ea"/>
                <a:cs typeface="+mj-cs"/>
              </a:defRPr>
            </a:lvl5pPr>
            <a:lvl6pPr marL="921162" indent="-194427" defTabSz="1218712" eaLnBrk="1" hangingPunct="1">
              <a:spcBef>
                <a:spcPts val="1450"/>
              </a:spcBef>
              <a:buSzPct val="100000"/>
              <a:buChar char="»"/>
              <a:defRPr sz="1200">
                <a:latin typeface="Montserrat"/>
                <a:ea typeface="+mj-ea"/>
                <a:cs typeface="+mj-cs"/>
              </a:defRPr>
            </a:lvl6pPr>
            <a:lvl7pPr marL="1102374" indent="-194427" defTabSz="1218712" eaLnBrk="1" hangingPunct="1">
              <a:spcBef>
                <a:spcPts val="1450"/>
              </a:spcBef>
              <a:buSzPct val="100000"/>
              <a:buChar char="»"/>
              <a:defRPr sz="1200">
                <a:latin typeface="Montserrat"/>
                <a:ea typeface="+mj-ea"/>
                <a:cs typeface="+mj-cs"/>
              </a:defRPr>
            </a:lvl7pPr>
            <a:lvl8pPr marL="1283586" indent="-194427" defTabSz="1218712" eaLnBrk="1" hangingPunct="1">
              <a:spcBef>
                <a:spcPts val="1450"/>
              </a:spcBef>
              <a:buSzPct val="100000"/>
              <a:buChar char="»"/>
              <a:defRPr sz="1200">
                <a:latin typeface="Montserrat"/>
                <a:ea typeface="+mj-ea"/>
                <a:cs typeface="+mj-cs"/>
              </a:defRPr>
            </a:lvl8pPr>
            <a:lvl9pPr marL="1464798" indent="-194427" defTabSz="1218712" eaLnBrk="1" hangingPunct="1">
              <a:spcBef>
                <a:spcPts val="1450"/>
              </a:spcBef>
              <a:buSzPct val="100000"/>
              <a:buChar char="»"/>
              <a:defRPr sz="1200">
                <a:latin typeface="Montserrat"/>
                <a:ea typeface="+mj-ea"/>
                <a:cs typeface="+mj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sz="1200">
                <a:latin typeface="Montserrat"/>
              </a:defRPr>
            </a:pPr>
            <a:r>
              <a:rPr kumimoji="0" lang="en-US" sz="1200" i="0" u="none" strike="noStrike" kern="1200" cap="none" spc="0" normalizeH="0" baseline="0" noProof="0">
                <a:ln>
                  <a:noFill/>
                </a:ln>
                <a:solidFill>
                  <a:srgbClr val="0067A4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WORKSHOP FACILITATION 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latin typeface="Montserrat"/>
              </a:defRPr>
            </a:pPr>
            <a:r>
              <a:rPr kumimoji="0" lang="en-US" sz="12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Facilitator</a:t>
            </a: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: </a:t>
            </a:r>
            <a:r>
              <a:rPr lang="en-US" b="1">
                <a:solidFill>
                  <a:srgbClr val="000000"/>
                </a:solidFill>
              </a:rPr>
              <a:t>Jose</a:t>
            </a: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Diaz</a:t>
            </a:r>
            <a:r>
              <a:rPr lang="en-US" b="1">
                <a:solidFill>
                  <a:srgbClr val="000000"/>
                </a:solidFill>
              </a:rPr>
              <a:t>, Mohanta Das</a:t>
            </a:r>
            <a:endParaRPr lang="en-US" sz="1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 sz="1200">
                <a:latin typeface="Montserrat"/>
              </a:defRPr>
            </a:pPr>
            <a:r>
              <a:rPr kumimoji="0" lang="en-US" sz="12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IBM Scribe: </a:t>
            </a:r>
            <a:r>
              <a:rPr lang="en-US" sz="1200" b="1">
                <a:solidFill>
                  <a:srgbClr val="000000"/>
                </a:solidFill>
              </a:rPr>
              <a:t>Taylor </a:t>
            </a:r>
            <a:r>
              <a:rPr lang="en-US" sz="1200" b="1" err="1">
                <a:solidFill>
                  <a:srgbClr val="000000"/>
                </a:solidFill>
              </a:rPr>
              <a:t>Ilov</a:t>
            </a:r>
            <a:endParaRPr lang="en-US" sz="1200" b="1">
              <a:solidFill>
                <a:srgbClr val="000000"/>
              </a:solidFill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latin typeface="Montserrat"/>
              </a:defRPr>
            </a:pPr>
            <a:r>
              <a:rPr kumimoji="0" lang="en-US" sz="12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Change Impacts: </a:t>
            </a:r>
            <a:r>
              <a:rPr lang="en-US" b="1">
                <a:solidFill>
                  <a:srgbClr val="000000"/>
                </a:solidFill>
              </a:rPr>
              <a:t>Olivia Shen, </a:t>
            </a:r>
            <a:r>
              <a:rPr lang="en-US">
                <a:solidFill>
                  <a:srgbClr val="000000"/>
                </a:solidFill>
              </a:rPr>
              <a:t>Julie</a:t>
            </a:r>
            <a:r>
              <a:rPr kumimoji="0" lang="en-US" sz="12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Vandblarcum</a:t>
            </a:r>
            <a:r>
              <a:rPr lang="en-US">
                <a:solidFill>
                  <a:srgbClr val="000000"/>
                </a:solidFill>
              </a:rPr>
              <a:t>, </a:t>
            </a:r>
            <a:endParaRPr lang="en-US" sz="120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 sz="1200">
                <a:latin typeface="Montserrat"/>
              </a:defRPr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 pitchFamily="2" charset="77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573676-BFE1-83AA-90C9-0699928A0949}"/>
              </a:ext>
            </a:extLst>
          </p:cNvPr>
          <p:cNvSpPr txBox="1"/>
          <p:nvPr/>
        </p:nvSpPr>
        <p:spPr>
          <a:xfrm>
            <a:off x="4298472" y="4756766"/>
            <a:ext cx="2482339" cy="150810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sz="1200">
                <a:latin typeface="Montserrat"/>
              </a:defRPr>
            </a:pPr>
            <a:r>
              <a:rPr kumimoji="0" lang="en-US" sz="1200" i="0" u="none" strike="noStrike" kern="1200" cap="none" spc="0" normalizeH="0" baseline="0" noProof="0">
                <a:ln>
                  <a:noFill/>
                </a:ln>
                <a:solidFill>
                  <a:srgbClr val="0067A4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CE PARTICIPANTS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  <a:defRPr sz="1200">
                <a:latin typeface="Montserrat"/>
              </a:defRPr>
            </a:pPr>
            <a:r>
              <a:rPr kumimoji="0" lang="en-US" sz="12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</a:rPr>
              <a:t>Global Process Owner: </a:t>
            </a: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</a:rPr>
              <a:t>Tarah Wilson</a:t>
            </a:r>
            <a:r>
              <a:rPr lang="en-US" sz="1200" b="1">
                <a:solidFill>
                  <a:srgbClr val="000000"/>
                </a:solidFill>
                <a:latin typeface="Montserrat"/>
              </a:rPr>
              <a:t>, Julie </a:t>
            </a:r>
            <a:r>
              <a:rPr lang="en-US" sz="1200" b="1" err="1">
                <a:solidFill>
                  <a:srgbClr val="000000"/>
                </a:solidFill>
                <a:latin typeface="Montserrat"/>
              </a:rPr>
              <a:t>Vandblarcum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,Sans-Serif"/>
              <a:buChar char="•"/>
              <a:tabLst/>
              <a:defRPr sz="1200">
                <a:latin typeface="Montserrat"/>
              </a:defRPr>
            </a:pPr>
            <a:r>
              <a:rPr kumimoji="0" lang="en-US" sz="12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</a:rPr>
              <a:t>SMEs </a:t>
            </a:r>
            <a:r>
              <a:rPr kumimoji="0" lang="en-US" sz="1200" i="0" u="none" strike="noStrike" kern="1200" cap="none" spc="0" normalizeH="0" baseline="0" noProof="0">
                <a:ln>
                  <a:noFill/>
                </a:ln>
                <a:solidFill>
                  <a:srgbClr val="0067A4"/>
                </a:solidFill>
                <a:effectLst/>
                <a:uLnTx/>
                <a:uFillTx/>
                <a:latin typeface="Montserrat"/>
              </a:rPr>
              <a:t> </a:t>
            </a:r>
            <a:endParaRPr lang="en-US" sz="1200" i="0" u="none" strike="noStrike" kern="1200" cap="none" spc="0" normalizeH="0" baseline="0" noProof="0">
              <a:ln>
                <a:noFill/>
              </a:ln>
              <a:solidFill>
                <a:srgbClr val="0067A4"/>
              </a:solidFill>
              <a:effectLst/>
              <a:uLnTx/>
              <a:uFillTx/>
              <a:latin typeface="Montserra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sz="1200">
                <a:latin typeface="Montserrat"/>
              </a:defRPr>
            </a:pPr>
            <a:r>
              <a:rPr kumimoji="0" lang="en-US" sz="1200" i="0" u="none" strike="noStrike" kern="1200" cap="none" spc="0" normalizeH="0" baseline="0" noProof="0">
                <a:ln>
                  <a:noFill/>
                </a:ln>
                <a:solidFill>
                  <a:srgbClr val="0067A4"/>
                </a:solidFill>
                <a:effectLst/>
                <a:uLnTx/>
                <a:uFillTx/>
                <a:latin typeface="Montserrat"/>
              </a:rPr>
              <a:t> </a:t>
            </a:r>
            <a:endParaRPr lang="en-US" sz="1200" i="0" u="none" strike="noStrike" kern="1200" cap="none" spc="0" normalizeH="0" baseline="0" noProof="0">
              <a:ln>
                <a:noFill/>
              </a:ln>
              <a:solidFill>
                <a:srgbClr val="0067A4"/>
              </a:solidFill>
              <a:effectLst/>
              <a:uLnTx/>
              <a:uFillTx/>
              <a:latin typeface="Montserrat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17F055A7-BB2E-3BF1-B0E5-02D3240DD0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7095039"/>
              </p:ext>
            </p:extLst>
          </p:nvPr>
        </p:nvGraphicFramePr>
        <p:xfrm>
          <a:off x="420567" y="1240385"/>
          <a:ext cx="11599853" cy="26723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0032">
                  <a:extLst>
                    <a:ext uri="{9D8B030D-6E8A-4147-A177-3AD203B41FA5}">
                      <a16:colId xmlns:a16="http://schemas.microsoft.com/office/drawing/2014/main" val="1046793142"/>
                    </a:ext>
                  </a:extLst>
                </a:gridCol>
                <a:gridCol w="1072893">
                  <a:extLst>
                    <a:ext uri="{9D8B030D-6E8A-4147-A177-3AD203B41FA5}">
                      <a16:colId xmlns:a16="http://schemas.microsoft.com/office/drawing/2014/main" val="1451434593"/>
                    </a:ext>
                  </a:extLst>
                </a:gridCol>
                <a:gridCol w="1743454">
                  <a:extLst>
                    <a:ext uri="{9D8B030D-6E8A-4147-A177-3AD203B41FA5}">
                      <a16:colId xmlns:a16="http://schemas.microsoft.com/office/drawing/2014/main" val="4290049925"/>
                    </a:ext>
                  </a:extLst>
                </a:gridCol>
                <a:gridCol w="2426208">
                  <a:extLst>
                    <a:ext uri="{9D8B030D-6E8A-4147-A177-3AD203B41FA5}">
                      <a16:colId xmlns:a16="http://schemas.microsoft.com/office/drawing/2014/main" val="3896140478"/>
                    </a:ext>
                  </a:extLst>
                </a:gridCol>
                <a:gridCol w="1353312">
                  <a:extLst>
                    <a:ext uri="{9D8B030D-6E8A-4147-A177-3AD203B41FA5}">
                      <a16:colId xmlns:a16="http://schemas.microsoft.com/office/drawing/2014/main" val="578382920"/>
                    </a:ext>
                  </a:extLst>
                </a:gridCol>
                <a:gridCol w="1950720">
                  <a:extLst>
                    <a:ext uri="{9D8B030D-6E8A-4147-A177-3AD203B41FA5}">
                      <a16:colId xmlns:a16="http://schemas.microsoft.com/office/drawing/2014/main" val="2744401575"/>
                    </a:ext>
                  </a:extLst>
                </a:gridCol>
                <a:gridCol w="1273234">
                  <a:extLst>
                    <a:ext uri="{9D8B030D-6E8A-4147-A177-3AD203B41FA5}">
                      <a16:colId xmlns:a16="http://schemas.microsoft.com/office/drawing/2014/main" val="2844718432"/>
                    </a:ext>
                  </a:extLst>
                </a:gridCol>
              </a:tblGrid>
              <a:tr h="398063"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 b="1" i="0">
                          <a:solidFill>
                            <a:srgbClr val="FFFFFF"/>
                          </a:solidFill>
                          <a:effectLst/>
                          <a:latin typeface="Montserrat"/>
                        </a:rPr>
                        <a:t>Workshop/PDD </a:t>
                      </a:r>
                      <a:endParaRPr lang="en-US" sz="1400" b="1">
                        <a:solidFill>
                          <a:srgbClr val="231F20"/>
                        </a:solidFill>
                        <a:effectLst/>
                        <a:latin typeface="Montserra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 b="1" i="0">
                          <a:solidFill>
                            <a:srgbClr val="FFFFFF"/>
                          </a:solidFill>
                          <a:effectLst/>
                          <a:latin typeface="Montserrat"/>
                        </a:rPr>
                        <a:t>Level 1</a:t>
                      </a:r>
                      <a:endParaRPr lang="en-US" sz="1400" b="1">
                        <a:solidFill>
                          <a:srgbClr val="231F20"/>
                        </a:solidFill>
                        <a:effectLst/>
                        <a:latin typeface="Montserra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 b="1" i="0">
                          <a:solidFill>
                            <a:srgbClr val="FFFFFF"/>
                          </a:solidFill>
                          <a:effectLst/>
                          <a:latin typeface="Montserrat"/>
                        </a:rPr>
                        <a:t>Level 2</a:t>
                      </a:r>
                      <a:endParaRPr lang="en-US" sz="1400" b="1">
                        <a:solidFill>
                          <a:srgbClr val="231F20"/>
                        </a:solidFill>
                        <a:effectLst/>
                        <a:latin typeface="Montserra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 b="1" i="0">
                          <a:solidFill>
                            <a:srgbClr val="FFFFFF"/>
                          </a:solidFill>
                          <a:effectLst/>
                          <a:latin typeface="Montserrat"/>
                        </a:rPr>
                        <a:t>Level 3</a:t>
                      </a:r>
                      <a:endParaRPr lang="en-US" sz="1400" b="1">
                        <a:solidFill>
                          <a:srgbClr val="231F20"/>
                        </a:solidFill>
                        <a:effectLst/>
                        <a:latin typeface="Montserra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400"/>
                        <a:t>Teams Impacted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400"/>
                        <a:t>Business Process Owner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400"/>
                        <a:t>Reviewer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3717236"/>
                  </a:ext>
                </a:extLst>
              </a:tr>
              <a:tr h="772713">
                <a:tc rowSpan="3">
                  <a:txBody>
                    <a:bodyPr/>
                    <a:lstStyle/>
                    <a:p>
                      <a:pPr marL="0" marR="0" lvl="0" indent="0" algn="l" rtl="0">
                        <a:lnSpc>
                          <a:spcPts val="16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Montserrat"/>
                        </a:rPr>
                        <a:t>23.0 A-1 Correspondence &amp; Integrations </a:t>
                      </a:r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marL="0" marR="0" lvl="0" indent="0" algn="l" rtl="0">
                        <a:lnSpc>
                          <a:spcPts val="16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400" i="0">
                          <a:solidFill>
                            <a:srgbClr val="000000"/>
                          </a:solidFill>
                          <a:effectLst/>
                          <a:latin typeface="Montserrat"/>
                        </a:rPr>
                        <a:t>Manage Customer Service</a:t>
                      </a:r>
                      <a:endParaRPr lang="en-US" sz="1400">
                        <a:solidFill>
                          <a:srgbClr val="231F20"/>
                        </a:solidFill>
                        <a:effectLst/>
                        <a:latin typeface="Montserrat"/>
                      </a:endParaRPr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marL="0" marR="0" lvl="0" indent="0" algn="l">
                        <a:lnSpc>
                          <a:spcPts val="16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>
                          <a:solidFill>
                            <a:srgbClr val="000000"/>
                          </a:solidFill>
                          <a:effectLst/>
                          <a:latin typeface="Montserrat"/>
                        </a:rPr>
                        <a:t>Correspondence &amp; Integrations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</a:rPr>
                        <a:t>23.1 Correspondence</a:t>
                      </a:r>
                      <a:endParaRPr lang="en-US" sz="1400" b="1">
                        <a:solidFill>
                          <a:srgbClr val="231F20"/>
                        </a:solidFill>
                        <a:effectLst/>
                        <a:latin typeface="Montserrat"/>
                      </a:endParaRP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/>
                        <a:t>Customer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/>
                        <a:t>Tarah Wilson, </a:t>
                      </a:r>
                      <a:r>
                        <a:rPr lang="en-US" sz="1400" b="1" i="0" u="none" strike="noStrike" noProof="0">
                          <a:latin typeface="Montserrat"/>
                        </a:rPr>
                        <a:t>Julie</a:t>
                      </a:r>
                      <a:endParaRPr lang="en-US" b="1"/>
                    </a:p>
                    <a:p>
                      <a:pPr lvl="0">
                        <a:buNone/>
                      </a:pPr>
                      <a:r>
                        <a:rPr lang="en-US" sz="1400" b="1" i="0" u="none" strike="noStrike" noProof="0" err="1">
                          <a:latin typeface="Montserrat"/>
                        </a:rPr>
                        <a:t>Vandblarcum</a:t>
                      </a:r>
                      <a:r>
                        <a:rPr lang="en-US" sz="1400" b="1" i="0" u="none" strike="noStrike" noProof="0">
                          <a:latin typeface="Montserrat"/>
                        </a:rPr>
                        <a:t> </a:t>
                      </a:r>
                      <a:endParaRPr lang="en-US" sz="14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Montserrat"/>
                        </a:rPr>
                        <a:t>Customer Core Team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6243378"/>
                  </a:ext>
                </a:extLst>
              </a:tr>
              <a:tr h="690758">
                <a:tc vMerge="1">
                  <a:txBody>
                    <a:bodyPr/>
                    <a:lstStyle/>
                    <a:p>
                      <a:pPr defTabSz="609585">
                        <a:tabLst/>
                        <a:defRPr sz="1200">
                          <a:latin typeface="Montserrat"/>
                        </a:defRPr>
                      </a:pPr>
                      <a:endParaRPr lang="en-US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defTabSz="609585">
                        <a:tabLst/>
                        <a:defRPr sz="1200">
                          <a:latin typeface="Montserrat"/>
                        </a:defRPr>
                      </a:pPr>
                      <a:endParaRPr lang="en-US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defTabSz="609585">
                        <a:tabLst/>
                        <a:defRPr sz="1200">
                          <a:latin typeface="Montserrat"/>
                        </a:defRPr>
                      </a:pP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noProof="0">
                          <a:solidFill>
                            <a:srgbClr val="000000"/>
                          </a:solidFill>
                          <a:effectLst/>
                          <a:latin typeface="Montserrat"/>
                        </a:rPr>
                        <a:t>23.1 View Invoices</a:t>
                      </a:r>
                      <a:endParaRPr lang="en-US" sz="1400" b="0" i="0" u="none" strike="noStrike" noProof="0">
                        <a:solidFill>
                          <a:srgbClr val="000000"/>
                        </a:solidFill>
                        <a:effectLst/>
                        <a:latin typeface="Montserrat"/>
                      </a:endParaRP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/>
                        <a:t>Customer, Finance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noProof="0">
                          <a:solidFill>
                            <a:srgbClr val="000000"/>
                          </a:solidFill>
                          <a:latin typeface="Montserrat"/>
                        </a:rPr>
                        <a:t>Tarah Wilson, Julie</a:t>
                      </a:r>
                      <a:endParaRPr lang="en-US" sz="1400" b="0" i="0" u="none" strike="noStrike" noProof="0">
                        <a:solidFill>
                          <a:srgbClr val="000000"/>
                        </a:solidFill>
                        <a:latin typeface="Montserrat"/>
                      </a:endParaRPr>
                    </a:p>
                    <a:p>
                      <a:pPr lvl="0">
                        <a:buNone/>
                      </a:pPr>
                      <a:r>
                        <a:rPr lang="en-US" sz="1400" b="1" i="0" u="none" strike="noStrike" noProof="0" err="1">
                          <a:solidFill>
                            <a:srgbClr val="000000"/>
                          </a:solidFill>
                          <a:latin typeface="Montserrat"/>
                        </a:rPr>
                        <a:t>Vandblarcum</a:t>
                      </a:r>
                      <a:r>
                        <a:rPr lang="en-US" sz="1400" b="1" i="0" u="none" strike="noStrike" noProof="0">
                          <a:solidFill>
                            <a:srgbClr val="000000"/>
                          </a:solidFill>
                          <a:latin typeface="Montserrat"/>
                        </a:rPr>
                        <a:t> 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Montserrat"/>
                        </a:rPr>
                        <a:t>Customer Core Team</a:t>
                      </a:r>
                      <a:endParaRPr lang="en-US" b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184522"/>
                  </a:ext>
                </a:extLst>
              </a:tr>
              <a:tr h="690758">
                <a:tc vMerge="1">
                  <a:txBody>
                    <a:bodyPr/>
                    <a:lstStyle/>
                    <a:p>
                      <a:pPr defTabSz="609585">
                        <a:tabLst/>
                        <a:defRPr sz="1200">
                          <a:latin typeface="Montserrat"/>
                        </a:defRPr>
                      </a:pPr>
                      <a:endParaRPr lang="en-US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defTabSz="609585">
                        <a:tabLst/>
                        <a:defRPr sz="1200">
                          <a:latin typeface="Montserrat"/>
                        </a:defRPr>
                      </a:pPr>
                      <a:endParaRPr lang="en-US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defTabSz="609585">
                        <a:tabLst/>
                        <a:defRPr sz="1200">
                          <a:latin typeface="Montserrat"/>
                        </a:defRPr>
                      </a:pP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noProof="0">
                          <a:solidFill>
                            <a:srgbClr val="000000"/>
                          </a:solidFill>
                          <a:effectLst/>
                          <a:latin typeface="Montserrat"/>
                        </a:rPr>
                        <a:t>23.3 Power App Forms</a:t>
                      </a:r>
                      <a:endParaRPr lang="en-US" sz="1400" b="0" i="0" u="none" strike="noStrike" noProof="0">
                        <a:solidFill>
                          <a:srgbClr val="000000"/>
                        </a:solidFill>
                        <a:effectLst/>
                        <a:latin typeface="Montserrat"/>
                      </a:endParaRP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Montserrat"/>
                        </a:rPr>
                        <a:t>Customer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noProof="0">
                          <a:solidFill>
                            <a:srgbClr val="000000"/>
                          </a:solidFill>
                          <a:latin typeface="Montserrat"/>
                        </a:rPr>
                        <a:t>Tarah Wilson, Julie</a:t>
                      </a:r>
                      <a:endParaRPr lang="en-US" sz="1400" b="0" i="0" u="none" strike="noStrike" noProof="0">
                        <a:solidFill>
                          <a:srgbClr val="000000"/>
                        </a:solidFill>
                        <a:latin typeface="Montserrat"/>
                      </a:endParaRPr>
                    </a:p>
                    <a:p>
                      <a:pPr lvl="0">
                        <a:buNone/>
                      </a:pPr>
                      <a:r>
                        <a:rPr lang="en-US" sz="1400" b="1" i="0" u="none" strike="noStrike" noProof="0" err="1">
                          <a:solidFill>
                            <a:srgbClr val="000000"/>
                          </a:solidFill>
                          <a:latin typeface="Montserrat"/>
                        </a:rPr>
                        <a:t>Vandblarcum</a:t>
                      </a:r>
                      <a:r>
                        <a:rPr lang="en-US" sz="1400" b="1" i="0" u="none" strike="noStrike" noProof="0">
                          <a:solidFill>
                            <a:srgbClr val="000000"/>
                          </a:solidFill>
                          <a:latin typeface="Montserrat"/>
                        </a:rPr>
                        <a:t> 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Montserrat"/>
                        </a:rPr>
                        <a:t>Customer Core Team</a:t>
                      </a:r>
                      <a:endParaRPr lang="en-US" b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82024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26385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E81D28-E381-D82D-4CE8-2AD86600F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363667B-981C-A7C5-B405-AF1006A4B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766" y="4425702"/>
            <a:ext cx="6483035" cy="1887074"/>
          </a:xfrm>
        </p:spPr>
        <p:txBody>
          <a:bodyPr/>
          <a:lstStyle/>
          <a:p>
            <a:r>
              <a:rPr lang="en-US" sz="4250" b="1">
                <a:latin typeface="Montserrat"/>
              </a:rPr>
              <a:t>02</a:t>
            </a:r>
            <a:r>
              <a:rPr lang="en-US" sz="4250">
                <a:latin typeface="Montserrat"/>
              </a:rPr>
              <a:t> URLs that require parameters being passed</a:t>
            </a:r>
            <a:endParaRPr lang="en-US" sz="4400"/>
          </a:p>
        </p:txBody>
      </p:sp>
    </p:spTree>
    <p:extLst>
      <p:ext uri="{BB962C8B-B14F-4D97-AF65-F5344CB8AC3E}">
        <p14:creationId xmlns:p14="http://schemas.microsoft.com/office/powerpoint/2010/main" val="28280658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81963D1-E053-EE09-1DD8-5B4F9758E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Montserrat"/>
              </a:rPr>
              <a:t>List of URLS that require parameters being passed </a:t>
            </a:r>
            <a:endParaRPr lang="en-US">
              <a:solidFill>
                <a:srgbClr val="000000"/>
              </a:solidFill>
              <a:latin typeface="Montserrat"/>
            </a:endParaRPr>
          </a:p>
        </p:txBody>
      </p:sp>
      <p:graphicFrame>
        <p:nvGraphicFramePr>
          <p:cNvPr id="15" name="Content Placeholder 14">
            <a:extLst>
              <a:ext uri="{FF2B5EF4-FFF2-40B4-BE49-F238E27FC236}">
                <a16:creationId xmlns:a16="http://schemas.microsoft.com/office/drawing/2014/main" id="{F818465C-3DEC-B31E-B8DF-C063BBE4E58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77055220"/>
              </p:ext>
            </p:extLst>
          </p:nvPr>
        </p:nvGraphicFramePr>
        <p:xfrm>
          <a:off x="413657" y="1052285"/>
          <a:ext cx="11376024" cy="52352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88012">
                  <a:extLst>
                    <a:ext uri="{9D8B030D-6E8A-4147-A177-3AD203B41FA5}">
                      <a16:colId xmlns:a16="http://schemas.microsoft.com/office/drawing/2014/main" val="1993910718"/>
                    </a:ext>
                  </a:extLst>
                </a:gridCol>
                <a:gridCol w="5688012">
                  <a:extLst>
                    <a:ext uri="{9D8B030D-6E8A-4147-A177-3AD203B41FA5}">
                      <a16:colId xmlns:a16="http://schemas.microsoft.com/office/drawing/2014/main" val="1215618487"/>
                    </a:ext>
                  </a:extLst>
                </a:gridCol>
              </a:tblGrid>
              <a:tr h="38694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1" i="0" u="none" strike="noStrike" noProof="0">
                          <a:latin typeface="Montserrat"/>
                        </a:rPr>
                        <a:t>Link Name</a:t>
                      </a:r>
                      <a:endParaRPr lang="en-US" sz="16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1" i="0" u="none" strike="noStrike" noProof="0">
                          <a:latin typeface="Montserrat"/>
                        </a:rPr>
                        <a:t>Parameter</a:t>
                      </a:r>
                      <a:endParaRPr lang="en-US" sz="1600" b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8228885"/>
                  </a:ext>
                </a:extLst>
              </a:tr>
              <a:tr h="30283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b="1" i="0" u="none" strike="noStrike" noProof="0"/>
                        <a:t>Online profile management</a:t>
                      </a:r>
                      <a:endParaRPr lang="en-US" sz="12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2327103"/>
                  </a:ext>
                </a:extLst>
              </a:tr>
              <a:tr h="30283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b="1" i="0" u="none" strike="noStrike" noProof="0">
                          <a:latin typeface="Montserrat"/>
                        </a:rPr>
                        <a:t>Customer preferences</a:t>
                      </a:r>
                      <a:endParaRPr lang="en-US" sz="12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/>
                        <a:t>Pass BP Number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4399273"/>
                  </a:ext>
                </a:extLst>
              </a:tr>
              <a:tr h="30283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b="1" i="0" u="none" strike="noStrike" noProof="0">
                          <a:latin typeface="Montserrat"/>
                        </a:rPr>
                        <a:t>Agent Inbox</a:t>
                      </a:r>
                      <a:endParaRPr lang="en-US" sz="12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7802343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b="1" i="0" u="none" strike="noStrike" noProof="0">
                          <a:latin typeface="Montserrat"/>
                        </a:rPr>
                        <a:t>CE Admin view</a:t>
                      </a:r>
                      <a:endParaRPr lang="en-US" sz="12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6055363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b="1" i="0" u="none" strike="noStrike" noProof="0">
                          <a:latin typeface="Montserrat"/>
                        </a:rPr>
                        <a:t>River Star</a:t>
                      </a:r>
                      <a:endParaRPr lang="en-US" sz="12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b="1" i="0" u="none" strike="noStrike" noProof="0">
                          <a:latin typeface="Montserrat"/>
                        </a:rPr>
                        <a:t>No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3382698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b="1" i="0" u="none" strike="noStrike" noProof="0">
                          <a:latin typeface="Montserrat"/>
                        </a:rPr>
                        <a:t>Dun &amp; Bradstreet</a:t>
                      </a:r>
                      <a:endParaRPr lang="en-US" sz="12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/>
                        <a:t>No (Removing)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346714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b="1" i="0" u="none" strike="noStrike" noProof="0">
                          <a:latin typeface="Montserrat"/>
                        </a:rPr>
                        <a:t>Onetime payment Agent dashboard</a:t>
                      </a:r>
                      <a:endParaRPr lang="en-US" sz="12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b="1" i="0" u="none" strike="noStrike" noProof="0">
                          <a:latin typeface="Montserrat"/>
                        </a:rPr>
                        <a:t>CA and ZIP code – CSR token</a:t>
                      </a:r>
                      <a:endParaRPr lang="en-US" sz="1200" b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7430708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b="1">
                          <a:effectLst/>
                        </a:rPr>
                        <a:t>  Auto pay Agent dashboard</a:t>
                      </a:r>
                      <a:endParaRPr lang="en-US" sz="1200" b="1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b="1">
                          <a:effectLst/>
                        </a:rPr>
                        <a:t>  CA and ZIP code</a:t>
                      </a:r>
                      <a:r>
                        <a:rPr lang="en-US" sz="1200" b="1" i="0" u="none" strike="noStrike" noProof="0">
                          <a:solidFill>
                            <a:srgbClr val="000000"/>
                          </a:solidFill>
                          <a:effectLst/>
                          <a:latin typeface="Montserrat"/>
                        </a:rPr>
                        <a:t>– CSR token</a:t>
                      </a:r>
                      <a:endParaRPr lang="en-US" sz="1200" b="0" i="0" u="none" strike="noStrike" noProof="0">
                        <a:solidFill>
                          <a:srgbClr val="000000"/>
                        </a:solidFill>
                        <a:effectLst/>
                        <a:latin typeface="Montserrat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446027145"/>
                  </a:ext>
                </a:extLst>
              </a:tr>
              <a:tr h="269875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b="1">
                          <a:effectLst/>
                        </a:rPr>
                        <a:t>  Energy use details</a:t>
                      </a:r>
                      <a:endParaRPr lang="en-US" sz="1200" b="1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b="1">
                          <a:effectLst/>
                        </a:rPr>
                        <a:t>  CA and BP</a:t>
                      </a:r>
                      <a:endParaRPr lang="en-US" sz="1200" b="1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12363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b="1">
                          <a:effectLst/>
                        </a:rPr>
                        <a:t>Streetlight outage</a:t>
                      </a:r>
                      <a:endParaRPr lang="en-US" sz="12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b="1">
                          <a:effectLst/>
                        </a:rPr>
                        <a:t>Originator (CSR)</a:t>
                      </a:r>
                      <a:endParaRPr lang="en-US" sz="1200" b="1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5492519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b="1">
                          <a:effectLst/>
                        </a:rPr>
                        <a:t>Electra</a:t>
                      </a:r>
                      <a:endParaRPr lang="en-US" sz="12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b="1">
                          <a:effectLst/>
                        </a:rPr>
                        <a:t>No</a:t>
                      </a:r>
                      <a:endParaRPr lang="en-US" sz="1200" b="1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01577465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b="1">
                          <a:effectLst/>
                        </a:rPr>
                        <a:t>Transfer open items</a:t>
                      </a:r>
                      <a:endParaRPr lang="en-US" sz="12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b="1">
                          <a:effectLst/>
                        </a:rPr>
                        <a:t>CA</a:t>
                      </a:r>
                      <a:endParaRPr lang="en-US" sz="1200" b="1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8853743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b="1">
                          <a:effectLst/>
                        </a:rPr>
                        <a:t>Online debit transfer</a:t>
                      </a:r>
                      <a:endParaRPr lang="en-US" sz="12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b="1">
                          <a:effectLst/>
                        </a:rPr>
                        <a:t>CA</a:t>
                      </a:r>
                      <a:endParaRPr lang="en-US" sz="1200" b="1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84908327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b="1">
                          <a:effectLst/>
                        </a:rPr>
                        <a:t>Display Creditworthiness</a:t>
                      </a:r>
                      <a:endParaRPr lang="en-US" sz="12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b="1">
                          <a:effectLst/>
                        </a:rPr>
                        <a:t>BP – </a:t>
                      </a:r>
                      <a:r>
                        <a:rPr lang="en-US" sz="1200" b="1">
                          <a:solidFill>
                            <a:srgbClr val="FF0000"/>
                          </a:solidFill>
                          <a:effectLst/>
                        </a:rPr>
                        <a:t>(need to validate)</a:t>
                      </a:r>
                      <a:endParaRPr lang="en-US" sz="1200" b="1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0268069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b="1">
                          <a:effectLst/>
                        </a:rPr>
                        <a:t>Meter reading (show front office capabilities in V2- likely can remove)</a:t>
                      </a:r>
                      <a:endParaRPr lang="en-US" sz="1200" b="1"/>
                    </a:p>
                  </a:txBody>
                  <a:tcPr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b="1">
                          <a:effectLst/>
                        </a:rPr>
                        <a:t>Installation, BP, Device</a:t>
                      </a:r>
                      <a:endParaRPr lang="en-US" sz="1200" b="1"/>
                    </a:p>
                  </a:txBody>
                  <a:tcPr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1286757"/>
                  </a:ext>
                </a:extLst>
              </a:tr>
              <a:tr h="38694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b="1">
                          <a:effectLst/>
                        </a:rPr>
                        <a:t>Meter  reading reversal </a:t>
                      </a:r>
                      <a:r>
                        <a:rPr lang="en-US" sz="1200" b="1" i="0" u="none" strike="noStrike" noProof="0">
                          <a:solidFill>
                            <a:srgbClr val="000000"/>
                          </a:solidFill>
                          <a:effectLst/>
                          <a:latin typeface="Montserrat"/>
                        </a:rPr>
                        <a:t>(remove)</a:t>
                      </a:r>
                      <a:endParaRPr lang="en-US" sz="1200" b="1"/>
                    </a:p>
                  </a:txBody>
                  <a:tcPr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b="1">
                          <a:effectLst/>
                        </a:rPr>
                        <a:t>Installation</a:t>
                      </a:r>
                      <a:endParaRPr lang="en-US" sz="1200" b="1"/>
                    </a:p>
                  </a:txBody>
                  <a:tcPr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6430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99809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2CCA9F-F44E-EE98-AE63-3525D3D46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3A4E854-17E0-3E31-552D-6FE133467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Montserrat"/>
              </a:rPr>
              <a:t>List of URLS that require parameters being passed </a:t>
            </a:r>
            <a:endParaRPr lang="en-US">
              <a:solidFill>
                <a:srgbClr val="000000"/>
              </a:solidFill>
              <a:latin typeface="Montserrat"/>
            </a:endParaRPr>
          </a:p>
        </p:txBody>
      </p:sp>
      <p:graphicFrame>
        <p:nvGraphicFramePr>
          <p:cNvPr id="15" name="Content Placeholder 14">
            <a:extLst>
              <a:ext uri="{FF2B5EF4-FFF2-40B4-BE49-F238E27FC236}">
                <a16:creationId xmlns:a16="http://schemas.microsoft.com/office/drawing/2014/main" id="{4E0D8312-EDE5-03D8-74B8-FB87ABC0807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20664884"/>
              </p:ext>
            </p:extLst>
          </p:nvPr>
        </p:nvGraphicFramePr>
        <p:xfrm>
          <a:off x="413657" y="1052285"/>
          <a:ext cx="11376024" cy="46466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88012">
                  <a:extLst>
                    <a:ext uri="{9D8B030D-6E8A-4147-A177-3AD203B41FA5}">
                      <a16:colId xmlns:a16="http://schemas.microsoft.com/office/drawing/2014/main" val="1993910718"/>
                    </a:ext>
                  </a:extLst>
                </a:gridCol>
                <a:gridCol w="5688012">
                  <a:extLst>
                    <a:ext uri="{9D8B030D-6E8A-4147-A177-3AD203B41FA5}">
                      <a16:colId xmlns:a16="http://schemas.microsoft.com/office/drawing/2014/main" val="1215618487"/>
                    </a:ext>
                  </a:extLst>
                </a:gridCol>
              </a:tblGrid>
              <a:tr h="38694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1" i="0" u="none" strike="noStrike" noProof="0">
                          <a:latin typeface="Montserrat"/>
                        </a:rPr>
                        <a:t>Link Name</a:t>
                      </a:r>
                      <a:endParaRPr lang="en-US" sz="16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1" i="0" u="none" strike="noStrike" noProof="0">
                          <a:latin typeface="Montserrat"/>
                        </a:rPr>
                        <a:t>Parameter</a:t>
                      </a:r>
                      <a:endParaRPr lang="en-US" sz="1600" b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8228885"/>
                  </a:ext>
                </a:extLst>
              </a:tr>
              <a:tr h="30283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b="1">
                          <a:effectLst/>
                        </a:rPr>
                        <a:t>*Display Itemized statement *(covered in BMD PDD)</a:t>
                      </a:r>
                      <a:endParaRPr lang="en-US" sz="1200" b="1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b="1">
                          <a:effectLst/>
                        </a:rPr>
                        <a:t>CA</a:t>
                      </a:r>
                      <a:endParaRPr lang="en-US" sz="1200" b="1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724399273"/>
                  </a:ext>
                </a:extLst>
              </a:tr>
              <a:tr h="30283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b="1">
                          <a:effectLst/>
                        </a:rPr>
                        <a:t>Outage credit report</a:t>
                      </a:r>
                      <a:endParaRPr lang="en-US" sz="1200" b="1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b="1">
                          <a:effectLst/>
                        </a:rPr>
                        <a:t>CA</a:t>
                      </a:r>
                      <a:endParaRPr lang="en-US" sz="1200" b="1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927802343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b="1">
                          <a:effectLst/>
                        </a:rPr>
                        <a:t>Form Menu</a:t>
                      </a:r>
                      <a:endParaRPr lang="en-US" sz="1200" b="1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b="1">
                          <a:effectLst/>
                        </a:rPr>
                        <a:t>BP</a:t>
                      </a:r>
                      <a:endParaRPr lang="en-US" sz="1200" b="1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586055363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b="1">
                          <a:effectLst/>
                        </a:rPr>
                        <a:t>CSR Fraud forms</a:t>
                      </a:r>
                      <a:endParaRPr lang="en-US" sz="1200" b="1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b="1">
                          <a:effectLst/>
                        </a:rPr>
                        <a:t>No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623382698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b="1" i="0" u="none" strike="noStrike" noProof="0">
                          <a:latin typeface="Montserrat"/>
                        </a:rPr>
                        <a:t>*EMMA Case (cover in Case Management PDD)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346714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b="1" i="0" u="none" strike="noStrike" noProof="0">
                          <a:latin typeface="Montserrat"/>
                        </a:rPr>
                        <a:t>Resend FACTA Link PIR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200" b="0" i="0" u="none" strike="noStrike" noProof="0">
                        <a:latin typeface="Montserra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7430708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>
                          <a:effectLst/>
                        </a:rPr>
                        <a:t>Brochures (not needed)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200">
                        <a:effectLst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446027145"/>
                  </a:ext>
                </a:extLst>
              </a:tr>
              <a:tr h="269875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>
                          <a:effectLst/>
                        </a:rPr>
                        <a:t>Pre Pay Portal (not needed)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200">
                        <a:effectLst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12363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>
                          <a:effectLst/>
                        </a:rPr>
                        <a:t>Auto Pay Agent Dashboard (</a:t>
                      </a:r>
                      <a:r>
                        <a:rPr lang="en-US" sz="1200" err="1">
                          <a:effectLst/>
                        </a:rPr>
                        <a:t>Paymentus</a:t>
                      </a:r>
                      <a:r>
                        <a:rPr lang="en-US" sz="1200">
                          <a:effectLst/>
                        </a:rPr>
                        <a:t>) (Covered in Agent Desktop)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20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5492519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>
                          <a:effectLst/>
                        </a:rPr>
                        <a:t>Pay station list (not needed)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20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01577465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>
                          <a:effectLst/>
                        </a:rPr>
                        <a:t>ASP Site (Not needed) -everything ASP related can be gone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20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84908327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>
                          <a:effectLst/>
                        </a:rPr>
                        <a:t>Gold Check + Gold Check History– not needed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20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0268069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>
                          <a:effectLst/>
                        </a:rPr>
                        <a:t>EAM Business Role – to create and change TBD (needed?) (</a:t>
                      </a:r>
                      <a:r>
                        <a:rPr lang="en-US" sz="1200" err="1">
                          <a:effectLst/>
                        </a:rPr>
                        <a:t>Securi</a:t>
                      </a:r>
                      <a:r>
                        <a:rPr lang="en-US" sz="1200">
                          <a:effectLst/>
                        </a:rPr>
                        <a:t>ty team has not finished role consolidation exercise yet) -</a:t>
                      </a:r>
                      <a:r>
                        <a:rPr lang="en-US" sz="1200" b="1">
                          <a:effectLst/>
                        </a:rPr>
                        <a:t> Dawn Checking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20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1286757"/>
                  </a:ext>
                </a:extLst>
              </a:tr>
              <a:tr h="386948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20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20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96430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982060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FE96CB-2C3E-3649-84C9-E047CD09FB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B98184E-2065-B50A-5DE8-04BEA6B96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904" y="4970926"/>
            <a:ext cx="6515881" cy="1887074"/>
          </a:xfrm>
        </p:spPr>
        <p:txBody>
          <a:bodyPr/>
          <a:lstStyle/>
          <a:p>
            <a:r>
              <a:rPr lang="en-US" sz="4250" b="1">
                <a:latin typeface="Montserrat"/>
              </a:rPr>
              <a:t>03</a:t>
            </a:r>
            <a:r>
              <a:rPr lang="en-US" sz="4250">
                <a:latin typeface="Montserrat"/>
              </a:rPr>
              <a:t> Service Cloud Consumption Analysis Dashboard</a:t>
            </a:r>
            <a:endParaRPr lang="en-US" sz="4400"/>
          </a:p>
        </p:txBody>
      </p:sp>
    </p:spTree>
    <p:extLst>
      <p:ext uri="{BB962C8B-B14F-4D97-AF65-F5344CB8AC3E}">
        <p14:creationId xmlns:p14="http://schemas.microsoft.com/office/powerpoint/2010/main" val="126001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1EEA6E-7A0A-9158-4C92-51094BED4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4C5F9E6-3576-ABCE-2B99-6F16E81FF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904" y="4970926"/>
            <a:ext cx="10831690" cy="1887074"/>
          </a:xfrm>
        </p:spPr>
        <p:txBody>
          <a:bodyPr/>
          <a:lstStyle/>
          <a:p>
            <a:r>
              <a:rPr lang="en-US" sz="4250" b="1">
                <a:latin typeface="Montserrat"/>
              </a:rPr>
              <a:t>BREAK!  - 10 mins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6814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A47F70-34A2-8EEE-9321-7BEFB73FB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BC6DC37-C363-4B1D-255D-66EC993A3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904" y="4970926"/>
            <a:ext cx="7796828" cy="1887074"/>
          </a:xfrm>
        </p:spPr>
        <p:txBody>
          <a:bodyPr/>
          <a:lstStyle/>
          <a:p>
            <a:r>
              <a:rPr lang="en-US" sz="4250" b="1">
                <a:latin typeface="Montserrat"/>
              </a:rPr>
              <a:t>05</a:t>
            </a:r>
            <a:r>
              <a:rPr lang="en-US" sz="4250">
                <a:latin typeface="Montserrat"/>
              </a:rPr>
              <a:t> Action Items from Workshop A-1</a:t>
            </a:r>
            <a:endParaRPr lang="en-US" sz="4400"/>
          </a:p>
        </p:txBody>
      </p:sp>
    </p:spTree>
    <p:extLst>
      <p:ext uri="{BB962C8B-B14F-4D97-AF65-F5344CB8AC3E}">
        <p14:creationId xmlns:p14="http://schemas.microsoft.com/office/powerpoint/2010/main" val="953769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6164AB3-9E4A-6D9D-DD6F-5C2247E9A4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91440" bIns="45720" rtlCol="0" anchor="t">
            <a:normAutofit/>
          </a:bodyPr>
          <a:lstStyle/>
          <a:p>
            <a:pPr marL="342900" indent="-342900">
              <a:lnSpc>
                <a:spcPct val="150000"/>
              </a:lnSpc>
              <a:spcBef>
                <a:spcPts val="0"/>
              </a:spcBef>
              <a:buAutoNum type="arabicPeriod"/>
            </a:pPr>
            <a:r>
              <a:rPr lang="en-US" sz="1800" b="1">
                <a:latin typeface="Montserrat"/>
              </a:rPr>
              <a:t>Review Critical Fields for Factsheet </a:t>
            </a:r>
            <a:r>
              <a:rPr lang="en-US" sz="1800">
                <a:latin typeface="Montserrat"/>
              </a:rPr>
              <a:t>– </a:t>
            </a:r>
            <a:r>
              <a:rPr lang="en-US" sz="1800" b="1" i="1">
                <a:solidFill>
                  <a:schemeClr val="accent2"/>
                </a:solidFill>
                <a:latin typeface="Montserrat"/>
              </a:rPr>
              <a:t>Tarah had meeting with CSRs on this, emailed over documentation  </a:t>
            </a:r>
            <a:endParaRPr lang="en-US" sz="2100" b="1" i="1">
              <a:solidFill>
                <a:schemeClr val="accent2"/>
              </a:solidFill>
            </a:endParaRP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buAutoNum type="arabicPeriod"/>
            </a:pPr>
            <a:r>
              <a:rPr lang="en-US" sz="1800" b="1">
                <a:latin typeface="Montserrat"/>
              </a:rPr>
              <a:t>Old Archived Docs (from Open Text)</a:t>
            </a:r>
            <a:r>
              <a:rPr lang="en-US" sz="1800">
                <a:latin typeface="Montserrat"/>
              </a:rPr>
              <a:t> </a:t>
            </a:r>
            <a:r>
              <a:rPr lang="en-US" sz="1800" b="1">
                <a:latin typeface="Montserrat"/>
              </a:rPr>
              <a:t>Usage</a:t>
            </a:r>
            <a:r>
              <a:rPr lang="en-US" sz="1800">
                <a:latin typeface="Montserrat"/>
              </a:rPr>
              <a:t> – </a:t>
            </a:r>
            <a:r>
              <a:rPr lang="en-US" sz="1800" b="1" i="1">
                <a:solidFill>
                  <a:schemeClr val="accent2"/>
                </a:solidFill>
                <a:latin typeface="Montserrat"/>
              </a:rPr>
              <a:t>Tarah posted details in ADO</a:t>
            </a:r>
            <a:endParaRPr lang="en-US" sz="1800" b="1" i="1">
              <a:solidFill>
                <a:schemeClr val="accent2"/>
              </a:solidFill>
            </a:endParaRP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buAutoNum type="arabicPeriod"/>
            </a:pPr>
            <a:r>
              <a:rPr lang="en-US" sz="1800" b="1">
                <a:latin typeface="Montserrat"/>
              </a:rPr>
              <a:t>List of types of documentation used for the ISIS integration</a:t>
            </a:r>
            <a:r>
              <a:rPr lang="en-US" sz="1800">
                <a:latin typeface="Montserrat"/>
              </a:rPr>
              <a:t> – </a:t>
            </a:r>
            <a:r>
              <a:rPr lang="en-US" sz="1800" b="1" i="1">
                <a:solidFill>
                  <a:schemeClr val="accent2"/>
                </a:solidFill>
                <a:latin typeface="Montserrat"/>
              </a:rPr>
              <a:t>Tarah sent email</a:t>
            </a:r>
            <a:endParaRPr lang="en-US" sz="1800" b="1" i="1">
              <a:solidFill>
                <a:schemeClr val="bg1"/>
              </a:solidFill>
              <a:latin typeface="Montserrat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61B52E0-E72B-9FB8-18DA-D267D907C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Montserrat"/>
              </a:rPr>
              <a:t>Action items from Workshop A-1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9124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5F9F76-B084-C67C-7DD7-0A38F576F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FA007BE-A154-54BB-139B-68EEE949B1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904" y="4970926"/>
            <a:ext cx="7796828" cy="1887074"/>
          </a:xfrm>
        </p:spPr>
        <p:txBody>
          <a:bodyPr/>
          <a:lstStyle/>
          <a:p>
            <a:r>
              <a:rPr lang="en-US" sz="4250" b="1">
                <a:latin typeface="Montserrat"/>
              </a:rPr>
              <a:t>06</a:t>
            </a:r>
            <a:r>
              <a:rPr lang="en-US" sz="4250">
                <a:latin typeface="Montserrat"/>
              </a:rPr>
              <a:t> Assumptions for Future State</a:t>
            </a:r>
            <a:endParaRPr lang="en-US" sz="4400"/>
          </a:p>
        </p:txBody>
      </p:sp>
    </p:spTree>
    <p:extLst>
      <p:ext uri="{BB962C8B-B14F-4D97-AF65-F5344CB8AC3E}">
        <p14:creationId xmlns:p14="http://schemas.microsoft.com/office/powerpoint/2010/main" val="12850564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36A9F5-6FA5-6E90-4540-7E81EB75C0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91440" bIns="45720" rtlCol="0" anchor="t">
            <a:normAutofit/>
          </a:bodyPr>
          <a:lstStyle/>
          <a:p>
            <a:pPr marL="285750" indent="-285750">
              <a:spcBef>
                <a:spcPts val="0"/>
              </a:spcBef>
              <a:spcAft>
                <a:spcPts val="300"/>
              </a:spcAft>
              <a:buFont typeface="Arial" charset="2"/>
              <a:buChar char="•"/>
            </a:pPr>
            <a:endParaRPr lang="en-US" sz="1800">
              <a:latin typeface="Montserrat"/>
            </a:endParaRPr>
          </a:p>
          <a:p>
            <a:pPr marL="285750" indent="-285750">
              <a:spcBef>
                <a:spcPts val="0"/>
              </a:spcBef>
              <a:spcAft>
                <a:spcPts val="300"/>
              </a:spcAft>
              <a:buFont typeface="Arial" charset="2"/>
              <a:buChar char="•"/>
            </a:pPr>
            <a:r>
              <a:rPr lang="en-US" sz="1800">
                <a:latin typeface="Montserrat"/>
              </a:rPr>
              <a:t>Mashups will launch the existing S4HANA/Third party screen without modification.​</a:t>
            </a:r>
          </a:p>
          <a:p>
            <a:pPr marL="285750" indent="-285750">
              <a:spcBef>
                <a:spcPts val="0"/>
              </a:spcBef>
              <a:spcAft>
                <a:spcPts val="300"/>
              </a:spcAft>
              <a:buFont typeface="Arial" charset="2"/>
              <a:buChar char="•"/>
            </a:pPr>
            <a:r>
              <a:rPr lang="en-US" sz="1800">
                <a:latin typeface="Montserrat"/>
              </a:rPr>
              <a:t>If River Star CRM development needed in SCV2,  then corresponding POC needs to be done in CAP(Node.js) before converting the items to WRICEF.</a:t>
            </a:r>
          </a:p>
          <a:p>
            <a:pPr marL="285750" indent="-285750">
              <a:spcBef>
                <a:spcPts val="0"/>
              </a:spcBef>
              <a:spcAft>
                <a:spcPts val="300"/>
              </a:spcAft>
              <a:buFont typeface="Arial" charset="2"/>
              <a:buChar char="•"/>
            </a:pPr>
            <a:endParaRPr lang="en-US" sz="1800"/>
          </a:p>
          <a:p>
            <a:pPr marL="285750" indent="-285750">
              <a:spcBef>
                <a:spcPts val="0"/>
              </a:spcBef>
              <a:spcAft>
                <a:spcPts val="300"/>
              </a:spcAft>
              <a:buFont typeface="Arial" charset="2"/>
              <a:buChar char="•"/>
            </a:pPr>
            <a:endParaRPr lang="en-US" sz="2100"/>
          </a:p>
          <a:p>
            <a:pPr marL="742950" lvl="1" indent="-285750">
              <a:spcBef>
                <a:spcPts val="0"/>
              </a:spcBef>
              <a:spcAft>
                <a:spcPts val="300"/>
              </a:spcAft>
              <a:buFont typeface="Arial"/>
              <a:buChar char="-"/>
            </a:pPr>
            <a:endParaRPr lang="en-US" sz="1800">
              <a:latin typeface="Montserrat"/>
            </a:endParaRPr>
          </a:p>
          <a:p>
            <a:pPr marL="742950" lvl="1" indent="-285750">
              <a:spcBef>
                <a:spcPts val="0"/>
              </a:spcBef>
              <a:spcAft>
                <a:spcPts val="300"/>
              </a:spcAft>
              <a:buFont typeface="Arial"/>
              <a:buChar char="-"/>
            </a:pPr>
            <a:endParaRPr lang="en-US" sz="1800">
              <a:latin typeface="Montserrat"/>
            </a:endParaRPr>
          </a:p>
          <a:p>
            <a:pPr marL="742950" lvl="1" indent="-285750">
              <a:spcBef>
                <a:spcPts val="0"/>
              </a:spcBef>
              <a:spcAft>
                <a:spcPts val="300"/>
              </a:spcAft>
              <a:buFont typeface="Arial"/>
              <a:buChar char="-"/>
            </a:pPr>
            <a:endParaRPr lang="en-US" sz="1800">
              <a:latin typeface="Montserra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C12FBF-5B23-4CEF-91CF-208E41B8A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latin typeface="Montserrat"/>
              </a:rPr>
              <a:t>Assumptions for Future State</a:t>
            </a:r>
          </a:p>
        </p:txBody>
      </p:sp>
    </p:spTree>
    <p:extLst>
      <p:ext uri="{BB962C8B-B14F-4D97-AF65-F5344CB8AC3E}">
        <p14:creationId xmlns:p14="http://schemas.microsoft.com/office/powerpoint/2010/main" val="19290588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92EDE2-C629-0ECC-E66B-8A4A13EDF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597FD0F-3E1D-D644-5432-29FF22D04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904" y="4970926"/>
            <a:ext cx="10831690" cy="1887074"/>
          </a:xfrm>
        </p:spPr>
        <p:txBody>
          <a:bodyPr/>
          <a:lstStyle/>
          <a:p>
            <a:r>
              <a:rPr lang="en-US" sz="4250" b="1">
                <a:latin typeface="Montserrat"/>
              </a:rPr>
              <a:t>07</a:t>
            </a:r>
            <a:r>
              <a:rPr lang="en-US" sz="4250">
                <a:latin typeface="Montserrat"/>
              </a:rPr>
              <a:t> </a:t>
            </a:r>
            <a:r>
              <a:rPr lang="en-US" sz="4400">
                <a:latin typeface="Montserrat"/>
              </a:rPr>
              <a:t>WRICEF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7264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50B024-5B2C-73D1-0F65-38C1CBB14B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91440" bIns="45720" rtlCol="0" anchor="t">
            <a:normAutofit/>
          </a:bodyPr>
          <a:lstStyle/>
          <a:p>
            <a:r>
              <a:rPr lang="en-US" sz="1800">
                <a:latin typeface="Montserrat"/>
              </a:rPr>
              <a:t>1. </a:t>
            </a:r>
            <a:r>
              <a:rPr lang="en-US" sz="1800" err="1">
                <a:latin typeface="Montserrat"/>
              </a:rPr>
              <a:t>Opentext</a:t>
            </a:r>
            <a:r>
              <a:rPr lang="en-US" sz="1800">
                <a:latin typeface="Montserrat"/>
              </a:rPr>
              <a:t> Integration</a:t>
            </a:r>
            <a:endParaRPr lang="en-US"/>
          </a:p>
          <a:p>
            <a:r>
              <a:rPr lang="en-US" sz="1800">
                <a:latin typeface="Montserrat"/>
              </a:rPr>
              <a:t>2. </a:t>
            </a:r>
            <a:r>
              <a:rPr lang="en-US" sz="1800" err="1">
                <a:latin typeface="Montserrat"/>
              </a:rPr>
              <a:t>PowerApp</a:t>
            </a:r>
            <a:r>
              <a:rPr lang="en-US" sz="1800">
                <a:latin typeface="Montserrat"/>
              </a:rPr>
              <a:t> Integration/Fraud Tips</a:t>
            </a:r>
            <a:endParaRPr lang="en-US"/>
          </a:p>
          <a:p>
            <a:r>
              <a:rPr lang="en-US" sz="1800">
                <a:latin typeface="Montserrat"/>
              </a:rPr>
              <a:t>3. Form Management System Integration mashup</a:t>
            </a:r>
            <a:endParaRPr lang="en-US"/>
          </a:p>
          <a:p>
            <a:r>
              <a:rPr lang="en-US" sz="1800">
                <a:latin typeface="Montserrat"/>
              </a:rPr>
              <a:t>4. ISIS integration (invoice)</a:t>
            </a:r>
            <a:endParaRPr lang="en-US"/>
          </a:p>
          <a:p>
            <a:r>
              <a:rPr lang="en-US" sz="1800">
                <a:latin typeface="Montserrat"/>
              </a:rPr>
              <a:t>5. </a:t>
            </a:r>
            <a:r>
              <a:rPr lang="en-US" sz="1800" err="1">
                <a:latin typeface="Montserrat"/>
              </a:rPr>
              <a:t>Riverstar</a:t>
            </a:r>
            <a:r>
              <a:rPr lang="en-US" sz="1800">
                <a:latin typeface="Montserrat"/>
              </a:rPr>
              <a:t> integration ?</a:t>
            </a:r>
            <a:endParaRPr lang="en-US"/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sz="1800">
                <a:latin typeface="Montserrat"/>
              </a:rPr>
              <a:t>6. Agent Inbox? 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854201-7694-B80E-BB57-4FB9BB651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latin typeface="Montserrat"/>
              </a:rPr>
              <a:t>WRICEF Identified</a:t>
            </a:r>
          </a:p>
        </p:txBody>
      </p:sp>
    </p:spTree>
    <p:extLst>
      <p:ext uri="{BB962C8B-B14F-4D97-AF65-F5344CB8AC3E}">
        <p14:creationId xmlns:p14="http://schemas.microsoft.com/office/powerpoint/2010/main" val="25453895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FAE8D7-1EFB-05D1-51F6-7FE02C066D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C66E776-CABB-A883-38E3-FB62E68688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904" y="4970926"/>
            <a:ext cx="10831690" cy="1887074"/>
          </a:xfrm>
        </p:spPr>
        <p:txBody>
          <a:bodyPr/>
          <a:lstStyle/>
          <a:p>
            <a:r>
              <a:rPr lang="en-US" sz="4250" b="1">
                <a:latin typeface="Montserrat"/>
              </a:rPr>
              <a:t>08</a:t>
            </a:r>
            <a:r>
              <a:rPr lang="en-US" sz="4250">
                <a:latin typeface="Montserrat"/>
              </a:rPr>
              <a:t> Drafted </a:t>
            </a:r>
            <a:r>
              <a:rPr lang="en-US" sz="4400">
                <a:latin typeface="Montserrat"/>
              </a:rPr>
              <a:t>User Stories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4158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D69E81-EF5E-7959-2041-1D04A53FC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A383F-4927-0444-587E-4284181D7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latin typeface="Montserrat"/>
              </a:rPr>
              <a:t>User Stories for Correspondence &amp; Integrations</a:t>
            </a:r>
            <a:endParaRPr 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BD8FAA2-4B6C-BC4B-328F-08ECDE8FD1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5735534"/>
              </p:ext>
            </p:extLst>
          </p:nvPr>
        </p:nvGraphicFramePr>
        <p:xfrm>
          <a:off x="152190" y="1427725"/>
          <a:ext cx="12037059" cy="37747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0288">
                  <a:extLst>
                    <a:ext uri="{9D8B030D-6E8A-4147-A177-3AD203B41FA5}">
                      <a16:colId xmlns:a16="http://schemas.microsoft.com/office/drawing/2014/main" val="808626716"/>
                    </a:ext>
                  </a:extLst>
                </a:gridCol>
                <a:gridCol w="655677">
                  <a:extLst>
                    <a:ext uri="{9D8B030D-6E8A-4147-A177-3AD203B41FA5}">
                      <a16:colId xmlns:a16="http://schemas.microsoft.com/office/drawing/2014/main" val="2583136349"/>
                    </a:ext>
                  </a:extLst>
                </a:gridCol>
                <a:gridCol w="774546">
                  <a:extLst>
                    <a:ext uri="{9D8B030D-6E8A-4147-A177-3AD203B41FA5}">
                      <a16:colId xmlns:a16="http://schemas.microsoft.com/office/drawing/2014/main" val="986637745"/>
                    </a:ext>
                  </a:extLst>
                </a:gridCol>
                <a:gridCol w="820264">
                  <a:extLst>
                    <a:ext uri="{9D8B030D-6E8A-4147-A177-3AD203B41FA5}">
                      <a16:colId xmlns:a16="http://schemas.microsoft.com/office/drawing/2014/main" val="1256446933"/>
                    </a:ext>
                  </a:extLst>
                </a:gridCol>
                <a:gridCol w="3456786">
                  <a:extLst>
                    <a:ext uri="{9D8B030D-6E8A-4147-A177-3AD203B41FA5}">
                      <a16:colId xmlns:a16="http://schemas.microsoft.com/office/drawing/2014/main" val="1397567261"/>
                    </a:ext>
                  </a:extLst>
                </a:gridCol>
                <a:gridCol w="5549498">
                  <a:extLst>
                    <a:ext uri="{9D8B030D-6E8A-4147-A177-3AD203B41FA5}">
                      <a16:colId xmlns:a16="http://schemas.microsoft.com/office/drawing/2014/main" val="1493299998"/>
                    </a:ext>
                  </a:extLst>
                </a:gridCol>
              </a:tblGrid>
              <a:tr h="32594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>
                          <a:effectLst/>
                        </a:rPr>
                        <a:t>L1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>
                          <a:effectLst/>
                        </a:rPr>
                        <a:t>L2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>
                          <a:effectLst/>
                        </a:rPr>
                        <a:t>L3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>
                          <a:effectLst/>
                        </a:rPr>
                        <a:t>L4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>
                          <a:effectLst/>
                        </a:rPr>
                        <a:t>User Story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>
                          <a:effectLst/>
                        </a:rPr>
                        <a:t>Acceptance Criteria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848898239"/>
                  </a:ext>
                </a:extLst>
              </a:tr>
              <a:tr h="172437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>
                          <a:effectLst/>
                        </a:rPr>
                        <a:t>Manage Customer Service</a:t>
                      </a:r>
                      <a:endParaRPr lang="en-US" sz="11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>
                          <a:effectLst/>
                        </a:rPr>
                        <a:t>Correspondence Forms</a:t>
                      </a:r>
                      <a:endParaRPr lang="en-US" sz="11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>
                          <a:effectLst/>
                        </a:rPr>
                        <a:t>View Invoices</a:t>
                      </a:r>
                      <a:endParaRPr lang="en-US" sz="11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err="1">
                          <a:effectLst/>
                        </a:rPr>
                        <a:t>Dispaly</a:t>
                      </a:r>
                      <a:r>
                        <a:rPr lang="en-US" sz="1100">
                          <a:effectLst/>
                        </a:rPr>
                        <a:t> Invoices</a:t>
                      </a:r>
                      <a:endParaRPr lang="en-US" sz="11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>
                          <a:effectLst/>
                        </a:rPr>
                        <a:t>As an SAP Customer Service Representative, I want to view invoices within the correspondence forms area so that I can promptly access necessary invoice information during service-related inquiries.</a:t>
                      </a:r>
                      <a:endParaRPr lang="en-US" sz="11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>
                          <a:effectLst/>
                        </a:rPr>
                        <a:t>1. Able to display an invoice when selected.</a:t>
                      </a:r>
                      <a:br>
                        <a:rPr lang="en-US" sz="1100">
                          <a:effectLst/>
                        </a:rPr>
                      </a:br>
                      <a:r>
                        <a:rPr lang="en-US" sz="1100">
                          <a:effectLst/>
                        </a:rPr>
                        <a:t>3.Able to display all available invoices for viewing.</a:t>
                      </a:r>
                      <a:br>
                        <a:rPr lang="en-US" sz="1100">
                          <a:effectLst/>
                        </a:rPr>
                      </a:br>
                      <a:r>
                        <a:rPr lang="en-US" sz="1100">
                          <a:effectLst/>
                        </a:rPr>
                        <a:t>4.Able to display invoice information in read-only mode.</a:t>
                      </a:r>
                      <a:br>
                        <a:rPr lang="en-US" sz="1100">
                          <a:effectLst/>
                        </a:rPr>
                      </a:br>
                      <a:r>
                        <a:rPr lang="en-US" sz="1100">
                          <a:effectLst/>
                        </a:rPr>
                        <a:t>5.Able to display invoices without leaving the correspondence forms area.</a:t>
                      </a:r>
                      <a:br>
                        <a:rPr lang="en-US" sz="1100">
                          <a:effectLst/>
                        </a:rPr>
                      </a:br>
                      <a:r>
                        <a:rPr lang="en-US" sz="1100">
                          <a:effectLst/>
                        </a:rPr>
                        <a:t>6.Able to display invoice information consistently on repeated access.</a:t>
                      </a:r>
                      <a:br>
                        <a:rPr lang="en-US" sz="1100">
                          <a:effectLst/>
                        </a:rPr>
                      </a:br>
                      <a:r>
                        <a:rPr lang="en-US" sz="1100">
                          <a:effectLst/>
                        </a:rPr>
                        <a:t>7.Able to display invoice content clearly on screen.</a:t>
                      </a:r>
                      <a:br>
                        <a:rPr lang="en-US" sz="1100">
                          <a:effectLst/>
                        </a:rPr>
                      </a:br>
                      <a:r>
                        <a:rPr lang="en-US" sz="1100">
                          <a:effectLst/>
                        </a:rPr>
                        <a:t>8.Able to display invoices sequentially when navigating between them.</a:t>
                      </a:r>
                      <a:br>
                        <a:rPr lang="en-US" sz="1100">
                          <a:effectLst/>
                        </a:rPr>
                      </a:br>
                      <a:r>
                        <a:rPr lang="en-US" sz="1100">
                          <a:effectLst/>
                        </a:rPr>
                        <a:t>9.Able to build Security roles and perform testing.</a:t>
                      </a:r>
                      <a:br>
                        <a:rPr lang="en-US" sz="1100">
                          <a:effectLst/>
                        </a:rPr>
                      </a:br>
                      <a:r>
                        <a:rPr lang="en-US" sz="1100">
                          <a:effectLst/>
                        </a:rPr>
                        <a:t>10.Able to identify Risk and Controls</a:t>
                      </a:r>
                      <a:endParaRPr lang="en-US" sz="110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61654110"/>
                  </a:ext>
                </a:extLst>
              </a:tr>
              <a:tr h="172437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>
                          <a:effectLst/>
                        </a:rPr>
                        <a:t>Manage Customer Service</a:t>
                      </a:r>
                      <a:endParaRPr lang="en-US" sz="11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>
                          <a:effectLst/>
                        </a:rPr>
                        <a:t>Correspondence Forms</a:t>
                      </a:r>
                      <a:endParaRPr lang="en-US" sz="11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>
                          <a:effectLst/>
                        </a:rPr>
                        <a:t>View Invoices</a:t>
                      </a:r>
                      <a:endParaRPr lang="en-US" sz="11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>
                          <a:effectLst/>
                        </a:rPr>
                        <a:t>Create / Modify Invoices </a:t>
                      </a:r>
                      <a:endParaRPr lang="en-US" sz="11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>
                          <a:effectLst/>
                        </a:rPr>
                        <a:t>As an SAP Customer Service Representative, I want to view invoices within correspondence forms to support accurate customer interactions and timely service resolution.</a:t>
                      </a:r>
                      <a:endParaRPr lang="en-US" sz="11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>
                          <a:effectLst/>
                        </a:rPr>
                        <a:t>1. Able to modify an existing invoice.</a:t>
                      </a:r>
                      <a:br>
                        <a:rPr lang="en-US" sz="1100">
                          <a:effectLst/>
                        </a:rPr>
                      </a:br>
                      <a:r>
                        <a:rPr lang="en-US" sz="1100">
                          <a:effectLst/>
                        </a:rPr>
                        <a:t>3.Able to initiate invoice creation from correspondence forms.</a:t>
                      </a:r>
                      <a:br>
                        <a:rPr lang="en-US" sz="1100">
                          <a:effectLst/>
                        </a:rPr>
                      </a:br>
                      <a:r>
                        <a:rPr lang="en-US" sz="1100">
                          <a:effectLst/>
                        </a:rPr>
                        <a:t>4.Able to initiate invoice modification from correspondence forms.</a:t>
                      </a:r>
                      <a:br>
                        <a:rPr lang="en-US" sz="1100">
                          <a:effectLst/>
                        </a:rPr>
                      </a:br>
                      <a:r>
                        <a:rPr lang="en-US" sz="1100">
                          <a:effectLst/>
                        </a:rPr>
                        <a:t>5.Able to confirm invoice creation within the correspondence context.</a:t>
                      </a:r>
                      <a:br>
                        <a:rPr lang="en-US" sz="1100">
                          <a:effectLst/>
                        </a:rPr>
                      </a:br>
                      <a:r>
                        <a:rPr lang="en-US" sz="1100">
                          <a:effectLst/>
                        </a:rPr>
                        <a:t>6.Able to confirm invoice modification within the correspondence context.</a:t>
                      </a:r>
                      <a:br>
                        <a:rPr lang="en-US" sz="1100">
                          <a:effectLst/>
                        </a:rPr>
                      </a:br>
                      <a:r>
                        <a:rPr lang="en-US" sz="1100">
                          <a:effectLst/>
                        </a:rPr>
                        <a:t>7.Able to view created invoices within correspondence forms.</a:t>
                      </a:r>
                      <a:br>
                        <a:rPr lang="en-US" sz="1100">
                          <a:effectLst/>
                        </a:rPr>
                      </a:br>
                      <a:r>
                        <a:rPr lang="en-US" sz="1100">
                          <a:effectLst/>
                        </a:rPr>
                        <a:t>8.Able to view modified invoices within correspondence forms.</a:t>
                      </a:r>
                      <a:br>
                        <a:rPr lang="en-US" sz="1100">
                          <a:effectLst/>
                        </a:rPr>
                      </a:br>
                      <a:r>
                        <a:rPr lang="en-US" sz="1100">
                          <a:effectLst/>
                        </a:rPr>
                        <a:t>9.Able to build Security roles and perform testing.</a:t>
                      </a:r>
                      <a:br>
                        <a:rPr lang="en-US" sz="1100">
                          <a:effectLst/>
                        </a:rPr>
                      </a:br>
                      <a:r>
                        <a:rPr lang="en-US" sz="1100">
                          <a:effectLst/>
                        </a:rPr>
                        <a:t>10.Able to identify Risk and Controls</a:t>
                      </a:r>
                      <a:endParaRPr lang="en-US" sz="110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3624379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A3D3953F-B72A-0C5E-28EA-472BAADEA2FB}"/>
              </a:ext>
            </a:extLst>
          </p:cNvPr>
          <p:cNvSpPr txBox="1"/>
          <p:nvPr/>
        </p:nvSpPr>
        <p:spPr>
          <a:xfrm>
            <a:off x="413060" y="1047045"/>
            <a:ext cx="9418320" cy="253916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50" b="1">
                <a:latin typeface="Montserrat"/>
              </a:rPr>
              <a:t>Please note, this is just a drafted starting point we will leverage to formulate our actual user stories and acceptance criteria</a:t>
            </a:r>
            <a:endParaRPr lang="en-US" sz="1050" b="1" err="1">
              <a:latin typeface="Montserra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2182068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B602E-2C3B-4F08-5E75-F752CAE78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7502" y="3148509"/>
            <a:ext cx="6270458" cy="2490996"/>
          </a:xfrm>
        </p:spPr>
        <p:txBody>
          <a:bodyPr/>
          <a:lstStyle/>
          <a:p>
            <a:r>
              <a:rPr lang="en-US" sz="4250" b="1">
                <a:latin typeface="Montserrat"/>
              </a:rPr>
              <a:t>09 </a:t>
            </a:r>
            <a:r>
              <a:rPr lang="en-US" sz="4250">
                <a:latin typeface="Montserrat"/>
              </a:rPr>
              <a:t>Key Decisions, </a:t>
            </a:r>
            <a:br>
              <a:rPr lang="en-US" sz="4250">
                <a:latin typeface="Montserrat"/>
              </a:rPr>
            </a:br>
            <a:r>
              <a:rPr lang="en-US" sz="4250">
                <a:latin typeface="Montserrat"/>
              </a:rPr>
              <a:t>Action Items, </a:t>
            </a:r>
            <a:br>
              <a:rPr lang="en-US" sz="4250">
                <a:latin typeface="Montserrat"/>
              </a:rPr>
            </a:br>
            <a:r>
              <a:rPr lang="en-US" sz="4250">
                <a:latin typeface="Montserrat"/>
              </a:rPr>
              <a:t>Change Impacts, Wrap-Up &amp; Next Steps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544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35619D-0B81-725C-05C0-A444FD63F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0AD21A1-7636-1E92-BA74-97C118A0B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81562" y="6316519"/>
            <a:ext cx="609601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67" b="0" i="0" kern="1200" baseline="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69B7C6-3FEA-7848-A062-37F8F6368D00}" type="slidenum">
              <a:rPr kumimoji="0" lang="en-US" sz="1067" b="0" i="0" u="none" strike="noStrike" kern="1200" cap="none" spc="0" normalizeH="0" baseline="0" noProof="0" smtClean="0">
                <a:ln>
                  <a:noFill/>
                </a:ln>
                <a:solidFill>
                  <a:srgbClr val="FFFEFE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pPr marL="0" marR="0" lvl="0" indent="0" algn="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067" b="0" i="0" u="none" strike="noStrike" kern="1200" cap="none" spc="0" normalizeH="0" baseline="0" noProof="0">
              <a:ln>
                <a:noFill/>
              </a:ln>
              <a:solidFill>
                <a:srgbClr val="FFFEFE"/>
              </a:solidFill>
              <a:effectLst/>
              <a:uLnTx/>
              <a:uFillTx/>
              <a:latin typeface="Montserrat" pitchFamily="2" charset="77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F241765-29E7-B65E-EF47-99994A77E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328" y="-140006"/>
            <a:ext cx="11375136" cy="609600"/>
          </a:xfrm>
        </p:spPr>
        <p:txBody>
          <a:bodyPr/>
          <a:lstStyle/>
          <a:p>
            <a:r>
              <a:rPr lang="en-US" sz="2000" b="1">
                <a:latin typeface="Montserrat"/>
              </a:rPr>
              <a:t>Program Charging	(CE Internal Only)			</a:t>
            </a:r>
            <a:endParaRPr lang="en-US" sz="1600" b="1">
              <a:latin typeface="Montserrat"/>
            </a:endParaRP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0E3C419A-8C28-8621-94F2-6BC57951C1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328" y="552364"/>
            <a:ext cx="11769344" cy="54476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100" b="1" i="0" u="sng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ptos" panose="020B0004020202020204" pitchFamily="34" charset="0"/>
                <a:cs typeface="Arial"/>
              </a:rPr>
              <a:t>The Change &amp; Why:</a:t>
            </a:r>
            <a:endParaRPr lang="en-US" altLang="en-US" sz="11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We need to track O&amp;M costs more precisely. OCM and Data Conversion must be charged separately from End User Training and from Design/Build/Deployment work. This change is retroactive from February for Accounting, Rate case discovery, and audit. </a:t>
            </a:r>
            <a:endParaRPr 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100" b="1" i="0" u="sng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Ask: </a:t>
            </a:r>
            <a:endParaRPr lang="en-US" altLang="en-US" sz="1100" b="1" i="0" u="sng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ptos" panose="020B0004020202020204" pitchFamily="34" charset="0"/>
                <a:cs typeface="Arial"/>
              </a:rPr>
              <a:t>Pls follow the instructions below that apply to you based on your staffing category on the </a:t>
            </a:r>
            <a:r>
              <a:rPr kumimoji="0" lang="en-US" altLang="en-US" sz="11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ptos" panose="020B0004020202020204" pitchFamily="34" charset="0"/>
                <a:cs typeface="Arial"/>
              </a:rPr>
              <a:t>LaunchPad</a:t>
            </a: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ptos" panose="020B0004020202020204" pitchFamily="34" charset="0"/>
                <a:cs typeface="Arial"/>
              </a:rPr>
              <a:t> program. It is critical to track costs in the correct cost buckets.</a:t>
            </a:r>
            <a:endParaRPr lang="en-US" alt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ptos" panose="020B0004020202020204" pitchFamily="34" charset="0"/>
              <a:cs typeface="Arial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100" b="1" i="0" u="sng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ptos" panose="020B0004020202020204" pitchFamily="34" charset="0"/>
                <a:cs typeface="Arial"/>
              </a:rPr>
              <a:t>Business Partner (BP) Core Team (Use SAP*):</a:t>
            </a:r>
            <a:endParaRPr lang="en-US" altLang="en-US" sz="11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085850" marR="0" lvl="2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ptos" panose="020B0004020202020204" pitchFamily="34" charset="0"/>
                <a:cs typeface="Arial"/>
              </a:rPr>
              <a:t>Continue 100% allocation as before. (BP&amp;A handles this automatically behind the scenes and no time entry is needed except for the two scenarios below) </a:t>
            </a:r>
            <a:endParaRPr lang="en-US" alt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085850" marR="0" lvl="2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ptos" panose="020B0004020202020204" pitchFamily="34" charset="0"/>
                <a:cs typeface="Arial"/>
              </a:rPr>
              <a:t>Submit time </a:t>
            </a:r>
            <a:r>
              <a:rPr kumimoji="0" lang="en-US" altLang="en-US" sz="1100" b="0" i="0" u="sng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ptos" panose="020B0004020202020204" pitchFamily="34" charset="0"/>
                <a:cs typeface="Arial"/>
              </a:rPr>
              <a:t>only</a:t>
            </a: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ptos" panose="020B0004020202020204" pitchFamily="34" charset="0"/>
                <a:cs typeface="Arial"/>
              </a:rPr>
              <a:t> for OCM and Data Conversion activities; Use SAP to bill IO 6520973.</a:t>
            </a:r>
            <a:endParaRPr lang="en-US" alt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085850" marR="0" lvl="2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ptos" panose="020B0004020202020204" pitchFamily="34" charset="0"/>
                <a:cs typeface="Arial"/>
              </a:rPr>
              <a:t>Submit time </a:t>
            </a:r>
            <a:r>
              <a:rPr kumimoji="0" lang="en-US" altLang="en-US" sz="1100" b="0" i="0" u="sng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ptos" panose="020B0004020202020204" pitchFamily="34" charset="0"/>
                <a:cs typeface="Arial"/>
              </a:rPr>
              <a:t>only</a:t>
            </a: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ptos" panose="020B0004020202020204" pitchFamily="34" charset="0"/>
                <a:cs typeface="Arial"/>
              </a:rPr>
              <a:t> for End User Training; Use SAP to bill IO 6519532.</a:t>
            </a:r>
            <a:endParaRPr lang="en-US" alt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en-US" sz="1100" b="0" i="0" u="sng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100" b="1" i="0" u="sng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Arial"/>
                <a:cs typeface="Arial"/>
              </a:rPr>
              <a:t>IT Core Team (Use Clarity):</a:t>
            </a:r>
            <a:endParaRPr lang="en-US" altLang="en-US" sz="1100" b="1" i="0" u="sng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Arial"/>
              <a:cs typeface="Arial"/>
            </a:endParaRPr>
          </a:p>
          <a:p>
            <a:pPr marL="1085850" lvl="2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100">
                <a:solidFill>
                  <a:srgbClr val="000000"/>
                </a:solidFill>
                <a:highlight>
                  <a:srgbClr val="FFFF00"/>
                </a:highlight>
                <a:latin typeface="Arial"/>
                <a:cs typeface="Arial"/>
              </a:rPr>
              <a:t>S4- Customer – Design/Development/Testing/Deploy Clarity Task</a:t>
            </a:r>
            <a:endParaRPr lang="en-US" altLang="en-US" sz="1100">
              <a:solidFill>
                <a:srgbClr val="000000"/>
              </a:solidFill>
              <a:highlight>
                <a:srgbClr val="FFFF00"/>
              </a:highlight>
              <a:latin typeface="Arial"/>
              <a:cs typeface="Arial"/>
            </a:endParaRPr>
          </a:p>
          <a:p>
            <a:pPr marL="1085850" marR="0" lvl="2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Clarity Timesheets will now be used for time charging, and the allocation mechanism is discontinued. Submit timesheets from February 2nd for a one-time catchup.  </a:t>
            </a:r>
          </a:p>
          <a:p>
            <a:pPr marL="1085850" marR="0" lvl="2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Separate tasks for OCM, End User Training, and Data Conversion are available; Find them using keywords OCM, End User Training, and Data Conversion and charge them as applicable.</a:t>
            </a:r>
            <a:endParaRPr lang="en-US" alt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085850" marR="0" lvl="2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alt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100" b="1" i="0" u="sng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Arial"/>
                <a:cs typeface="Arial"/>
              </a:rPr>
              <a:t>Extended BP Team (use SAP*):</a:t>
            </a:r>
            <a:endParaRPr lang="en-US" altLang="en-US" sz="1100" b="1" i="0" u="sng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Arial"/>
              <a:cs typeface="Arial"/>
            </a:endParaRPr>
          </a:p>
          <a:p>
            <a:pPr marL="1085850" marR="0" lvl="2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Bill SAP IO 6520973 for OCM and Data Conversion.</a:t>
            </a:r>
            <a:endParaRPr lang="en-US" alt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085850" marR="0" lvl="2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Bill SAP IO 6519532 for End User Training.</a:t>
            </a:r>
            <a:endParaRPr lang="en-US" alt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085850" marR="0" lvl="2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Arial"/>
                <a:cs typeface="Arial"/>
              </a:rPr>
              <a:t>Use new IO 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Arial"/>
                <a:cs typeface="Arial"/>
              </a:rPr>
              <a:t>6521411 </a:t>
            </a: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Arial"/>
                <a:cs typeface="Arial"/>
              </a:rPr>
              <a:t>for all other tasks.</a:t>
            </a:r>
            <a:endParaRPr lang="en-US" alt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Arial"/>
              <a:cs typeface="Arial"/>
            </a:endParaRPr>
          </a:p>
          <a:p>
            <a:pPr marL="1085850" marR="0" lvl="2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alt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100" b="1" i="0" u="sng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Extended IT Team (Use Clarity):</a:t>
            </a:r>
            <a:endParaRPr lang="en-US" altLang="en-US" sz="1100" b="1" i="0" u="sng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085850" marR="0" lvl="2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S4- Customer – Design/Development/Testing/Deploy Clarity Task</a:t>
            </a:r>
            <a:endParaRPr kumimoji="0" lang="en-US" alt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1085850" marR="0" lvl="2" indent="-17145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Bill specific tasks for OCM, End User Training, and Data Conversion; ID the tasks using the keywords OCM, End User Training, and Data Conversion.</a:t>
            </a:r>
            <a:endParaRPr 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085850" marR="0" lvl="2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Bill other tasks as appropriate.</a:t>
            </a:r>
          </a:p>
          <a:p>
            <a:pPr marL="1085850" marR="0" lvl="2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alt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100" b="0" i="0" u="sng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ptos" panose="020B0004020202020204" pitchFamily="34" charset="0"/>
                <a:cs typeface="Arial"/>
              </a:rPr>
              <a:t>*SAP Timesheet Submission Instructions (for BPs)</a:t>
            </a:r>
            <a:endParaRPr lang="en-US" alt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ptos" panose="020B0004020202020204" pitchFamily="34" charset="0"/>
                <a:cs typeface="Arial"/>
              </a:rPr>
              <a:t>Follow ESS steps (screen shot below): 1. Open ESS timesheet. 2. Enter IO number in work order field. 3. Select WORK code under ATT-ABS. 4. Add OCM, End User Training, or Data Conversion in comments. 5. Enter hours worked.</a:t>
            </a:r>
            <a:endParaRPr lang="en-US" alt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0E62B9E-43CB-BEB2-4EBC-D41DFC90D1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840" y="5670487"/>
            <a:ext cx="9777075" cy="552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40595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AA6EA1B-9448-F388-2C2D-4EA20D785C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97" y="1219201"/>
            <a:ext cx="9939998" cy="4895447"/>
          </a:xfrm>
          <a:prstGeom prst="rect">
            <a:avLst/>
          </a:prstGeom>
          <a:noFill/>
        </p:spPr>
      </p:pic>
      <p:sp>
        <p:nvSpPr>
          <p:cNvPr id="2" name="TextBox 1"/>
          <p:cNvSpPr txBox="1"/>
          <p:nvPr/>
        </p:nvSpPr>
        <p:spPr>
          <a:xfrm>
            <a:off x="414528" y="438912"/>
            <a:ext cx="11375136" cy="609600"/>
          </a:xfrm>
          <a:prstGeom prst="rect">
            <a:avLst/>
          </a:prstGeom>
        </p:spPr>
        <p:txBody>
          <a:bodyPr vert="horz" lIns="0" tIns="45720" rIns="91440" bIns="0" rtlCol="0" anchor="b">
            <a:normAutofit/>
          </a:bodyPr>
          <a:lstStyle/>
          <a:p>
            <a:pPr defTabSz="609585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1500" b="0" i="0" kern="1200" baseline="0">
              <a:solidFill>
                <a:srgbClr val="1866AE"/>
              </a:solidFill>
              <a:latin typeface="Montserrat" pitchFamily="2" charset="77"/>
              <a:ea typeface="+mj-ea"/>
              <a:cs typeface="+mj-cs"/>
            </a:endParaRPr>
          </a:p>
          <a:p>
            <a:pPr defTabSz="609585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>
                <a:solidFill>
                  <a:srgbClr val="000000"/>
                </a:solidFill>
                <a:latin typeface="Montserrat"/>
              </a:defRPr>
            </a:pPr>
            <a:r>
              <a:rPr lang="en-US" sz="1500" b="0" i="0" kern="1200" baseline="0">
                <a:solidFill>
                  <a:srgbClr val="1866AE"/>
                </a:solidFill>
                <a:latin typeface="Montserrat" pitchFamily="2" charset="77"/>
                <a:ea typeface="+mj-ea"/>
                <a:cs typeface="+mj-cs"/>
              </a:rPr>
              <a:t>Open Text integration- Customer Fact Sheet</a:t>
            </a:r>
          </a:p>
        </p:txBody>
      </p:sp>
    </p:spTree>
    <p:extLst>
      <p:ext uri="{BB962C8B-B14F-4D97-AF65-F5344CB8AC3E}">
        <p14:creationId xmlns:p14="http://schemas.microsoft.com/office/powerpoint/2010/main" val="24242771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12B3207-BC3C-79E2-CDC9-3B598DA9A1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7E96F0E-1355-53C5-70CE-00717BBEE9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9272" y="1219201"/>
            <a:ext cx="9065647" cy="4895447"/>
          </a:xfrm>
          <a:prstGeom prst="rect">
            <a:avLst/>
          </a:prstGeom>
          <a:noFill/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9C55AF5-0D02-19FD-941F-6FF8453FE97E}"/>
              </a:ext>
            </a:extLst>
          </p:cNvPr>
          <p:cNvSpPr txBox="1"/>
          <p:nvPr/>
        </p:nvSpPr>
        <p:spPr>
          <a:xfrm>
            <a:off x="414528" y="438912"/>
            <a:ext cx="11375136" cy="609600"/>
          </a:xfrm>
          <a:prstGeom prst="rect">
            <a:avLst/>
          </a:prstGeom>
        </p:spPr>
        <p:txBody>
          <a:bodyPr vert="horz" lIns="0" tIns="45720" rIns="91440" bIns="0" rtlCol="0" anchor="b">
            <a:normAutofit/>
          </a:bodyPr>
          <a:lstStyle/>
          <a:p>
            <a:pPr defTabSz="609585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>
                <a:solidFill>
                  <a:srgbClr val="000000"/>
                </a:solidFill>
                <a:latin typeface="Montserrat"/>
              </a:defRPr>
            </a:pPr>
            <a:r>
              <a:rPr lang="en-US" sz="2000" b="0" i="0" kern="1200" baseline="0">
                <a:solidFill>
                  <a:srgbClr val="1866AE"/>
                </a:solidFill>
                <a:latin typeface="Montserrat"/>
                <a:ea typeface="+mj-ea"/>
                <a:cs typeface="+mj-cs"/>
              </a:rPr>
              <a:t>Contract Account- Utilities financial details suffices the requirement. Account Fact sheet is not part of SAP Standard.</a:t>
            </a:r>
            <a:r>
              <a:rPr lang="en-US" sz="2000">
                <a:solidFill>
                  <a:srgbClr val="1866AE"/>
                </a:solidFill>
                <a:latin typeface="Montserrat"/>
                <a:ea typeface="+mj-ea"/>
                <a:cs typeface="+mj-cs"/>
              </a:rPr>
              <a:t> Additional mashup require for Data environment.</a:t>
            </a:r>
            <a:endParaRPr lang="en-US" sz="2000" b="0" i="0" kern="1200" baseline="0">
              <a:solidFill>
                <a:srgbClr val="1866AE"/>
              </a:solidFill>
              <a:latin typeface="Montserrat" pitchFamily="2" charset="77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8990304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FB525BA-1911-4039-EEA0-913B9001A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F38FBB1-54BD-285C-0041-5EDA7146F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7201" y="1219201"/>
            <a:ext cx="9889790" cy="4895447"/>
          </a:xfrm>
          <a:prstGeom prst="rect">
            <a:avLst/>
          </a:prstGeom>
          <a:noFill/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1CBD025-5F82-D92E-04F9-97CBDEC1FEB4}"/>
              </a:ext>
            </a:extLst>
          </p:cNvPr>
          <p:cNvSpPr txBox="1"/>
          <p:nvPr/>
        </p:nvSpPr>
        <p:spPr>
          <a:xfrm>
            <a:off x="414528" y="438912"/>
            <a:ext cx="11375136" cy="609600"/>
          </a:xfrm>
          <a:prstGeom prst="rect">
            <a:avLst/>
          </a:prstGeom>
        </p:spPr>
        <p:txBody>
          <a:bodyPr vert="horz" lIns="0" tIns="45720" rIns="91440" bIns="0" rtlCol="0" anchor="b">
            <a:normAutofit/>
          </a:bodyPr>
          <a:lstStyle/>
          <a:p>
            <a:pPr defTabSz="609585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1500" b="0" i="0" kern="1200" baseline="0">
              <a:solidFill>
                <a:srgbClr val="1866AE"/>
              </a:solidFill>
              <a:latin typeface="Montserrat" pitchFamily="2" charset="77"/>
              <a:ea typeface="+mj-ea"/>
              <a:cs typeface="+mj-cs"/>
            </a:endParaRPr>
          </a:p>
          <a:p>
            <a:pPr defTabSz="609585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>
                <a:solidFill>
                  <a:srgbClr val="000000"/>
                </a:solidFill>
                <a:latin typeface="Montserrat"/>
              </a:defRPr>
            </a:pPr>
            <a:r>
              <a:rPr lang="en-US" sz="1500">
                <a:solidFill>
                  <a:srgbClr val="1866AE"/>
                </a:solidFill>
                <a:latin typeface="Montserrat"/>
                <a:ea typeface="+mj-ea"/>
                <a:cs typeface="+mj-cs"/>
              </a:rPr>
              <a:t>Agent Inbox- Mashup needs to be configured in Service Cloud V2</a:t>
            </a:r>
            <a:endParaRPr lang="en-US" sz="1500" b="0" i="0" kern="1200" baseline="0">
              <a:solidFill>
                <a:srgbClr val="1866AE"/>
              </a:solidFill>
              <a:latin typeface="Montserrat" pitchFamily="2" charset="77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1444774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CFF9E35-6FBC-974C-22C5-6F913B95E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1BAEA53-7263-2A82-7206-2757C115FF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6050" y="1219201"/>
            <a:ext cx="9552092" cy="4895447"/>
          </a:xfrm>
          <a:prstGeom prst="rect">
            <a:avLst/>
          </a:prstGeom>
          <a:noFill/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097F353-7DFE-C8D6-7C67-EC2EE2234501}"/>
              </a:ext>
            </a:extLst>
          </p:cNvPr>
          <p:cNvSpPr txBox="1"/>
          <p:nvPr/>
        </p:nvSpPr>
        <p:spPr>
          <a:xfrm>
            <a:off x="414528" y="438912"/>
            <a:ext cx="11375136" cy="609600"/>
          </a:xfrm>
          <a:prstGeom prst="rect">
            <a:avLst/>
          </a:prstGeom>
        </p:spPr>
        <p:txBody>
          <a:bodyPr vert="horz" lIns="0" tIns="45720" rIns="91440" bIns="0" rtlCol="0" anchor="b">
            <a:normAutofit/>
          </a:bodyPr>
          <a:lstStyle/>
          <a:p>
            <a:pPr defTabSz="609585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1500" b="0" i="0" kern="1200" baseline="0">
              <a:solidFill>
                <a:srgbClr val="1866AE"/>
              </a:solidFill>
              <a:latin typeface="Montserrat" pitchFamily="2" charset="77"/>
              <a:ea typeface="+mj-ea"/>
              <a:cs typeface="+mj-cs"/>
            </a:endParaRPr>
          </a:p>
          <a:p>
            <a:pPr defTabSz="609585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>
                <a:solidFill>
                  <a:srgbClr val="000000"/>
                </a:solidFill>
                <a:latin typeface="Montserrat"/>
              </a:defRPr>
            </a:pPr>
            <a:r>
              <a:rPr lang="en-US" sz="1500">
                <a:solidFill>
                  <a:srgbClr val="1866AE"/>
                </a:solidFill>
                <a:latin typeface="Montserrat"/>
                <a:ea typeface="+mj-ea"/>
                <a:cs typeface="+mj-cs"/>
              </a:rPr>
              <a:t>River Star-</a:t>
            </a:r>
            <a:r>
              <a:rPr lang="en-US" sz="1500" b="0" i="0" kern="1200" baseline="0">
                <a:solidFill>
                  <a:srgbClr val="1866AE"/>
                </a:solidFill>
                <a:latin typeface="Montserrat"/>
                <a:ea typeface="+mj-ea"/>
                <a:cs typeface="+mj-cs"/>
              </a:rPr>
              <a:t> </a:t>
            </a:r>
            <a:r>
              <a:rPr lang="en-US" sz="1500" i="0" kern="1200" baseline="0">
                <a:solidFill>
                  <a:srgbClr val="1866AE"/>
                </a:solidFill>
                <a:latin typeface="Montserrat"/>
                <a:ea typeface="+mj-ea"/>
                <a:cs typeface="+mj-cs"/>
              </a:rPr>
              <a:t>Mashup needs to be </a:t>
            </a:r>
            <a:r>
              <a:rPr lang="en-US" sz="1500">
                <a:solidFill>
                  <a:srgbClr val="1866AE"/>
                </a:solidFill>
                <a:latin typeface="Montserrat"/>
                <a:ea typeface="+mj-ea"/>
                <a:cs typeface="+mj-cs"/>
              </a:rPr>
              <a:t>configured in</a:t>
            </a:r>
            <a:r>
              <a:rPr lang="en-US" sz="1500" i="0" kern="1200" baseline="0">
                <a:solidFill>
                  <a:srgbClr val="1866AE"/>
                </a:solidFill>
                <a:latin typeface="Montserrat"/>
                <a:ea typeface="+mj-ea"/>
                <a:cs typeface="+mj-cs"/>
              </a:rPr>
              <a:t> Service Cloud V2</a:t>
            </a:r>
          </a:p>
        </p:txBody>
      </p:sp>
    </p:spTree>
    <p:extLst>
      <p:ext uri="{BB962C8B-B14F-4D97-AF65-F5344CB8AC3E}">
        <p14:creationId xmlns:p14="http://schemas.microsoft.com/office/powerpoint/2010/main" val="15234867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52A540D-E55A-6E41-BBA8-5EF9064EB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F4DB009-AAD6-5D15-CBCF-FCA51388BD9D}"/>
              </a:ext>
            </a:extLst>
          </p:cNvPr>
          <p:cNvSpPr txBox="1"/>
          <p:nvPr/>
        </p:nvSpPr>
        <p:spPr>
          <a:xfrm>
            <a:off x="414528" y="438912"/>
            <a:ext cx="11375136" cy="609600"/>
          </a:xfrm>
          <a:prstGeom prst="rect">
            <a:avLst/>
          </a:prstGeom>
        </p:spPr>
        <p:txBody>
          <a:bodyPr vert="horz" lIns="0" tIns="45720" rIns="91440" bIns="0" rtlCol="0" anchor="b">
            <a:normAutofit/>
          </a:bodyPr>
          <a:lstStyle/>
          <a:p>
            <a:pPr defTabSz="609585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>
                <a:solidFill>
                  <a:srgbClr val="000000"/>
                </a:solidFill>
                <a:latin typeface="Montserrat"/>
              </a:defRPr>
            </a:pPr>
            <a:r>
              <a:rPr lang="en-US" sz="1500">
                <a:solidFill>
                  <a:srgbClr val="1866AE"/>
                </a:solidFill>
                <a:latin typeface="Montserrat"/>
                <a:ea typeface="+mj-ea"/>
                <a:cs typeface="+mj-cs"/>
              </a:rPr>
              <a:t>Form Management-</a:t>
            </a:r>
            <a:r>
              <a:rPr lang="en-US" sz="1500" b="0" i="0" kern="1200" baseline="0">
                <a:solidFill>
                  <a:srgbClr val="1866AE"/>
                </a:solidFill>
                <a:latin typeface="Montserrat"/>
                <a:ea typeface="+mj-ea"/>
                <a:cs typeface="+mj-cs"/>
              </a:rPr>
              <a:t> </a:t>
            </a:r>
            <a:r>
              <a:rPr lang="en-US" sz="1500" i="0" kern="1200" baseline="0">
                <a:solidFill>
                  <a:srgbClr val="1866AE"/>
                </a:solidFill>
                <a:latin typeface="Montserrat"/>
                <a:ea typeface="+mj-ea"/>
                <a:cs typeface="+mj-cs"/>
              </a:rPr>
              <a:t>Mashup needs to be </a:t>
            </a:r>
            <a:r>
              <a:rPr lang="en-US" sz="1500">
                <a:solidFill>
                  <a:srgbClr val="1866AE"/>
                </a:solidFill>
                <a:latin typeface="Montserrat"/>
                <a:ea typeface="+mj-ea"/>
                <a:cs typeface="+mj-cs"/>
              </a:rPr>
              <a:t>configured in</a:t>
            </a:r>
            <a:r>
              <a:rPr lang="en-US" sz="1500" i="0" kern="1200" baseline="0">
                <a:solidFill>
                  <a:srgbClr val="1866AE"/>
                </a:solidFill>
                <a:latin typeface="Montserrat"/>
                <a:ea typeface="+mj-ea"/>
                <a:cs typeface="+mj-cs"/>
              </a:rPr>
              <a:t> Service Cloud V2</a:t>
            </a:r>
            <a:endParaRPr lang="en-US" sz="1500" i="0" kern="1200" baseline="0">
              <a:solidFill>
                <a:srgbClr val="1866AE"/>
              </a:solidFill>
              <a:latin typeface="Montserrat" pitchFamily="2" charset="77"/>
              <a:ea typeface="+mj-ea"/>
              <a:cs typeface="+mj-cs"/>
            </a:endParaRP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D5E22CF-68AE-C286-7B18-AF6CF5FB0A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287" y="1326889"/>
            <a:ext cx="11378340" cy="4759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299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2ACB60B-7D27-4319-B044-B86B005AA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C6F026E-B02B-145E-1848-20DDEE860817}"/>
              </a:ext>
            </a:extLst>
          </p:cNvPr>
          <p:cNvSpPr txBox="1"/>
          <p:nvPr/>
        </p:nvSpPr>
        <p:spPr>
          <a:xfrm>
            <a:off x="414528" y="438912"/>
            <a:ext cx="11375136" cy="609600"/>
          </a:xfrm>
          <a:prstGeom prst="rect">
            <a:avLst/>
          </a:prstGeom>
        </p:spPr>
        <p:txBody>
          <a:bodyPr vert="horz" lIns="0" tIns="45720" rIns="91440" bIns="0" rtlCol="0" anchor="b">
            <a:normAutofit/>
          </a:bodyPr>
          <a:lstStyle/>
          <a:p>
            <a:pPr defTabSz="609585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>
                <a:solidFill>
                  <a:srgbClr val="000000"/>
                </a:solidFill>
                <a:latin typeface="Montserrat"/>
              </a:defRPr>
            </a:pPr>
            <a:r>
              <a:rPr lang="en-US" sz="1500">
                <a:solidFill>
                  <a:srgbClr val="1866AE"/>
                </a:solidFill>
                <a:latin typeface="Montserrat"/>
                <a:ea typeface="+mj-ea"/>
                <a:cs typeface="+mj-cs"/>
              </a:rPr>
              <a:t>ISIS integration for Invoice-  Technical configuration needed to create External Link in SCV2 to dynamically map Invoice id.</a:t>
            </a:r>
            <a:endParaRPr lang="en-US" sz="1500" i="0" kern="1200" baseline="0">
              <a:solidFill>
                <a:srgbClr val="1866AE"/>
              </a:solidFill>
              <a:latin typeface="Montserrat" pitchFamily="2" charset="77"/>
              <a:ea typeface="+mj-ea"/>
              <a:cs typeface="+mj-cs"/>
            </a:endParaRP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E28C5AA-52A3-8974-0544-4780B5B21D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337" y="1492496"/>
            <a:ext cx="11627923" cy="4536047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B8A0C57-95CE-4CC7-6AC0-89B6BCB0BE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6050" y="4033838"/>
            <a:ext cx="7222067" cy="1647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10668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A8ED59F-AF83-D200-CC14-AA93D1CD92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77F76F8-19CF-8E12-6C1A-C17FB03EE6B8}"/>
              </a:ext>
            </a:extLst>
          </p:cNvPr>
          <p:cNvSpPr txBox="1"/>
          <p:nvPr/>
        </p:nvSpPr>
        <p:spPr>
          <a:xfrm>
            <a:off x="414528" y="438912"/>
            <a:ext cx="11375136" cy="609600"/>
          </a:xfrm>
          <a:prstGeom prst="rect">
            <a:avLst/>
          </a:prstGeom>
        </p:spPr>
        <p:txBody>
          <a:bodyPr vert="horz" lIns="0" tIns="45720" rIns="91440" bIns="0" rtlCol="0" anchor="b">
            <a:normAutofit/>
          </a:bodyPr>
          <a:lstStyle/>
          <a:p>
            <a:pPr defTabSz="609585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1500" b="0" i="0" kern="1200" baseline="0">
              <a:solidFill>
                <a:srgbClr val="1866AE"/>
              </a:solidFill>
              <a:latin typeface="Montserrat" pitchFamily="2" charset="77"/>
              <a:ea typeface="+mj-ea"/>
              <a:cs typeface="+mj-cs"/>
            </a:endParaRPr>
          </a:p>
          <a:p>
            <a:pPr defTabSz="609585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>
                <a:solidFill>
                  <a:srgbClr val="000000"/>
                </a:solidFill>
                <a:latin typeface="Montserrat"/>
              </a:defRPr>
            </a:pPr>
            <a:r>
              <a:rPr lang="en-US" sz="1500">
                <a:solidFill>
                  <a:srgbClr val="1866AE"/>
                </a:solidFill>
                <a:latin typeface="Montserrat"/>
                <a:ea typeface="+mj-ea"/>
                <a:cs typeface="+mj-cs"/>
              </a:rPr>
              <a:t>Power App Integration - CSR Fraud Forms Mashup</a:t>
            </a:r>
            <a:r>
              <a:rPr lang="en-US" sz="1500" i="0" kern="1200" baseline="0">
                <a:solidFill>
                  <a:srgbClr val="1866AE"/>
                </a:solidFill>
                <a:latin typeface="Montserrat"/>
                <a:ea typeface="+mj-ea"/>
                <a:cs typeface="+mj-cs"/>
              </a:rPr>
              <a:t> needs to be </a:t>
            </a:r>
            <a:r>
              <a:rPr lang="en-US" sz="1500">
                <a:solidFill>
                  <a:srgbClr val="1866AE"/>
                </a:solidFill>
                <a:latin typeface="Montserrat"/>
                <a:ea typeface="+mj-ea"/>
                <a:cs typeface="+mj-cs"/>
              </a:rPr>
              <a:t>configured in</a:t>
            </a:r>
            <a:r>
              <a:rPr lang="en-US" sz="1500" i="0" kern="1200" baseline="0">
                <a:solidFill>
                  <a:srgbClr val="1866AE"/>
                </a:solidFill>
                <a:latin typeface="Montserrat"/>
                <a:ea typeface="+mj-ea"/>
                <a:cs typeface="+mj-cs"/>
              </a:rPr>
              <a:t> Service Cloud V2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A1F548A-7739-DB07-6227-A87B28431D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750" y="1050539"/>
            <a:ext cx="11144250" cy="5127340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B25DA4B-19CA-F4A2-E97A-23356386E5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2749389"/>
            <a:ext cx="8392584" cy="3073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99082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6x9 PowertPoint Template-CE-Jan.2019-AFC">
  <a:themeElements>
    <a:clrScheme name="2024 Color Pallette">
      <a:dk1>
        <a:srgbClr val="000000"/>
      </a:dk1>
      <a:lt1>
        <a:srgbClr val="FFFEFE"/>
      </a:lt1>
      <a:dk2>
        <a:srgbClr val="454947"/>
      </a:dk2>
      <a:lt2>
        <a:srgbClr val="E3E4E3"/>
      </a:lt2>
      <a:accent1>
        <a:srgbClr val="0067A4"/>
      </a:accent1>
      <a:accent2>
        <a:srgbClr val="84BE41"/>
      </a:accent2>
      <a:accent3>
        <a:srgbClr val="E3E4E3"/>
      </a:accent3>
      <a:accent4>
        <a:srgbClr val="23425F"/>
      </a:accent4>
      <a:accent5>
        <a:srgbClr val="F5BB25"/>
      </a:accent5>
      <a:accent6>
        <a:srgbClr val="B4B4B3"/>
      </a:accent6>
      <a:hlink>
        <a:srgbClr val="0067A4"/>
      </a:hlink>
      <a:folHlink>
        <a:srgbClr val="B4B4B3"/>
      </a:folHlink>
    </a:clrScheme>
    <a:fontScheme name="2024 Montserrat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3175">
          <a:solidFill>
            <a:schemeClr val="tx2"/>
          </a:solidFill>
        </a:ln>
        <a:effectLst/>
      </a:spPr>
      <a:bodyPr rtlCol="0" anchor="ctr"/>
      <a:lstStyle>
        <a:defPPr algn="ctr">
          <a:defRPr sz="1000" dirty="0">
            <a:latin typeface="Montserrat" pitchFamily="2" charset="77"/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  <a:ln>
          <a:solidFill>
            <a:schemeClr val="bg2"/>
          </a:solidFill>
        </a:ln>
      </a:spPr>
      <a:bodyPr wrap="square" rtlCol="0">
        <a:spAutoFit/>
      </a:bodyPr>
      <a:lstStyle>
        <a:defPPr algn="l">
          <a:defRPr sz="1000" dirty="0">
            <a:latin typeface="Montserrat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2024 All Purpose PowerPoint Template.potx" id="{84CB3BC2-CE68-044F-9772-13EBC42BCB48}" vid="{4FEEE54B-C9A9-9B47-9C99-2B91212D142F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01e0a56-4899-4cce-a214-5e425f318dcb">
      <Terms xmlns="http://schemas.microsoft.com/office/infopath/2007/PartnerControls"/>
    </lcf76f155ced4ddcb4097134ff3c332f>
    <TaxCatchAll xmlns="2c7fe448-207e-4aca-804d-051f84c484d7">
      <Value>4</Value>
    </TaxCatchAll>
    <i0f84bba906045b4af568ee102a52dcb xmlns="2c7fe448-207e-4aca-804d-051f84c484d7">
      <Terms xmlns="http://schemas.microsoft.com/office/infopath/2007/PartnerControls">
        <TermInfo xmlns="http://schemas.microsoft.com/office/infopath/2007/PartnerControls">
          <TermName xmlns="http://schemas.microsoft.com/office/infopath/2007/PartnerControls">COR-104 Policies and Procedures</TermName>
          <TermId xmlns="http://schemas.microsoft.com/office/infopath/2007/PartnerControls">23fe8a5f-9220-44d9-ae32-6aebd451fecc</TermId>
        </TermInfo>
      </Terms>
    </i0f84bba906045b4af568ee102a52dcb>
    <RSC_x0020_Event_x0020_Date xmlns="a433be04-1063-452b-9ab8-ba06373cb7cb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85E4EB0480BDD4BA0725FDA835A98E9" ma:contentTypeVersion="12" ma:contentTypeDescription="Create a new document." ma:contentTypeScope="" ma:versionID="a7e85cd843c542c305e66a5ac0a6561c">
  <xsd:schema xmlns:xsd="http://www.w3.org/2001/XMLSchema" xmlns:xs="http://www.w3.org/2001/XMLSchema" xmlns:p="http://schemas.microsoft.com/office/2006/metadata/properties" xmlns:ns2="a433be04-1063-452b-9ab8-ba06373cb7cb" xmlns:ns3="2c7fe448-207e-4aca-804d-051f84c484d7" xmlns:ns4="301e0a56-4899-4cce-a214-5e425f318dcb" targetNamespace="http://schemas.microsoft.com/office/2006/metadata/properties" ma:root="true" ma:fieldsID="30d58687421f0a6c39a35b55d9f36047" ns2:_="" ns3:_="" ns4:_="">
    <xsd:import namespace="a433be04-1063-452b-9ab8-ba06373cb7cb"/>
    <xsd:import namespace="2c7fe448-207e-4aca-804d-051f84c484d7"/>
    <xsd:import namespace="301e0a56-4899-4cce-a214-5e425f318dcb"/>
    <xsd:element name="properties">
      <xsd:complexType>
        <xsd:sequence>
          <xsd:element name="documentManagement">
            <xsd:complexType>
              <xsd:all>
                <xsd:element ref="ns2:RSC_x0020_Event_x0020_Date" minOccurs="0"/>
                <xsd:element ref="ns3:i0f84bba906045b4af568ee102a52dcb" minOccurs="0"/>
                <xsd:element ref="ns3:TaxCatchAll" minOccurs="0"/>
                <xsd:element ref="ns4:MediaServiceMetadata" minOccurs="0"/>
                <xsd:element ref="ns4:MediaServiceFastMetadata" minOccurs="0"/>
                <xsd:element ref="ns4:MediaServiceSearchProperties" minOccurs="0"/>
                <xsd:element ref="ns4:MediaServiceDateTaken" minOccurs="0"/>
                <xsd:element ref="ns4:lcf76f155ced4ddcb4097134ff3c332f" minOccurs="0"/>
                <xsd:element ref="ns4:MediaServiceOCR" minOccurs="0"/>
                <xsd:element ref="ns4:MediaServiceGenerationTime" minOccurs="0"/>
                <xsd:element ref="ns4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433be04-1063-452b-9ab8-ba06373cb7cb" elementFormDefault="qualified">
    <xsd:import namespace="http://schemas.microsoft.com/office/2006/documentManagement/types"/>
    <xsd:import namespace="http://schemas.microsoft.com/office/infopath/2007/PartnerControls"/>
    <xsd:element name="RSC_x0020_Event_x0020_Date" ma:index="2" nillable="true" ma:displayName="RSC Event Date" ma:default="" ma:description="This is used for retention purpose" ma:format="DateOnly" ma:internalName="RSC_x0020_Event_x0020_Date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c7fe448-207e-4aca-804d-051f84c484d7" elementFormDefault="qualified">
    <xsd:import namespace="http://schemas.microsoft.com/office/2006/documentManagement/types"/>
    <xsd:import namespace="http://schemas.microsoft.com/office/infopath/2007/PartnerControls"/>
    <xsd:element name="i0f84bba906045b4af568ee102a52dcb" ma:index="10" nillable="true" ma:taxonomy="true" ma:internalName="i0f84bba906045b4af568ee102a52dcb" ma:taxonomyFieldName="RevIMBCS" ma:displayName="Record Series Code" ma:indexed="true" ma:default="1;#Default RSC|9a6b99e8-c984-4e1f-adbd-d33c0db777c9" ma:fieldId="{20f84bba-9060-45b4-af56-8ee102a52dcb}" ma:sspId="eeb413d7-29a7-49c8-b3b9-887ddee13f64" ma:termSetId="7f59b463-bd21-44ec-893d-1d24de4ba12e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" ma:index="11" nillable="true" ma:displayName="Taxonomy Catch All Column" ma:hidden="true" ma:list="{0ec71dd2-9a89-4594-bd42-1ef39577ba0a}" ma:internalName="TaxCatchAll" ma:showField="CatchAllData" ma:web="2c7fe448-207e-4aca-804d-051f84c484d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01e0a56-4899-4cce-a214-5e425f318dc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eeb413d7-29a7-49c8-b3b9-887ddee13f6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?mso-contentType ?>
<SharedContentType xmlns="Microsoft.SharePoint.Taxonomy.ContentTypeSync" SourceId="eeb413d7-29a7-49c8-b3b9-887ddee13f64" ContentTypeId="0x01" PreviousValue="false"/>
</file>

<file path=customXml/itemProps1.xml><?xml version="1.0" encoding="utf-8"?>
<ds:datastoreItem xmlns:ds="http://schemas.openxmlformats.org/officeDocument/2006/customXml" ds:itemID="{6934203E-F84F-42A1-BE7F-2ED863C99AA5}">
  <ds:schemaRefs>
    <ds:schemaRef ds:uri="2c7fe448-207e-4aca-804d-051f84c484d7"/>
    <ds:schemaRef ds:uri="301e0a56-4899-4cce-a214-5e425f318dcb"/>
    <ds:schemaRef ds:uri="a433be04-1063-452b-9ab8-ba06373cb7cb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8E5C41F0-1A8C-4F27-98CC-41CB6F8C0276}">
  <ds:schemaRefs>
    <ds:schemaRef ds:uri="2c7fe448-207e-4aca-804d-051f84c484d7"/>
    <ds:schemaRef ds:uri="301e0a56-4899-4cce-a214-5e425f318dcb"/>
    <ds:schemaRef ds:uri="a433be04-1063-452b-9ab8-ba06373cb7c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8ADCFE08-E000-4E3C-9310-2C6D30497FD7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0F335610-4AA4-4FE7-AF91-F45CC40938C5}">
  <ds:schemaRefs>
    <ds:schemaRef ds:uri="Microsoft.SharePoint.Taxonomy.ContentTypeSync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28</Slides>
  <Notes>2</Notes>
  <HiddenSlides>7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28</vt:i4>
      </vt:variant>
    </vt:vector>
  </HeadingPairs>
  <TitlesOfParts>
    <vt:vector size="30" baseType="lpstr">
      <vt:lpstr>Office Theme</vt:lpstr>
      <vt:lpstr>16x9 PowertPoint Template-CE-Jan.2019-AFC</vt:lpstr>
      <vt:lpstr>Correspondence and Integrations Workshop A-2  Mohanta Das and Jose Diaz 6/25/26</vt:lpstr>
      <vt:lpstr>Overarching Design Principles</vt:lpstr>
      <vt:lpstr>PowerPoint Presentation</vt:lpstr>
      <vt:lpstr>01 Scope, Purpose, Objective/ Recap from Previous Session  </vt:lpstr>
      <vt:lpstr>Scope, Purpose, Objectives</vt:lpstr>
      <vt:lpstr>Ownership</vt:lpstr>
      <vt:lpstr>02 URLs that require parameters being passed</vt:lpstr>
      <vt:lpstr>List of URLS that require parameters being passed </vt:lpstr>
      <vt:lpstr>List of URLS that require parameters being passed </vt:lpstr>
      <vt:lpstr>03 Service Cloud Consumption Analysis Dashboard</vt:lpstr>
      <vt:lpstr>BREAK!  - 10 mins</vt:lpstr>
      <vt:lpstr>05 Action Items from Workshop A-1</vt:lpstr>
      <vt:lpstr>Action items from Workshop A-1</vt:lpstr>
      <vt:lpstr>06 Assumptions for Future State</vt:lpstr>
      <vt:lpstr>Assumptions for Future State</vt:lpstr>
      <vt:lpstr>07 WRICEF</vt:lpstr>
      <vt:lpstr>WRICEF Identified</vt:lpstr>
      <vt:lpstr>08 Drafted User Stories</vt:lpstr>
      <vt:lpstr>User Stories for Correspondence &amp; Integrations</vt:lpstr>
      <vt:lpstr>09 Key Decisions,  Action Items,  Change Impacts, Wrap-Up &amp; Next Steps</vt:lpstr>
      <vt:lpstr>Program Charging (CE Internal Only) 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Jose Diaz</dc:creator>
  <cp:revision>1</cp:revision>
  <dcterms:created xsi:type="dcterms:W3CDTF">2026-04-30T14:24:24Z</dcterms:created>
  <dcterms:modified xsi:type="dcterms:W3CDTF">2026-06-25T16:02:25Z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0x010100E85E4EB0480BDD4BA0725FDA835A98E9</vt:lpwstr>
  </property>
  <property fmtid="{D5CDD505-2E9C-101B-9397-08002B2CF9AE}" pid="3" name="MediaServiceImageTags">
    <vt:lpwstr/>
  </property>
  <property fmtid="{D5CDD505-2E9C-101B-9397-08002B2CF9AE}" pid="4" name="RevIMBCS">
    <vt:lpwstr>4;#COR-104 Policies and Procedures|23fe8a5f-9220-44d9-ae32-6aebd451fecc</vt:lpwstr>
  </property>
</Properties>
</file>