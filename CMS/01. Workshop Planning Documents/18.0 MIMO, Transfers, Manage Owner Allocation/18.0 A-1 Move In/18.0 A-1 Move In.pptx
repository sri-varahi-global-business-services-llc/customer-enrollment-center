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34_767CB56A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41"/>
  </p:notesMasterIdLst>
  <p:sldIdLst>
    <p:sldId id="268" r:id="rId6"/>
    <p:sldId id="280" r:id="rId7"/>
    <p:sldId id="2147483632" r:id="rId8"/>
    <p:sldId id="279" r:id="rId9"/>
    <p:sldId id="284" r:id="rId10"/>
    <p:sldId id="289" r:id="rId11"/>
    <p:sldId id="2147483647" r:id="rId12"/>
    <p:sldId id="267" r:id="rId13"/>
    <p:sldId id="278" r:id="rId14"/>
    <p:sldId id="281" r:id="rId15"/>
    <p:sldId id="270" r:id="rId16"/>
    <p:sldId id="271" r:id="rId17"/>
    <p:sldId id="272" r:id="rId18"/>
    <p:sldId id="273" r:id="rId19"/>
    <p:sldId id="275" r:id="rId20"/>
    <p:sldId id="276" r:id="rId21"/>
    <p:sldId id="274" r:id="rId22"/>
    <p:sldId id="262" r:id="rId23"/>
    <p:sldId id="265" r:id="rId24"/>
    <p:sldId id="2147483636" r:id="rId25"/>
    <p:sldId id="264" r:id="rId26"/>
    <p:sldId id="300" r:id="rId27"/>
    <p:sldId id="263" r:id="rId28"/>
    <p:sldId id="259" r:id="rId29"/>
    <p:sldId id="266" r:id="rId30"/>
    <p:sldId id="308" r:id="rId31"/>
    <p:sldId id="258" r:id="rId32"/>
    <p:sldId id="256" r:id="rId33"/>
    <p:sldId id="260" r:id="rId34"/>
    <p:sldId id="257" r:id="rId35"/>
    <p:sldId id="261" r:id="rId36"/>
    <p:sldId id="316" r:id="rId37"/>
    <p:sldId id="2147483642" r:id="rId38"/>
    <p:sldId id="287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FD81BA-84B5-4878-92E9-911FF2EE8369}">
          <p14:sldIdLst>
            <p14:sldId id="268"/>
            <p14:sldId id="280"/>
            <p14:sldId id="2147483632"/>
            <p14:sldId id="279"/>
            <p14:sldId id="284"/>
            <p14:sldId id="289"/>
          </p14:sldIdLst>
        </p14:section>
        <p14:section name="Move IN" id="{50D839E5-A723-403C-8A0D-E30B8CC84164}">
          <p14:sldIdLst>
            <p14:sldId id="2147483647"/>
            <p14:sldId id="267"/>
            <p14:sldId id="278"/>
            <p14:sldId id="281"/>
            <p14:sldId id="270"/>
            <p14:sldId id="271"/>
            <p14:sldId id="272"/>
            <p14:sldId id="273"/>
            <p14:sldId id="275"/>
            <p14:sldId id="276"/>
            <p14:sldId id="274"/>
            <p14:sldId id="262"/>
            <p14:sldId id="265"/>
            <p14:sldId id="2147483636"/>
            <p14:sldId id="264"/>
          </p14:sldIdLst>
        </p14:section>
        <p14:section name="Current and Future State Assumptions" id="{75B2D776-AED1-4550-A09E-0AE33AA92E9B}">
          <p14:sldIdLst>
            <p14:sldId id="300"/>
            <p14:sldId id="263"/>
            <p14:sldId id="259"/>
            <p14:sldId id="266"/>
            <p14:sldId id="308"/>
            <p14:sldId id="258"/>
            <p14:sldId id="256"/>
            <p14:sldId id="260"/>
            <p14:sldId id="257"/>
            <p14:sldId id="261"/>
            <p14:sldId id="316"/>
            <p14:sldId id="2147483642"/>
            <p14:sldId id="287"/>
            <p14:sldId id="295"/>
          </p14:sldIdLst>
        </p14:section>
        <p14:section name="Appendix" id="{63E925C5-D09C-4E30-AC39-854A4F5F4E9B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87D90D-32BC-DED0-2773-3B47B29ECEB8}" name="Vijoy Mathew" initials="VM" userId="S::Vijoy.Mathew@cmsenergy.com::ee9f1d5a-0cb1-45ab-8c18-7bd065152c04" providerId="AD"/>
  <p188:author id="{FD054E2A-988F-FF15-C981-8B792429B072}" name="DAWN M PETTENGILL" initials="DP" userId="S::DAWN.PETTENGILL@cmsenergy.com::6c3e7221-c014-41df-9963-eb44707bad46" providerId="AD"/>
  <p188:author id="{96ADF577-669D-1405-DA45-2E9AA6382AC2}" name="Mohanta Das" initials="" userId="S::mohanta.das@cmsenergy.com::ae36c681-8d90-4c0d-b637-b44a7861ac8e" providerId="AD"/>
  <p188:author id="{06E22CA2-C0F8-AC46-CA2A-3E2B1B6644D3}" name="Taylor Ilov" initials="TI" userId="S::taylor.ilov@cmsenergy.com::b3e8fa34-e639-4d12-a6dc-5e3032b39fb7" providerId="AD"/>
  <p188:author id="{2E1B6ABD-9ADF-F911-5A83-E1ACD8CA6A92}" name="Andrea Escobar" initials="AE" userId="S::Andrea.Escobar@ibm.com::0505f52a-9b6e-4e66-8eb1-063187b5d225" providerId="AD"/>
  <p188:author id="{640963E0-DD40-45D9-ECE0-B029E0D6AD7B}" name="Kylie E. Prawdzik" initials="KP" userId="S::Kylie.E.Prawdzik@cmsenergy.com::e312beab-4bda-4349-9ba0-e43575b8137d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83373-FB2D-AED4-5C9D-E198940517C4}" v="2" dt="2026-06-03T13:28:43.893"/>
    <p1510:client id="{B7B4CCF2-FAD1-670F-4C5A-4FA844344466}" v="70" dt="2026-06-01T18:02:31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ta Das" userId="S::mohanta.das@cmsenergy.com::ae36c681-8d90-4c0d-b637-b44a7861ac8e" providerId="AD" clId="Web-{F9410308-5759-F6A3-BD0A-E04E73C288DC}"/>
    <pc:docChg chg="addSld modSld modSection">
      <pc:chgData name="Mohanta Das" userId="S::mohanta.das@cmsenergy.com::ae36c681-8d90-4c0d-b637-b44a7861ac8e" providerId="AD" clId="Web-{F9410308-5759-F6A3-BD0A-E04E73C288DC}" dt="2026-05-25T18:38:31.287" v="34"/>
      <pc:docMkLst>
        <pc:docMk/>
      </pc:docMkLst>
      <pc:sldChg chg="addSp delSp modSp add replId">
        <pc:chgData name="Mohanta Das" userId="S::mohanta.das@cmsenergy.com::ae36c681-8d90-4c0d-b637-b44a7861ac8e" providerId="AD" clId="Web-{F9410308-5759-F6A3-BD0A-E04E73C288DC}" dt="2026-05-25T18:19:27.426" v="14" actId="20577"/>
        <pc:sldMkLst>
          <pc:docMk/>
          <pc:sldMk cId="2023582266" sldId="270"/>
        </pc:sldMkLst>
        <pc:spChg chg="mod ord">
          <ac:chgData name="Mohanta Das" userId="S::mohanta.das@cmsenergy.com::ae36c681-8d90-4c0d-b637-b44a7861ac8e" providerId="AD" clId="Web-{F9410308-5759-F6A3-BD0A-E04E73C288DC}" dt="2026-05-25T18:19:27.426" v="14" actId="20577"/>
          <ac:spMkLst>
            <pc:docMk/>
            <pc:sldMk cId="2023582266" sldId="270"/>
            <ac:spMk id="8" creationId="{611CB251-1A93-63C0-5A31-300CAC244268}"/>
          </ac:spMkLst>
        </pc:spChg>
        <pc:picChg chg="add mod">
          <ac:chgData name="Mohanta Das" userId="S::mohanta.das@cmsenergy.com::ae36c681-8d90-4c0d-b637-b44a7861ac8e" providerId="AD" clId="Web-{F9410308-5759-F6A3-BD0A-E04E73C288DC}" dt="2026-05-25T18:18:48.832" v="3"/>
          <ac:picMkLst>
            <pc:docMk/>
            <pc:sldMk cId="2023582266" sldId="270"/>
            <ac:picMk id="3" creationId="{410A0AA7-062D-4EE3-5B30-2D4A106D4E47}"/>
          </ac:picMkLst>
        </pc:picChg>
      </pc:sldChg>
      <pc:sldChg chg="addSp delSp modSp add replId">
        <pc:chgData name="Mohanta Das" userId="S::mohanta.das@cmsenergy.com::ae36c681-8d90-4c0d-b637-b44a7861ac8e" providerId="AD" clId="Web-{F9410308-5759-F6A3-BD0A-E04E73C288DC}" dt="2026-05-25T18:24:34.412" v="18"/>
        <pc:sldMkLst>
          <pc:docMk/>
          <pc:sldMk cId="1575522977" sldId="271"/>
        </pc:sldMkLst>
        <pc:spChg chg="mod ord">
          <ac:chgData name="Mohanta Das" userId="S::mohanta.das@cmsenergy.com::ae36c681-8d90-4c0d-b637-b44a7861ac8e" providerId="AD" clId="Web-{F9410308-5759-F6A3-BD0A-E04E73C288DC}" dt="2026-05-25T18:24:34.412" v="18"/>
          <ac:spMkLst>
            <pc:docMk/>
            <pc:sldMk cId="1575522977" sldId="271"/>
            <ac:spMk id="8" creationId="{408EA1F0-B68B-4AFF-C4E1-CAFF4F198CC1}"/>
          </ac:spMkLst>
        </pc:spChg>
        <pc:picChg chg="add mod">
          <ac:chgData name="Mohanta Das" userId="S::mohanta.das@cmsenergy.com::ae36c681-8d90-4c0d-b637-b44a7861ac8e" providerId="AD" clId="Web-{F9410308-5759-F6A3-BD0A-E04E73C288DC}" dt="2026-05-25T18:24:34.412" v="18"/>
          <ac:picMkLst>
            <pc:docMk/>
            <pc:sldMk cId="1575522977" sldId="271"/>
            <ac:picMk id="2" creationId="{C9015615-FF0A-DB57-BEC7-98D113BEC5DE}"/>
          </ac:picMkLst>
        </pc:picChg>
      </pc:sldChg>
      <pc:sldChg chg="addSp delSp modSp add replId">
        <pc:chgData name="Mohanta Das" userId="S::mohanta.das@cmsenergy.com::ae36c681-8d90-4c0d-b637-b44a7861ac8e" providerId="AD" clId="Web-{F9410308-5759-F6A3-BD0A-E04E73C288DC}" dt="2026-05-25T18:29:02.302" v="22"/>
        <pc:sldMkLst>
          <pc:docMk/>
          <pc:sldMk cId="1135084787" sldId="272"/>
        </pc:sldMkLst>
        <pc:spChg chg="ord">
          <ac:chgData name="Mohanta Das" userId="S::mohanta.das@cmsenergy.com::ae36c681-8d90-4c0d-b637-b44a7861ac8e" providerId="AD" clId="Web-{F9410308-5759-F6A3-BD0A-E04E73C288DC}" dt="2026-05-25T18:29:02.302" v="22"/>
          <ac:spMkLst>
            <pc:docMk/>
            <pc:sldMk cId="1135084787" sldId="272"/>
            <ac:spMk id="8" creationId="{98A4B9AF-8D42-E002-33E5-5184130DEB17}"/>
          </ac:spMkLst>
        </pc:spChg>
        <pc:picChg chg="add mod">
          <ac:chgData name="Mohanta Das" userId="S::mohanta.das@cmsenergy.com::ae36c681-8d90-4c0d-b637-b44a7861ac8e" providerId="AD" clId="Web-{F9410308-5759-F6A3-BD0A-E04E73C288DC}" dt="2026-05-25T18:29:02.302" v="22"/>
          <ac:picMkLst>
            <pc:docMk/>
            <pc:sldMk cId="1135084787" sldId="272"/>
            <ac:picMk id="3" creationId="{9A10D75B-29CE-388B-6EA6-DC8BE34E4355}"/>
          </ac:picMkLst>
        </pc:picChg>
      </pc:sldChg>
      <pc:sldChg chg="addSp delSp modSp add replId">
        <pc:chgData name="Mohanta Das" userId="S::mohanta.das@cmsenergy.com::ae36c681-8d90-4c0d-b637-b44a7861ac8e" providerId="AD" clId="Web-{F9410308-5759-F6A3-BD0A-E04E73C288DC}" dt="2026-05-25T18:31:09.770" v="26"/>
        <pc:sldMkLst>
          <pc:docMk/>
          <pc:sldMk cId="4230017949" sldId="273"/>
        </pc:sldMkLst>
        <pc:spChg chg="ord">
          <ac:chgData name="Mohanta Das" userId="S::mohanta.das@cmsenergy.com::ae36c681-8d90-4c0d-b637-b44a7861ac8e" providerId="AD" clId="Web-{F9410308-5759-F6A3-BD0A-E04E73C288DC}" dt="2026-05-25T18:31:09.770" v="26"/>
          <ac:spMkLst>
            <pc:docMk/>
            <pc:sldMk cId="4230017949" sldId="273"/>
            <ac:spMk id="8" creationId="{E32D5F5D-A033-2164-B321-AA2FCBDCC316}"/>
          </ac:spMkLst>
        </pc:spChg>
        <pc:picChg chg="add mod">
          <ac:chgData name="Mohanta Das" userId="S::mohanta.das@cmsenergy.com::ae36c681-8d90-4c0d-b637-b44a7861ac8e" providerId="AD" clId="Web-{F9410308-5759-F6A3-BD0A-E04E73C288DC}" dt="2026-05-25T18:31:09.770" v="26"/>
          <ac:picMkLst>
            <pc:docMk/>
            <pc:sldMk cId="4230017949" sldId="273"/>
            <ac:picMk id="2" creationId="{F2DA6C97-790D-911E-F6F9-0D6483DCE25B}"/>
          </ac:picMkLst>
        </pc:picChg>
      </pc:sldChg>
      <pc:sldChg chg="addSp delSp modSp add replId">
        <pc:chgData name="Mohanta Das" userId="S::mohanta.das@cmsenergy.com::ae36c681-8d90-4c0d-b637-b44a7861ac8e" providerId="AD" clId="Web-{F9410308-5759-F6A3-BD0A-E04E73C288DC}" dt="2026-05-25T18:35:05.491" v="30"/>
        <pc:sldMkLst>
          <pc:docMk/>
          <pc:sldMk cId="2273934314" sldId="275"/>
        </pc:sldMkLst>
        <pc:spChg chg="ord">
          <ac:chgData name="Mohanta Das" userId="S::mohanta.das@cmsenergy.com::ae36c681-8d90-4c0d-b637-b44a7861ac8e" providerId="AD" clId="Web-{F9410308-5759-F6A3-BD0A-E04E73C288DC}" dt="2026-05-25T18:35:05.491" v="30"/>
          <ac:spMkLst>
            <pc:docMk/>
            <pc:sldMk cId="2273934314" sldId="275"/>
            <ac:spMk id="8" creationId="{3D7F749A-8094-7B01-64B5-25B328A3BBC6}"/>
          </ac:spMkLst>
        </pc:spChg>
        <pc:picChg chg="add mod">
          <ac:chgData name="Mohanta Das" userId="S::mohanta.das@cmsenergy.com::ae36c681-8d90-4c0d-b637-b44a7861ac8e" providerId="AD" clId="Web-{F9410308-5759-F6A3-BD0A-E04E73C288DC}" dt="2026-05-25T18:35:05.491" v="30"/>
          <ac:picMkLst>
            <pc:docMk/>
            <pc:sldMk cId="2273934314" sldId="275"/>
            <ac:picMk id="3" creationId="{9F529178-1C08-1A55-23C3-B30FEEB7CADD}"/>
          </ac:picMkLst>
        </pc:picChg>
      </pc:sldChg>
      <pc:sldChg chg="addSp delSp modSp add replId">
        <pc:chgData name="Mohanta Das" userId="S::mohanta.das@cmsenergy.com::ae36c681-8d90-4c0d-b637-b44a7861ac8e" providerId="AD" clId="Web-{F9410308-5759-F6A3-BD0A-E04E73C288DC}" dt="2026-05-25T18:38:31.287" v="34"/>
        <pc:sldMkLst>
          <pc:docMk/>
          <pc:sldMk cId="1020622650" sldId="276"/>
        </pc:sldMkLst>
        <pc:spChg chg="ord">
          <ac:chgData name="Mohanta Das" userId="S::mohanta.das@cmsenergy.com::ae36c681-8d90-4c0d-b637-b44a7861ac8e" providerId="AD" clId="Web-{F9410308-5759-F6A3-BD0A-E04E73C288DC}" dt="2026-05-25T18:38:31.287" v="34"/>
          <ac:spMkLst>
            <pc:docMk/>
            <pc:sldMk cId="1020622650" sldId="276"/>
            <ac:spMk id="8" creationId="{C31DA9FF-D798-BC76-1644-E6C7EB628078}"/>
          </ac:spMkLst>
        </pc:spChg>
        <pc:picChg chg="add mod">
          <ac:chgData name="Mohanta Das" userId="S::mohanta.das@cmsenergy.com::ae36c681-8d90-4c0d-b637-b44a7861ac8e" providerId="AD" clId="Web-{F9410308-5759-F6A3-BD0A-E04E73C288DC}" dt="2026-05-25T18:38:31.287" v="34"/>
          <ac:picMkLst>
            <pc:docMk/>
            <pc:sldMk cId="1020622650" sldId="276"/>
            <ac:picMk id="2" creationId="{68B89E1B-82A4-C5EB-74EF-F9D0EFA32601}"/>
          </ac:picMkLst>
        </pc:picChg>
      </pc:sldChg>
    </pc:docChg>
  </pc:docChgLst>
  <pc:docChgLst>
    <pc:chgData name="Mohanta Das" userId="S::mohanta.das@cmsenergy.com::ae36c681-8d90-4c0d-b637-b44a7861ac8e" providerId="AD" clId="Web-{B0BACBCB-3858-59A0-6C6C-8C022ED42B3E}"/>
    <pc:docChg chg="addSld delSld modSld sldOrd modSection">
      <pc:chgData name="Mohanta Das" userId="S::mohanta.das@cmsenergy.com::ae36c681-8d90-4c0d-b637-b44a7861ac8e" providerId="AD" clId="Web-{B0BACBCB-3858-59A0-6C6C-8C022ED42B3E}" dt="2026-05-27T13:13:32.496" v="51"/>
      <pc:docMkLst>
        <pc:docMk/>
      </pc:docMkLst>
      <pc:sldChg chg="add ord">
        <pc:chgData name="Mohanta Das" userId="S::mohanta.das@cmsenergy.com::ae36c681-8d90-4c0d-b637-b44a7861ac8e" providerId="AD" clId="Web-{B0BACBCB-3858-59A0-6C6C-8C022ED42B3E}" dt="2026-05-27T12:53:49.543" v="2"/>
        <pc:sldMkLst>
          <pc:docMk/>
          <pc:sldMk cId="2424277114" sldId="267"/>
        </pc:sldMkLst>
      </pc:sldChg>
      <pc:sldChg chg="add">
        <pc:chgData name="Mohanta Das" userId="S::mohanta.das@cmsenergy.com::ae36c681-8d90-4c0d-b637-b44a7861ac8e" providerId="AD" clId="Web-{B0BACBCB-3858-59A0-6C6C-8C022ED42B3E}" dt="2026-05-27T12:54:04.121" v="4"/>
        <pc:sldMkLst>
          <pc:docMk/>
          <pc:sldMk cId="4063788581" sldId="278"/>
        </pc:sldMkLst>
      </pc:sldChg>
      <pc:sldChg chg="add">
        <pc:chgData name="Mohanta Das" userId="S::mohanta.das@cmsenergy.com::ae36c681-8d90-4c0d-b637-b44a7861ac8e" providerId="AD" clId="Web-{B0BACBCB-3858-59A0-6C6C-8C022ED42B3E}" dt="2026-05-27T12:54:41.496" v="9"/>
        <pc:sldMkLst>
          <pc:docMk/>
          <pc:sldMk cId="576263544" sldId="281"/>
        </pc:sldMkLst>
      </pc:sldChg>
      <pc:sldChg chg="modSp">
        <pc:chgData name="Mohanta Das" userId="S::mohanta.das@cmsenergy.com::ae36c681-8d90-4c0d-b637-b44a7861ac8e" providerId="AD" clId="Web-{B0BACBCB-3858-59A0-6C6C-8C022ED42B3E}" dt="2026-05-27T13:13:32.496" v="51"/>
        <pc:sldMkLst>
          <pc:docMk/>
          <pc:sldMk cId="2824870927" sldId="2147483642"/>
        </pc:sldMkLst>
        <pc:graphicFrameChg chg="mod modGraphic">
          <ac:chgData name="Mohanta Das" userId="S::mohanta.das@cmsenergy.com::ae36c681-8d90-4c0d-b637-b44a7861ac8e" providerId="AD" clId="Web-{B0BACBCB-3858-59A0-6C6C-8C022ED42B3E}" dt="2026-05-27T13:13:32.496" v="51"/>
          <ac:graphicFrameMkLst>
            <pc:docMk/>
            <pc:sldMk cId="2824870927" sldId="2147483642"/>
            <ac:graphicFrameMk id="3" creationId="{00000000-0000-0000-0000-000000000000}"/>
          </ac:graphicFrameMkLst>
        </pc:graphicFrameChg>
      </pc:sldChg>
    </pc:docChg>
  </pc:docChgLst>
  <pc:docChgLst>
    <pc:chgData name="Taylor Ilov" userId="S::taylor.ilov@cmsenergy.com::b3e8fa34-e639-4d12-a6dc-5e3032b39fb7" providerId="AD" clId="Web-{3F70BCB4-313A-9543-04F1-5299DDCAE9FB}"/>
    <pc:docChg chg="delSld modSld modSection">
      <pc:chgData name="Taylor Ilov" userId="S::taylor.ilov@cmsenergy.com::b3e8fa34-e639-4d12-a6dc-5e3032b39fb7" providerId="AD" clId="Web-{3F70BCB4-313A-9543-04F1-5299DDCAE9FB}" dt="2026-05-27T20:47:46.378" v="105"/>
      <pc:docMkLst>
        <pc:docMk/>
      </pc:docMkLst>
      <pc:sldChg chg="modSp">
        <pc:chgData name="Taylor Ilov" userId="S::taylor.ilov@cmsenergy.com::b3e8fa34-e639-4d12-a6dc-5e3032b39fb7" providerId="AD" clId="Web-{3F70BCB4-313A-9543-04F1-5299DDCAE9FB}" dt="2026-05-27T13:00:11.378" v="10" actId="14100"/>
        <pc:sldMkLst>
          <pc:docMk/>
          <pc:sldMk cId="2577225943" sldId="260"/>
        </pc:sldMkLst>
        <pc:spChg chg="mod">
          <ac:chgData name="Taylor Ilov" userId="S::taylor.ilov@cmsenergy.com::b3e8fa34-e639-4d12-a6dc-5e3032b39fb7" providerId="AD" clId="Web-{3F70BCB4-313A-9543-04F1-5299DDCAE9FB}" dt="2026-05-27T13:00:11.378" v="10" actId="14100"/>
          <ac:spMkLst>
            <pc:docMk/>
            <pc:sldMk cId="2577225943" sldId="260"/>
            <ac:spMk id="2" creationId="{4E33D55B-2227-C7FB-485A-1F8ADB89AE2E}"/>
          </ac:spMkLst>
        </pc:spChg>
      </pc:sldChg>
      <pc:sldChg chg="modSp">
        <pc:chgData name="Taylor Ilov" userId="S::taylor.ilov@cmsenergy.com::b3e8fa34-e639-4d12-a6dc-5e3032b39fb7" providerId="AD" clId="Web-{3F70BCB4-313A-9543-04F1-5299DDCAE9FB}" dt="2026-05-27T13:00:30.035" v="11"/>
        <pc:sldMkLst>
          <pc:docMk/>
          <pc:sldMk cId="1100489755" sldId="261"/>
        </pc:sldMkLst>
        <pc:graphicFrameChg chg="modGraphic">
          <ac:chgData name="Taylor Ilov" userId="S::taylor.ilov@cmsenergy.com::b3e8fa34-e639-4d12-a6dc-5e3032b39fb7" providerId="AD" clId="Web-{3F70BCB4-313A-9543-04F1-5299DDCAE9FB}" dt="2026-05-27T13:00:30.035" v="11"/>
          <ac:graphicFrameMkLst>
            <pc:docMk/>
            <pc:sldMk cId="1100489755" sldId="261"/>
            <ac:graphicFrameMk id="3" creationId="{00000000-0000-0000-0000-000000000000}"/>
          </ac:graphicFrameMkLst>
        </pc:graphicFrameChg>
      </pc:sldChg>
      <pc:sldChg chg="delSp modSp">
        <pc:chgData name="Taylor Ilov" userId="S::taylor.ilov@cmsenergy.com::b3e8fa34-e639-4d12-a6dc-5e3032b39fb7" providerId="AD" clId="Web-{3F70BCB4-313A-9543-04F1-5299DDCAE9FB}" dt="2026-05-27T12:58:10.467" v="1"/>
        <pc:sldMkLst>
          <pc:docMk/>
          <pc:sldMk cId="2424277114" sldId="267"/>
        </pc:sldMkLst>
        <pc:spChg chg="mod">
          <ac:chgData name="Taylor Ilov" userId="S::taylor.ilov@cmsenergy.com::b3e8fa34-e639-4d12-a6dc-5e3032b39fb7" providerId="AD" clId="Web-{3F70BCB4-313A-9543-04F1-5299DDCAE9FB}" dt="2026-05-27T12:58:10.467" v="1"/>
          <ac:spMkLst>
            <pc:docMk/>
            <pc:sldMk cId="2424277114" sldId="267"/>
            <ac:spMk id="2" creationId="{00000000-0000-0000-0000-000000000000}"/>
          </ac:spMkLst>
        </pc:spChg>
      </pc:sldChg>
      <pc:sldChg chg="addSp delSp modSp">
        <pc:chgData name="Taylor Ilov" userId="S::taylor.ilov@cmsenergy.com::b3e8fa34-e639-4d12-a6dc-5e3032b39fb7" providerId="AD" clId="Web-{3F70BCB4-313A-9543-04F1-5299DDCAE9FB}" dt="2026-05-27T17:49:14.853" v="102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3F70BCB4-313A-9543-04F1-5299DDCAE9FB}" dt="2026-05-27T17:49:14.853" v="102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</pc:docChg>
  </pc:docChgLst>
  <pc:docChgLst>
    <pc:chgData name="Taylor Ilov" userId="S::taylor.ilov@cmsenergy.com::b3e8fa34-e639-4d12-a6dc-5e3032b39fb7" providerId="AD" clId="Web-{2CFEB30C-AD55-8618-35EC-BFA29AA5B7F5}"/>
    <pc:docChg chg="addSld delSld modSld sldOrd modSection">
      <pc:chgData name="Taylor Ilov" userId="S::taylor.ilov@cmsenergy.com::b3e8fa34-e639-4d12-a6dc-5e3032b39fb7" providerId="AD" clId="Web-{2CFEB30C-AD55-8618-35EC-BFA29AA5B7F5}" dt="2026-05-23T11:59:29.562" v="324"/>
      <pc:docMkLst>
        <pc:docMk/>
      </pc:docMkLst>
      <pc:sldChg chg="addSp delSp modSp new">
        <pc:chgData name="Taylor Ilov" userId="S::taylor.ilov@cmsenergy.com::b3e8fa34-e639-4d12-a6dc-5e3032b39fb7" providerId="AD" clId="Web-{2CFEB30C-AD55-8618-35EC-BFA29AA5B7F5}" dt="2026-05-23T11:47:45.654" v="153" actId="20577"/>
        <pc:sldMkLst>
          <pc:docMk/>
          <pc:sldMk cId="2532864555" sldId="256"/>
        </pc:sldMkLst>
        <pc:spChg chg="mod">
          <ac:chgData name="Taylor Ilov" userId="S::taylor.ilov@cmsenergy.com::b3e8fa34-e639-4d12-a6dc-5e3032b39fb7" providerId="AD" clId="Web-{2CFEB30C-AD55-8618-35EC-BFA29AA5B7F5}" dt="2026-05-23T11:44:12.601" v="81" actId="20577"/>
          <ac:spMkLst>
            <pc:docMk/>
            <pc:sldMk cId="2532864555" sldId="256"/>
            <ac:spMk id="3" creationId="{AEAEF971-BD51-CD58-0C78-EDB05DB0DD98}"/>
          </ac:spMkLst>
        </pc:spChg>
        <pc:graphicFrameChg chg="add mod ord modGraphic">
          <ac:chgData name="Taylor Ilov" userId="S::taylor.ilov@cmsenergy.com::b3e8fa34-e639-4d12-a6dc-5e3032b39fb7" providerId="AD" clId="Web-{2CFEB30C-AD55-8618-35EC-BFA29AA5B7F5}" dt="2026-05-23T11:43:47.835" v="49"/>
          <ac:graphicFrameMkLst>
            <pc:docMk/>
            <pc:sldMk cId="2532864555" sldId="256"/>
            <ac:graphicFrameMk id="5" creationId="{2A7C5B0B-E9EC-1D88-E6E1-6E8C4EA8C3B2}"/>
          </ac:graphicFrameMkLst>
        </pc:graphicFrameChg>
        <pc:graphicFrameChg chg="add mod modGraphic">
          <ac:chgData name="Taylor Ilov" userId="S::taylor.ilov@cmsenergy.com::b3e8fa34-e639-4d12-a6dc-5e3032b39fb7" providerId="AD" clId="Web-{2CFEB30C-AD55-8618-35EC-BFA29AA5B7F5}" dt="2026-05-23T11:44:09.351" v="74" actId="1076"/>
          <ac:graphicFrameMkLst>
            <pc:docMk/>
            <pc:sldMk cId="2532864555" sldId="256"/>
            <ac:graphicFrameMk id="7" creationId="{F1A4FAB0-A2DE-C2F1-C556-B22EBF50B2E8}"/>
          </ac:graphicFrameMkLst>
        </pc:graphicFrameChg>
      </pc:sldChg>
      <pc:sldChg chg="modSp add ord">
        <pc:chgData name="Taylor Ilov" userId="S::taylor.ilov@cmsenergy.com::b3e8fa34-e639-4d12-a6dc-5e3032b39fb7" providerId="AD" clId="Web-{2CFEB30C-AD55-8618-35EC-BFA29AA5B7F5}" dt="2026-05-23T11:54:01.779" v="239" actId="20577"/>
        <pc:sldMkLst>
          <pc:docMk/>
          <pc:sldMk cId="3351640754" sldId="257"/>
        </pc:sldMkLst>
        <pc:spChg chg="mod">
          <ac:chgData name="Taylor Ilov" userId="S::taylor.ilov@cmsenergy.com::b3e8fa34-e639-4d12-a6dc-5e3032b39fb7" providerId="AD" clId="Web-{2CFEB30C-AD55-8618-35EC-BFA29AA5B7F5}" dt="2026-05-23T11:54:01.779" v="239" actId="20577"/>
          <ac:spMkLst>
            <pc:docMk/>
            <pc:sldMk cId="3351640754" sldId="257"/>
            <ac:spMk id="5" creationId="{45130418-35EB-D35C-512F-CF63AE52F10A}"/>
          </ac:spMkLst>
        </pc:spChg>
      </pc:sldChg>
      <pc:sldChg chg="modSp">
        <pc:chgData name="Taylor Ilov" userId="S::taylor.ilov@cmsenergy.com::b3e8fa34-e639-4d12-a6dc-5e3032b39fb7" providerId="AD" clId="Web-{2CFEB30C-AD55-8618-35EC-BFA29AA5B7F5}" dt="2026-05-23T11:53:55.372" v="238" actId="20577"/>
        <pc:sldMkLst>
          <pc:docMk/>
          <pc:sldMk cId="1180415898" sldId="258"/>
        </pc:sldMkLst>
        <pc:spChg chg="mod">
          <ac:chgData name="Taylor Ilov" userId="S::taylor.ilov@cmsenergy.com::b3e8fa34-e639-4d12-a6dc-5e3032b39fb7" providerId="AD" clId="Web-{2CFEB30C-AD55-8618-35EC-BFA29AA5B7F5}" dt="2026-05-23T11:53:55.372" v="238" actId="20577"/>
          <ac:spMkLst>
            <pc:docMk/>
            <pc:sldMk cId="1180415898" sldId="258"/>
            <ac:spMk id="7" creationId="{0C66E776-CABB-A883-38E3-FB62E6868850}"/>
          </ac:spMkLst>
        </pc:spChg>
      </pc:sldChg>
      <pc:sldChg chg="modSp add replId">
        <pc:chgData name="Taylor Ilov" userId="S::taylor.ilov@cmsenergy.com::b3e8fa34-e639-4d12-a6dc-5e3032b39fb7" providerId="AD" clId="Web-{2CFEB30C-AD55-8618-35EC-BFA29AA5B7F5}" dt="2026-05-23T11:53:51.544" v="237" actId="14100"/>
        <pc:sldMkLst>
          <pc:docMk/>
          <pc:sldMk cId="2672662116" sldId="259"/>
        </pc:sldMkLst>
        <pc:spChg chg="mod">
          <ac:chgData name="Taylor Ilov" userId="S::taylor.ilov@cmsenergy.com::b3e8fa34-e639-4d12-a6dc-5e3032b39fb7" providerId="AD" clId="Web-{2CFEB30C-AD55-8618-35EC-BFA29AA5B7F5}" dt="2026-05-23T11:53:51.544" v="237" actId="14100"/>
          <ac:spMkLst>
            <pc:docMk/>
            <pc:sldMk cId="2672662116" sldId="259"/>
            <ac:spMk id="7" creationId="{F28AE2AB-3582-9496-F06C-0A787623DCCB}"/>
          </ac:spMkLst>
        </pc:spChg>
      </pc:sldChg>
      <pc:sldChg chg="addSp modSp add">
        <pc:chgData name="Taylor Ilov" userId="S::taylor.ilov@cmsenergy.com::b3e8fa34-e639-4d12-a6dc-5e3032b39fb7" providerId="AD" clId="Web-{2CFEB30C-AD55-8618-35EC-BFA29AA5B7F5}" dt="2026-05-23T11:48:03.029" v="184" actId="1076"/>
        <pc:sldMkLst>
          <pc:docMk/>
          <pc:sldMk cId="2577225943" sldId="260"/>
        </pc:sldMkLst>
      </pc:sldChg>
      <pc:sldChg chg="addSp delSp add ord">
        <pc:chgData name="Taylor Ilov" userId="S::taylor.ilov@cmsenergy.com::b3e8fa34-e639-4d12-a6dc-5e3032b39fb7" providerId="AD" clId="Web-{2CFEB30C-AD55-8618-35EC-BFA29AA5B7F5}" dt="2026-05-23T11:52:29.662" v="231"/>
        <pc:sldMkLst>
          <pc:docMk/>
          <pc:sldMk cId="1100489755" sldId="261"/>
        </pc:sldMkLst>
      </pc:sldChg>
      <pc:sldChg chg="new">
        <pc:chgData name="Taylor Ilov" userId="S::taylor.ilov@cmsenergy.com::b3e8fa34-e639-4d12-a6dc-5e3032b39fb7" providerId="AD" clId="Web-{2CFEB30C-AD55-8618-35EC-BFA29AA5B7F5}" dt="2026-05-23T11:51:38.362" v="229"/>
        <pc:sldMkLst>
          <pc:docMk/>
          <pc:sldMk cId="3874252832" sldId="263"/>
        </pc:sldMkLst>
      </pc:sldChg>
      <pc:sldChg chg="modSp">
        <pc:chgData name="Taylor Ilov" userId="S::taylor.ilov@cmsenergy.com::b3e8fa34-e639-4d12-a6dc-5e3032b39fb7" providerId="AD" clId="Web-{2CFEB30C-AD55-8618-35EC-BFA29AA5B7F5}" dt="2026-05-23T11:58:48.201" v="316" actId="20577"/>
        <pc:sldMkLst>
          <pc:docMk/>
          <pc:sldMk cId="1808544518" sldId="284"/>
        </pc:sldMkLst>
        <pc:spChg chg="mod">
          <ac:chgData name="Taylor Ilov" userId="S::taylor.ilov@cmsenergy.com::b3e8fa34-e639-4d12-a6dc-5e3032b39fb7" providerId="AD" clId="Web-{2CFEB30C-AD55-8618-35EC-BFA29AA5B7F5}" dt="2026-05-23T11:58:41.466" v="311" actId="20577"/>
          <ac:spMkLst>
            <pc:docMk/>
            <pc:sldMk cId="1808544518" sldId="284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2CFEB30C-AD55-8618-35EC-BFA29AA5B7F5}" dt="2026-05-23T11:58:48.201" v="316" actId="20577"/>
          <ac:spMkLst>
            <pc:docMk/>
            <pc:sldMk cId="1808544518" sldId="284"/>
            <ac:spMk id="6" creationId="{830222EA-B48B-A73B-8B97-C9D2C354B0CD}"/>
          </ac:spMkLst>
        </pc:spChg>
      </pc:sldChg>
      <pc:sldChg chg="addSp delSp modSp">
        <pc:chgData name="Taylor Ilov" userId="S::taylor.ilov@cmsenergy.com::b3e8fa34-e639-4d12-a6dc-5e3032b39fb7" providerId="AD" clId="Web-{2CFEB30C-AD55-8618-35EC-BFA29AA5B7F5}" dt="2026-05-23T11:54:16.389" v="249" actId="20577"/>
        <pc:sldMkLst>
          <pc:docMk/>
          <pc:sldMk cId="3577727903" sldId="287"/>
        </pc:sldMkLst>
        <pc:spChg chg="add del mod">
          <ac:chgData name="Taylor Ilov" userId="S::taylor.ilov@cmsenergy.com::b3e8fa34-e639-4d12-a6dc-5e3032b39fb7" providerId="AD" clId="Web-{2CFEB30C-AD55-8618-35EC-BFA29AA5B7F5}" dt="2026-05-23T11:54:16.389" v="249" actId="20577"/>
          <ac:spMkLst>
            <pc:docMk/>
            <pc:sldMk cId="3577727903" sldId="28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2CFEB30C-AD55-8618-35EC-BFA29AA5B7F5}" dt="2026-05-23T11:59:29.562" v="324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2CFEB30C-AD55-8618-35EC-BFA29AA5B7F5}" dt="2026-05-23T11:59:29.562" v="324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2CFEB30C-AD55-8618-35EC-BFA29AA5B7F5}" dt="2026-05-23T11:53:17.400" v="235" actId="20577"/>
        <pc:sldMkLst>
          <pc:docMk/>
          <pc:sldMk cId="3093726476" sldId="300"/>
        </pc:sldMkLst>
        <pc:spChg chg="mod">
          <ac:chgData name="Taylor Ilov" userId="S::taylor.ilov@cmsenergy.com::b3e8fa34-e639-4d12-a6dc-5e3032b39fb7" providerId="AD" clId="Web-{2CFEB30C-AD55-8618-35EC-BFA29AA5B7F5}" dt="2026-05-23T11:53:17.400" v="235" actId="20577"/>
          <ac:spMkLst>
            <pc:docMk/>
            <pc:sldMk cId="3093726476" sldId="300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2CFEB30C-AD55-8618-35EC-BFA29AA5B7F5}" dt="2026-05-23T11:54:04.857" v="240" actId="20577"/>
        <pc:sldMkLst>
          <pc:docMk/>
          <pc:sldMk cId="1274508170" sldId="316"/>
        </pc:sldMkLst>
        <pc:spChg chg="mod">
          <ac:chgData name="Taylor Ilov" userId="S::taylor.ilov@cmsenergy.com::b3e8fa34-e639-4d12-a6dc-5e3032b39fb7" providerId="AD" clId="Web-{2CFEB30C-AD55-8618-35EC-BFA29AA5B7F5}" dt="2026-05-23T11:54:04.857" v="240" actId="20577"/>
          <ac:spMkLst>
            <pc:docMk/>
            <pc:sldMk cId="1274508170" sldId="316"/>
            <ac:spMk id="2" creationId="{5E45FEB1-4E7F-FC63-0F4C-84BC3FCBA90E}"/>
          </ac:spMkLst>
        </pc:spChg>
      </pc:sldChg>
      <pc:sldChg chg="delSp modSp">
        <pc:chgData name="Taylor Ilov" userId="S::taylor.ilov@cmsenergy.com::b3e8fa34-e639-4d12-a6dc-5e3032b39fb7" providerId="AD" clId="Web-{2CFEB30C-AD55-8618-35EC-BFA29AA5B7F5}" dt="2026-05-23T11:56:29.085" v="303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2CFEB30C-AD55-8618-35EC-BFA29AA5B7F5}" dt="2026-05-23T11:56:17.866" v="297" actId="1076"/>
          <ac:spMkLst>
            <pc:docMk/>
            <pc:sldMk cId="429306594" sldId="2147483632"/>
            <ac:spMk id="2" creationId="{440C7EC6-DBBB-DA51-BFFF-8CA5BC63AD30}"/>
          </ac:spMkLst>
        </pc:spChg>
        <pc:spChg chg="mod">
          <ac:chgData name="Taylor Ilov" userId="S::taylor.ilov@cmsenergy.com::b3e8fa34-e639-4d12-a6dc-5e3032b39fb7" providerId="AD" clId="Web-{2CFEB30C-AD55-8618-35EC-BFA29AA5B7F5}" dt="2026-05-23T11:56:17.819" v="293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2CFEB30C-AD55-8618-35EC-BFA29AA5B7F5}" dt="2026-05-23T11:56:17.834" v="294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2CFEB30C-AD55-8618-35EC-BFA29AA5B7F5}" dt="2026-05-23T11:56:17.850" v="295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2CFEB30C-AD55-8618-35EC-BFA29AA5B7F5}" dt="2026-05-23T11:56:01.427" v="292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2CFEB30C-AD55-8618-35EC-BFA29AA5B7F5}" dt="2026-05-23T11:56:17.866" v="296" actId="1076"/>
          <ac:spMkLst>
            <pc:docMk/>
            <pc:sldMk cId="429306594" sldId="2147483632"/>
            <ac:spMk id="20" creationId="{E37498B5-50A6-1993-F4E6-D125CEC4558D}"/>
          </ac:spMkLst>
        </pc:spChg>
        <pc:cxnChg chg="mod">
          <ac:chgData name="Taylor Ilov" userId="S::taylor.ilov@cmsenergy.com::b3e8fa34-e639-4d12-a6dc-5e3032b39fb7" providerId="AD" clId="Web-{2CFEB30C-AD55-8618-35EC-BFA29AA5B7F5}" dt="2026-05-23T11:55:58.818" v="277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mod">
          <ac:chgData name="Taylor Ilov" userId="S::taylor.ilov@cmsenergy.com::b3e8fa34-e639-4d12-a6dc-5e3032b39fb7" providerId="AD" clId="Web-{2CFEB30C-AD55-8618-35EC-BFA29AA5B7F5}" dt="2026-05-23T11:55:58.818" v="283" actId="1076"/>
          <ac:cxnSpMkLst>
            <pc:docMk/>
            <pc:sldMk cId="429306594" sldId="2147483632"/>
            <ac:cxnSpMk id="17" creationId="{23CE3659-5291-DEDD-2F76-4488BBA28AFA}"/>
          </ac:cxnSpMkLst>
        </pc:cxnChg>
        <pc:cxnChg chg="mod">
          <ac:chgData name="Taylor Ilov" userId="S::taylor.ilov@cmsenergy.com::b3e8fa34-e639-4d12-a6dc-5e3032b39fb7" providerId="AD" clId="Web-{2CFEB30C-AD55-8618-35EC-BFA29AA5B7F5}" dt="2026-05-23T11:55:58.818" v="286" actId="1076"/>
          <ac:cxnSpMkLst>
            <pc:docMk/>
            <pc:sldMk cId="429306594" sldId="2147483632"/>
            <ac:cxnSpMk id="23" creationId="{4C43B979-0628-FFA5-3D81-2A6A3E21E52F}"/>
          </ac:cxnSpMkLst>
        </pc:cxnChg>
        <pc:cxnChg chg="mod">
          <ac:chgData name="Taylor Ilov" userId="S::taylor.ilov@cmsenergy.com::b3e8fa34-e639-4d12-a6dc-5e3032b39fb7" providerId="AD" clId="Web-{2CFEB30C-AD55-8618-35EC-BFA29AA5B7F5}" dt="2026-05-23T11:55:58.818" v="285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mod">
          <ac:chgData name="Taylor Ilov" userId="S::taylor.ilov@cmsenergy.com::b3e8fa34-e639-4d12-a6dc-5e3032b39fb7" providerId="AD" clId="Web-{2CFEB30C-AD55-8618-35EC-BFA29AA5B7F5}" dt="2026-05-23T11:55:58.818" v="284" actId="1076"/>
          <ac:cxnSpMkLst>
            <pc:docMk/>
            <pc:sldMk cId="429306594" sldId="2147483632"/>
            <ac:cxnSpMk id="33" creationId="{829CAA55-934B-FEA2-EA64-6A32CCB94014}"/>
          </ac:cxnSpMkLst>
        </pc:cxnChg>
        <pc:cxnChg chg="mod">
          <ac:chgData name="Taylor Ilov" userId="S::taylor.ilov@cmsenergy.com::b3e8fa34-e639-4d12-a6dc-5e3032b39fb7" providerId="AD" clId="Web-{2CFEB30C-AD55-8618-35EC-BFA29AA5B7F5}" dt="2026-05-23T11:55:58.833" v="290" actId="1076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addSp modSp ord">
        <pc:chgData name="Taylor Ilov" userId="S::taylor.ilov@cmsenergy.com::b3e8fa34-e639-4d12-a6dc-5e3032b39fb7" providerId="AD" clId="Web-{2CFEB30C-AD55-8618-35EC-BFA29AA5B7F5}" dt="2026-05-23T11:45:10.150" v="126" actId="20577"/>
        <pc:sldMkLst>
          <pc:docMk/>
          <pc:sldMk cId="2824870927" sldId="2147483642"/>
        </pc:sldMkLst>
      </pc:sldChg>
    </pc:docChg>
  </pc:docChgLst>
  <pc:docChgLst>
    <pc:chgData name="Taylor Ilov" userId="S::taylor.ilov@cmsenergy.com::b3e8fa34-e639-4d12-a6dc-5e3032b39fb7" providerId="AD" clId="Web-{250D5B3E-49E1-853C-D605-879928713F47}"/>
    <pc:docChg chg="addSld delSld modSld sldOrd modSection">
      <pc:chgData name="Taylor Ilov" userId="S::taylor.ilov@cmsenergy.com::b3e8fa34-e639-4d12-a6dc-5e3032b39fb7" providerId="AD" clId="Web-{250D5B3E-49E1-853C-D605-879928713F47}" dt="2026-05-23T11:36:00.509" v="28"/>
      <pc:docMkLst>
        <pc:docMk/>
      </pc:docMkLst>
      <pc:sldChg chg="add del">
        <pc:chgData name="Taylor Ilov" userId="S::taylor.ilov@cmsenergy.com::b3e8fa34-e639-4d12-a6dc-5e3032b39fb7" providerId="AD" clId="Web-{250D5B3E-49E1-853C-D605-879928713F47}" dt="2026-05-23T11:34:41.958" v="9"/>
        <pc:sldMkLst>
          <pc:docMk/>
          <pc:sldMk cId="3577727903" sldId="287"/>
        </pc:sldMkLst>
      </pc:sldChg>
      <pc:sldChg chg="modSp">
        <pc:chgData name="Taylor Ilov" userId="S::taylor.ilov@cmsenergy.com::b3e8fa34-e639-4d12-a6dc-5e3032b39fb7" providerId="AD" clId="Web-{250D5B3E-49E1-853C-D605-879928713F47}" dt="2026-05-23T11:33:38.160" v="0"/>
        <pc:sldMkLst>
          <pc:docMk/>
          <pc:sldMk cId="3692638522" sldId="289"/>
        </pc:sldMkLst>
        <pc:graphicFrameChg chg="modGraphic">
          <ac:chgData name="Taylor Ilov" userId="S::taylor.ilov@cmsenergy.com::b3e8fa34-e639-4d12-a6dc-5e3032b39fb7" providerId="AD" clId="Web-{250D5B3E-49E1-853C-D605-879928713F47}" dt="2026-05-23T11:33:38.160" v="0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ord">
        <pc:chgData name="Taylor Ilov" userId="S::taylor.ilov@cmsenergy.com::b3e8fa34-e639-4d12-a6dc-5e3032b39fb7" providerId="AD" clId="Web-{250D5B3E-49E1-853C-D605-879928713F47}" dt="2026-05-23T11:36:00.509" v="28"/>
        <pc:sldMkLst>
          <pc:docMk/>
          <pc:sldMk cId="3093726476" sldId="300"/>
        </pc:sldMkLst>
      </pc:sldChg>
      <pc:sldChg chg="ord">
        <pc:chgData name="Taylor Ilov" userId="S::taylor.ilov@cmsenergy.com::b3e8fa34-e639-4d12-a6dc-5e3032b39fb7" providerId="AD" clId="Web-{250D5B3E-49E1-853C-D605-879928713F47}" dt="2026-05-23T11:36:00.509" v="27"/>
        <pc:sldMkLst>
          <pc:docMk/>
          <pc:sldMk cId="1987884394" sldId="308"/>
        </pc:sldMkLst>
      </pc:sldChg>
    </pc:docChg>
  </pc:docChgLst>
  <pc:docChgLst>
    <pc:chgData name="Taylor Ilov" userId="S::taylor.ilov@cmsenergy.com::b3e8fa34-e639-4d12-a6dc-5e3032b39fb7" providerId="AD" clId="Web-{2590D37B-DB28-8944-C7C0-3500DB27732B}"/>
    <pc:docChg chg="modSld">
      <pc:chgData name="Taylor Ilov" userId="S::taylor.ilov@cmsenergy.com::b3e8fa34-e639-4d12-a6dc-5e3032b39fb7" providerId="AD" clId="Web-{2590D37B-DB28-8944-C7C0-3500DB27732B}" dt="2026-05-26T17:44:44.621" v="248"/>
      <pc:docMkLst>
        <pc:docMk/>
      </pc:docMkLst>
      <pc:sldChg chg="addSp">
        <pc:chgData name="Taylor Ilov" userId="S::taylor.ilov@cmsenergy.com::b3e8fa34-e639-4d12-a6dc-5e3032b39fb7" providerId="AD" clId="Web-{2590D37B-DB28-8944-C7C0-3500DB27732B}" dt="2026-05-26T17:25:18.279" v="33"/>
        <pc:sldMkLst>
          <pc:docMk/>
          <pc:sldMk cId="2577225943" sldId="260"/>
        </pc:sldMkLst>
      </pc:sldChg>
      <pc:sldChg chg="modSp">
        <pc:chgData name="Taylor Ilov" userId="S::taylor.ilov@cmsenergy.com::b3e8fa34-e639-4d12-a6dc-5e3032b39fb7" providerId="AD" clId="Web-{2590D37B-DB28-8944-C7C0-3500DB27732B}" dt="2026-05-26T17:43:29.601" v="211" actId="1076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590D37B-DB28-8944-C7C0-3500DB27732B}" dt="2026-05-26T17:43:29.601" v="211" actId="1076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2590D37B-DB28-8944-C7C0-3500DB27732B}" dt="2026-05-26T17:44:44.621" v="248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2590D37B-DB28-8944-C7C0-3500DB27732B}" dt="2026-05-26T17:44:44.621" v="248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addSp modSp">
        <pc:chgData name="Taylor Ilov" userId="S::taylor.ilov@cmsenergy.com::b3e8fa34-e639-4d12-a6dc-5e3032b39fb7" providerId="AD" clId="Web-{2590D37B-DB28-8944-C7C0-3500DB27732B}" dt="2026-05-26T17:25:15.310" v="32" actId="20577"/>
        <pc:sldMkLst>
          <pc:docMk/>
          <pc:sldMk cId="1987884394" sldId="308"/>
        </pc:sldMkLst>
      </pc:sldChg>
      <pc:sldChg chg="modSp">
        <pc:chgData name="Taylor Ilov" userId="S::taylor.ilov@cmsenergy.com::b3e8fa34-e639-4d12-a6dc-5e3032b39fb7" providerId="AD" clId="Web-{2590D37B-DB28-8944-C7C0-3500DB27732B}" dt="2026-05-26T17:43:38.680" v="212" actId="20577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2590D37B-DB28-8944-C7C0-3500DB27732B}" dt="2026-05-26T17:43:38.680" v="212" actId="20577"/>
          <ac:spMkLst>
            <pc:docMk/>
            <pc:sldMk cId="429306594" sldId="2147483632"/>
            <ac:spMk id="14" creationId="{1A3158E1-7695-0C81-4A14-28927869505A}"/>
          </ac:spMkLst>
        </pc:spChg>
      </pc:sldChg>
    </pc:docChg>
  </pc:docChgLst>
  <pc:docChgLst>
    <pc:chgData name="Taylor Ilov" userId="S::taylor.ilov@cmsenergy.com::b3e8fa34-e639-4d12-a6dc-5e3032b39fb7" providerId="AD" clId="Web-{49683373-FB2D-AED4-5C9D-E198940517C4}"/>
    <pc:docChg chg="addSld modSld modSection">
      <pc:chgData name="Taylor Ilov" userId="S::taylor.ilov@cmsenergy.com::b3e8fa34-e639-4d12-a6dc-5e3032b39fb7" providerId="AD" clId="Web-{49683373-FB2D-AED4-5C9D-E198940517C4}" dt="2026-06-03T13:28:43.893" v="1"/>
      <pc:docMkLst>
        <pc:docMk/>
      </pc:docMkLst>
      <pc:sldChg chg="add">
        <pc:chgData name="Taylor Ilov" userId="S::taylor.ilov@cmsenergy.com::b3e8fa34-e639-4d12-a6dc-5e3032b39fb7" providerId="AD" clId="Web-{49683373-FB2D-AED4-5C9D-E198940517C4}" dt="2026-06-03T13:28:36.690" v="0"/>
        <pc:sldMkLst>
          <pc:docMk/>
          <pc:sldMk cId="2545389575" sldId="266"/>
        </pc:sldMkLst>
      </pc:sldChg>
      <pc:sldChg chg="mod modShow">
        <pc:chgData name="Taylor Ilov" userId="S::taylor.ilov@cmsenergy.com::b3e8fa34-e639-4d12-a6dc-5e3032b39fb7" providerId="AD" clId="Web-{49683373-FB2D-AED4-5C9D-E198940517C4}" dt="2026-06-03T13:28:43.893" v="1"/>
        <pc:sldMkLst>
          <pc:docMk/>
          <pc:sldMk cId="1987884394" sldId="308"/>
        </pc:sldMkLst>
      </pc:sldChg>
    </pc:docChg>
  </pc:docChgLst>
  <pc:docChgLst>
    <pc:chgData name="Taylor Ilov" userId="S::taylor.ilov@cmsenergy.com::b3e8fa34-e639-4d12-a6dc-5e3032b39fb7" providerId="AD" clId="Web-{3A4A68E1-18B3-BDEA-F604-7BE7C1286234}"/>
    <pc:docChg chg="modSld">
      <pc:chgData name="Taylor Ilov" userId="S::taylor.ilov@cmsenergy.com::b3e8fa34-e639-4d12-a6dc-5e3032b39fb7" providerId="AD" clId="Web-{3A4A68E1-18B3-BDEA-F604-7BE7C1286234}" dt="2026-05-27T12:49:35.226" v="1"/>
      <pc:docMkLst>
        <pc:docMk/>
      </pc:docMkLst>
      <pc:sldChg chg="modSp">
        <pc:chgData name="Taylor Ilov" userId="S::taylor.ilov@cmsenergy.com::b3e8fa34-e639-4d12-a6dc-5e3032b39fb7" providerId="AD" clId="Web-{3A4A68E1-18B3-BDEA-F604-7BE7C1286234}" dt="2026-05-27T12:49:35.226" v="1"/>
        <pc:sldMkLst>
          <pc:docMk/>
          <pc:sldMk cId="1987884394" sldId="308"/>
        </pc:sldMkLst>
        <pc:graphicFrameChg chg="mod modGraphic">
          <ac:chgData name="Taylor Ilov" userId="S::taylor.ilov@cmsenergy.com::b3e8fa34-e639-4d12-a6dc-5e3032b39fb7" providerId="AD" clId="Web-{3A4A68E1-18B3-BDEA-F604-7BE7C1286234}" dt="2026-05-27T12:49:35.226" v="1"/>
          <ac:graphicFrameMkLst>
            <pc:docMk/>
            <pc:sldMk cId="1987884394" sldId="308"/>
            <ac:graphicFrameMk id="3" creationId="{00000000-0000-0000-0000-000000000000}"/>
          </ac:graphicFrameMkLst>
        </pc:graphicFrameChg>
      </pc:sldChg>
    </pc:docChg>
  </pc:docChgLst>
  <pc:docChgLst>
    <pc:chgData name="Taylor Ilov" userId="S::taylor.ilov@cmsenergy.com::b3e8fa34-e639-4d12-a6dc-5e3032b39fb7" providerId="AD" clId="Web-{1ADB619C-DD42-58B6-0813-E9E9903E8063}"/>
    <pc:docChg chg="addSld delSld modSection">
      <pc:chgData name="Taylor Ilov" userId="S::taylor.ilov@cmsenergy.com::b3e8fa34-e639-4d12-a6dc-5e3032b39fb7" providerId="AD" clId="Web-{1ADB619C-DD42-58B6-0813-E9E9903E8063}" dt="2026-05-23T11:38:35.444" v="2"/>
      <pc:docMkLst>
        <pc:docMk/>
      </pc:docMkLst>
      <pc:sldChg chg="add">
        <pc:chgData name="Taylor Ilov" userId="S::taylor.ilov@cmsenergy.com::b3e8fa34-e639-4d12-a6dc-5e3032b39fb7" providerId="AD" clId="Web-{1ADB619C-DD42-58B6-0813-E9E9903E8063}" dt="2026-05-23T11:37:29.895" v="0"/>
        <pc:sldMkLst>
          <pc:docMk/>
          <pc:sldMk cId="1180415898" sldId="258"/>
        </pc:sldMkLst>
      </pc:sldChg>
    </pc:docChg>
  </pc:docChgLst>
  <pc:docChgLst>
    <pc:chgData name="Taylor Ilov" userId="S::taylor.ilov@cmsenergy.com::b3e8fa34-e639-4d12-a6dc-5e3032b39fb7" providerId="AD" clId="Web-{43DC0305-8700-1887-765E-583C8F43B62E}"/>
    <pc:docChg chg="mod modSld">
      <pc:chgData name="Taylor Ilov" userId="S::taylor.ilov@cmsenergy.com::b3e8fa34-e639-4d12-a6dc-5e3032b39fb7" providerId="AD" clId="Web-{43DC0305-8700-1887-765E-583C8F43B62E}" dt="2026-05-27T03:03:12.742" v="632" actId="1076"/>
      <pc:docMkLst>
        <pc:docMk/>
      </pc:docMkLst>
      <pc:sldChg chg="mod modShow">
        <pc:chgData name="Taylor Ilov" userId="S::taylor.ilov@cmsenergy.com::b3e8fa34-e639-4d12-a6dc-5e3032b39fb7" providerId="AD" clId="Web-{43DC0305-8700-1887-765E-583C8F43B62E}" dt="2026-05-27T02:05:31.440" v="9"/>
        <pc:sldMkLst>
          <pc:docMk/>
          <pc:sldMk cId="2532864555" sldId="256"/>
        </pc:sldMkLst>
      </pc:sldChg>
      <pc:sldChg chg="modSp">
        <pc:chgData name="Taylor Ilov" userId="S::taylor.ilov@cmsenergy.com::b3e8fa34-e639-4d12-a6dc-5e3032b39fb7" providerId="AD" clId="Web-{43DC0305-8700-1887-765E-583C8F43B62E}" dt="2026-05-27T02:05:36.299" v="10"/>
        <pc:sldMkLst>
          <pc:docMk/>
          <pc:sldMk cId="2577225943" sldId="260"/>
        </pc:sldMkLst>
        <pc:graphicFrameChg chg="modGraphic">
          <ac:chgData name="Taylor Ilov" userId="S::taylor.ilov@cmsenergy.com::b3e8fa34-e639-4d12-a6dc-5e3032b39fb7" providerId="AD" clId="Web-{43DC0305-8700-1887-765E-583C8F43B62E}" dt="2026-05-27T02:05:36.299" v="10"/>
          <ac:graphicFrameMkLst>
            <pc:docMk/>
            <pc:sldMk cId="2577225943" sldId="260"/>
            <ac:graphicFrameMk id="3" creationId="{472BD49D-224F-408E-4BF8-08B3888FC8A7}"/>
          </ac:graphicFrameMkLst>
        </pc:graphicFrameChg>
      </pc:sldChg>
      <pc:sldChg chg="addSp delSp modSp">
        <pc:chgData name="Taylor Ilov" userId="S::taylor.ilov@cmsenergy.com::b3e8fa34-e639-4d12-a6dc-5e3032b39fb7" providerId="AD" clId="Web-{43DC0305-8700-1887-765E-583C8F43B62E}" dt="2026-05-27T03:02:32.232" v="606" actId="1076"/>
        <pc:sldMkLst>
          <pc:docMk/>
          <pc:sldMk cId="1848020351" sldId="280"/>
        </pc:sldMkLst>
        <pc:spChg chg="add mod">
          <ac:chgData name="Taylor Ilov" userId="S::taylor.ilov@cmsenergy.com::b3e8fa34-e639-4d12-a6dc-5e3032b39fb7" providerId="AD" clId="Web-{43DC0305-8700-1887-765E-583C8F43B62E}" dt="2026-05-27T03:02:32.232" v="606" actId="1076"/>
          <ac:spMkLst>
            <pc:docMk/>
            <pc:sldMk cId="1848020351" sldId="280"/>
            <ac:spMk id="2" creationId="{97AC717F-3571-D9A9-D060-149F7AABBC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37.580" v="523" actId="20577"/>
          <ac:spMkLst>
            <pc:docMk/>
            <pc:sldMk cId="1848020351" sldId="280"/>
            <ac:spMk id="4" creationId="{8D41AEF2-1070-0073-A19C-3DEBFCB3F678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217" v="605" actId="1076"/>
          <ac:spMkLst>
            <pc:docMk/>
            <pc:sldMk cId="1848020351" sldId="280"/>
            <ac:spMk id="5" creationId="{7C3A552F-1141-4B0A-0498-135B5978438F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45.502" v="525" actId="20577"/>
          <ac:spMkLst>
            <pc:docMk/>
            <pc:sldMk cId="1848020351" sldId="280"/>
            <ac:spMk id="6" creationId="{41D41366-DF01-1768-218C-4C7589718121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107" v="596" actId="1076"/>
          <ac:spMkLst>
            <pc:docMk/>
            <pc:sldMk cId="1848020351" sldId="280"/>
            <ac:spMk id="7" creationId="{E908B7A6-2C7E-0E4F-24F6-146F9D47ABBB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8:15.441" v="536" actId="20577"/>
          <ac:spMkLst>
            <pc:docMk/>
            <pc:sldMk cId="1848020351" sldId="280"/>
            <ac:spMk id="8" creationId="{4589EB17-6120-C3B2-A307-D429542D1035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0:42.837" v="567" actId="14100"/>
          <ac:spMkLst>
            <pc:docMk/>
            <pc:sldMk cId="1848020351" sldId="280"/>
            <ac:spMk id="9" creationId="{9DC1BFDA-BBBE-D3AA-D906-721A4B227937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6:34.484" v="496"/>
          <ac:spMkLst>
            <pc:docMk/>
            <pc:sldMk cId="1848020351" sldId="280"/>
            <ac:spMk id="10" creationId="{8F90BB64-A06C-6838-C906-C7141DC97498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06.798" v="514"/>
          <ac:spMkLst>
            <pc:docMk/>
            <pc:sldMk cId="1848020351" sldId="280"/>
            <ac:spMk id="407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06.798" v="515"/>
          <ac:spMkLst>
            <pc:docMk/>
            <pc:sldMk cId="1848020351" sldId="280"/>
            <ac:spMk id="408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06.798" v="516"/>
          <ac:spMkLst>
            <pc:docMk/>
            <pc:sldMk cId="1848020351" sldId="280"/>
            <ac:spMk id="409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1:03.416" v="572" actId="1076"/>
          <ac:spMkLst>
            <pc:docMk/>
            <pc:sldMk cId="1848020351" sldId="280"/>
            <ac:spMk id="411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6:34.484" v="497"/>
          <ac:spMkLst>
            <pc:docMk/>
            <pc:sldMk cId="1848020351" sldId="280"/>
            <ac:spMk id="414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06.798" v="518"/>
          <ac:spMkLst>
            <pc:docMk/>
            <pc:sldMk cId="1848020351" sldId="280"/>
            <ac:spMk id="417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06.798" v="519"/>
          <ac:spMkLst>
            <pc:docMk/>
            <pc:sldMk cId="1848020351" sldId="280"/>
            <ac:spMk id="418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06.798" v="521"/>
          <ac:spMkLst>
            <pc:docMk/>
            <pc:sldMk cId="1848020351" sldId="280"/>
            <ac:spMk id="419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7:56.456" v="529" actId="20577"/>
          <ac:spMkLst>
            <pc:docMk/>
            <pc:sldMk cId="1848020351" sldId="280"/>
            <ac:spMk id="422" creationId="{00000000-0000-0000-0000-000000000000}"/>
          </ac:spMkLst>
        </pc:spChg>
        <pc:spChg chg="mod">
          <ac:chgData name="Taylor Ilov" userId="S::taylor.ilov@cmsenergy.com::b3e8fa34-e639-4d12-a6dc-5e3032b39fb7" providerId="AD" clId="Web-{43DC0305-8700-1887-765E-583C8F43B62E}" dt="2026-05-27T02:56:34.500" v="505"/>
          <ac:spMkLst>
            <pc:docMk/>
            <pc:sldMk cId="1848020351" sldId="280"/>
            <ac:spMk id="423" creationId="{00000000-0000-0000-0000-000000000000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139" v="598" actId="1076"/>
          <ac:spMkLst>
            <pc:docMk/>
            <pc:sldMk cId="1848020351" sldId="280"/>
            <ac:spMk id="424" creationId="{00000000-0000-0000-0000-000000000000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154" v="600" actId="1076"/>
          <ac:spMkLst>
            <pc:docMk/>
            <pc:sldMk cId="1848020351" sldId="280"/>
            <ac:spMk id="427" creationId="{00000000-0000-0000-0000-000000000000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170" v="601" actId="1076"/>
          <ac:spMkLst>
            <pc:docMk/>
            <pc:sldMk cId="1848020351" sldId="280"/>
            <ac:spMk id="428" creationId="{00000000-0000-0000-0000-000000000000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185" v="602" actId="1076"/>
          <ac:spMkLst>
            <pc:docMk/>
            <pc:sldMk cId="1848020351" sldId="280"/>
            <ac:spMk id="429" creationId="{00000000-0000-0000-0000-000000000000}"/>
          </ac:spMkLst>
        </pc:spChg>
        <pc:spChg chg="mod topLvl">
          <ac:chgData name="Taylor Ilov" userId="S::taylor.ilov@cmsenergy.com::b3e8fa34-e639-4d12-a6dc-5e3032b39fb7" providerId="AD" clId="Web-{43DC0305-8700-1887-765E-583C8F43B62E}" dt="2026-05-27T03:02:32.185" v="603" actId="1076"/>
          <ac:spMkLst>
            <pc:docMk/>
            <pc:sldMk cId="1848020351" sldId="280"/>
            <ac:spMk id="434" creationId="{00000000-0000-0000-0000-000000000000}"/>
          </ac:spMkLst>
        </pc:spChg>
        <pc:grpChg chg="mod">
          <ac:chgData name="Taylor Ilov" userId="S::taylor.ilov@cmsenergy.com::b3e8fa34-e639-4d12-a6dc-5e3032b39fb7" providerId="AD" clId="Web-{43DC0305-8700-1887-765E-583C8F43B62E}" dt="2026-05-27T03:02:32.060" v="594" actId="1076"/>
          <ac:grpSpMkLst>
            <pc:docMk/>
            <pc:sldMk cId="1848020351" sldId="280"/>
            <ac:grpSpMk id="11" creationId="{53B18C77-C996-6AF4-3C3E-7E4E1642FBB4}"/>
          </ac:grpSpMkLst>
        </pc:grpChg>
        <pc:grpChg chg="mod">
          <ac:chgData name="Taylor Ilov" userId="S::taylor.ilov@cmsenergy.com::b3e8fa34-e639-4d12-a6dc-5e3032b39fb7" providerId="AD" clId="Web-{43DC0305-8700-1887-765E-583C8F43B62E}" dt="2026-05-27T03:02:32.092" v="595" actId="1076"/>
          <ac:grpSpMkLst>
            <pc:docMk/>
            <pc:sldMk cId="1848020351" sldId="280"/>
            <ac:grpSpMk id="13" creationId="{8B17FF38-FB3B-AE05-2E09-63D1AD5DCA28}"/>
          </ac:grpSpMkLst>
        </pc:grpChg>
        <pc:grpChg chg="mod">
          <ac:chgData name="Taylor Ilov" userId="S::taylor.ilov@cmsenergy.com::b3e8fa34-e639-4d12-a6dc-5e3032b39fb7" providerId="AD" clId="Web-{43DC0305-8700-1887-765E-583C8F43B62E}" dt="2026-05-27T03:02:32.014" v="593" actId="1076"/>
          <ac:grpSpMkLst>
            <pc:docMk/>
            <pc:sldMk cId="1848020351" sldId="280"/>
            <ac:grpSpMk id="14" creationId="{3ABB7B8B-CC49-D365-0378-CE28117D9C6F}"/>
          </ac:grpSpMkLst>
        </pc:grpChg>
        <pc:grpChg chg="mod topLvl">
          <ac:chgData name="Taylor Ilov" userId="S::taylor.ilov@cmsenergy.com::b3e8fa34-e639-4d12-a6dc-5e3032b39fb7" providerId="AD" clId="Web-{43DC0305-8700-1887-765E-583C8F43B62E}" dt="2026-05-27T03:02:32.123" v="597" actId="1076"/>
          <ac:grpSpMkLst>
            <pc:docMk/>
            <pc:sldMk cId="1848020351" sldId="280"/>
            <ac:grpSpMk id="421" creationId="{00000000-0000-0000-0000-000000000000}"/>
          </ac:grpSpMkLst>
        </pc:grpChg>
        <pc:picChg chg="mod topLvl">
          <ac:chgData name="Taylor Ilov" userId="S::taylor.ilov@cmsenergy.com::b3e8fa34-e639-4d12-a6dc-5e3032b39fb7" providerId="AD" clId="Web-{43DC0305-8700-1887-765E-583C8F43B62E}" dt="2026-05-27T03:02:32.139" v="599" actId="1076"/>
          <ac:picMkLst>
            <pc:docMk/>
            <pc:sldMk cId="1848020351" sldId="280"/>
            <ac:picMk id="433" creationId="{00000000-0000-0000-0000-000000000000}"/>
          </ac:picMkLst>
        </pc:picChg>
        <pc:picChg chg="mod topLvl">
          <ac:chgData name="Taylor Ilov" userId="S::taylor.ilov@cmsenergy.com::b3e8fa34-e639-4d12-a6dc-5e3032b39fb7" providerId="AD" clId="Web-{43DC0305-8700-1887-765E-583C8F43B62E}" dt="2026-05-27T03:02:32.201" v="604" actId="1076"/>
          <ac:picMkLst>
            <pc:docMk/>
            <pc:sldMk cId="1848020351" sldId="280"/>
            <ac:picMk id="435" creationId="{00000000-0000-0000-0000-000000000000}"/>
          </ac:picMkLst>
        </pc:picChg>
      </pc:sldChg>
      <pc:sldChg chg="modSp">
        <pc:chgData name="Taylor Ilov" userId="S::taylor.ilov@cmsenergy.com::b3e8fa34-e639-4d12-a6dc-5e3032b39fb7" providerId="AD" clId="Web-{43DC0305-8700-1887-765E-583C8F43B62E}" dt="2026-05-27T02:04:27.435" v="0" actId="14100"/>
        <pc:sldMkLst>
          <pc:docMk/>
          <pc:sldMk cId="1808544518" sldId="284"/>
        </pc:sldMkLst>
        <pc:spChg chg="mod">
          <ac:chgData name="Taylor Ilov" userId="S::taylor.ilov@cmsenergy.com::b3e8fa34-e639-4d12-a6dc-5e3032b39fb7" providerId="AD" clId="Web-{43DC0305-8700-1887-765E-583C8F43B62E}" dt="2026-05-27T02:04:27.435" v="0" actId="14100"/>
          <ac:spMkLst>
            <pc:docMk/>
            <pc:sldMk cId="1808544518" sldId="284"/>
            <ac:spMk id="1069" creationId="{7D1D11F0-635C-A5D2-ABC6-26B771A1B782}"/>
          </ac:spMkLst>
        </pc:spChg>
      </pc:sldChg>
      <pc:sldChg chg="addSp delSp modSp modNotes">
        <pc:chgData name="Taylor Ilov" userId="S::taylor.ilov@cmsenergy.com::b3e8fa34-e639-4d12-a6dc-5e3032b39fb7" providerId="AD" clId="Web-{43DC0305-8700-1887-765E-583C8F43B62E}" dt="2026-05-27T02:14:40.182" v="403"/>
        <pc:sldMkLst>
          <pc:docMk/>
          <pc:sldMk cId="1987884394" sldId="308"/>
        </pc:sldMkLst>
        <pc:spChg chg="mod">
          <ac:chgData name="Taylor Ilov" userId="S::taylor.ilov@cmsenergy.com::b3e8fa34-e639-4d12-a6dc-5e3032b39fb7" providerId="AD" clId="Web-{43DC0305-8700-1887-765E-583C8F43B62E}" dt="2026-05-27T02:11:39.701" v="315" actId="20577"/>
          <ac:spMkLst>
            <pc:docMk/>
            <pc:sldMk cId="1987884394" sldId="308"/>
            <ac:spMk id="2" creationId="{00000000-0000-0000-0000-000000000000}"/>
          </ac:spMkLst>
        </pc:spChg>
        <pc:graphicFrameChg chg="mod modGraphic">
          <ac:chgData name="Taylor Ilov" userId="S::taylor.ilov@cmsenergy.com::b3e8fa34-e639-4d12-a6dc-5e3032b39fb7" providerId="AD" clId="Web-{43DC0305-8700-1887-765E-583C8F43B62E}" dt="2026-05-27T02:14:40.182" v="403"/>
          <ac:graphicFrameMkLst>
            <pc:docMk/>
            <pc:sldMk cId="1987884394" sldId="308"/>
            <ac:graphicFrameMk id="3" creationId="{00000000-0000-0000-0000-000000000000}"/>
          </ac:graphicFrameMkLst>
        </pc:graphicFrameChg>
      </pc:sldChg>
      <pc:sldChg chg="modSp">
        <pc:chgData name="Taylor Ilov" userId="S::taylor.ilov@cmsenergy.com::b3e8fa34-e639-4d12-a6dc-5e3032b39fb7" providerId="AD" clId="Web-{43DC0305-8700-1887-765E-583C8F43B62E}" dt="2026-05-27T03:03:12.742" v="632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43DC0305-8700-1887-765E-583C8F43B62E}" dt="2026-05-27T03:03:12.727" v="630" actId="1076"/>
          <ac:spMkLst>
            <pc:docMk/>
            <pc:sldMk cId="429306594" sldId="2147483632"/>
            <ac:spMk id="2" creationId="{440C7EC6-DBBB-DA51-BFFF-8CA5BC63AD30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586" v="617" actId="1076"/>
          <ac:spMkLst>
            <pc:docMk/>
            <pc:sldMk cId="429306594" sldId="2147483632"/>
            <ac:spMk id="4" creationId="{0754A7B2-5729-37BA-4CC5-BFF820B38880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555" v="612" actId="1076"/>
          <ac:spMkLst>
            <pc:docMk/>
            <pc:sldMk cId="429306594" sldId="2147483632"/>
            <ac:spMk id="6" creationId="{4CC7DFAC-34D3-91D3-2C54-3811D96D4D08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602" v="618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617" v="619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617" v="620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633" v="621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695" v="627" actId="1076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633" v="622" actId="1076"/>
          <ac:spMkLst>
            <pc:docMk/>
            <pc:sldMk cId="429306594" sldId="2147483632"/>
            <ac:spMk id="15" creationId="{69207E7A-871B-C1C3-99AF-A6AB696537D6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711" v="629" actId="1076"/>
          <ac:spMkLst>
            <pc:docMk/>
            <pc:sldMk cId="429306594" sldId="2147483632"/>
            <ac:spMk id="20" creationId="{E37498B5-50A6-1993-F4E6-D125CEC4558D}"/>
          </ac:spMkLst>
        </pc:spChg>
        <pc:spChg chg="mod">
          <ac:chgData name="Taylor Ilov" userId="S::taylor.ilov@cmsenergy.com::b3e8fa34-e639-4d12-a6dc-5e3032b39fb7" providerId="AD" clId="Web-{43DC0305-8700-1887-765E-583C8F43B62E}" dt="2026-05-27T03:03:12.555" v="613" actId="1076"/>
          <ac:spMkLst>
            <pc:docMk/>
            <pc:sldMk cId="429306594" sldId="2147483632"/>
            <ac:spMk id="125" creationId="{84DDF3AB-9E71-B162-93B6-96C48461F019}"/>
          </ac:spMkLst>
        </pc:spChg>
        <pc:cxnChg chg="mod">
          <ac:chgData name="Taylor Ilov" userId="S::taylor.ilov@cmsenergy.com::b3e8fa34-e639-4d12-a6dc-5e3032b39fb7" providerId="AD" clId="Web-{43DC0305-8700-1887-765E-583C8F43B62E}" dt="2026-05-27T03:03:12.727" v="631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695" v="628" actId="1076"/>
          <ac:cxnSpMkLst>
            <pc:docMk/>
            <pc:sldMk cId="429306594" sldId="2147483632"/>
            <ac:cxnSpMk id="17" creationId="{23CE3659-5291-DEDD-2F76-4488BBA28AFA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649" v="623" actId="1076"/>
          <ac:cxnSpMkLst>
            <pc:docMk/>
            <pc:sldMk cId="429306594" sldId="2147483632"/>
            <ac:cxnSpMk id="22" creationId="{0799B157-D785-0E02-B067-81348AF53B7D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649" v="624" actId="1076"/>
          <ac:cxnSpMkLst>
            <pc:docMk/>
            <pc:sldMk cId="429306594" sldId="2147483632"/>
            <ac:cxnSpMk id="23" creationId="{4C43B979-0628-FFA5-3D81-2A6A3E21E52F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664" v="625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742" v="632" actId="1076"/>
          <ac:cxnSpMkLst>
            <pc:docMk/>
            <pc:sldMk cId="429306594" sldId="2147483632"/>
            <ac:cxnSpMk id="27" creationId="{BF47A323-8294-0E08-D343-EAD02302621C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664" v="626" actId="1076"/>
          <ac:cxnSpMkLst>
            <pc:docMk/>
            <pc:sldMk cId="429306594" sldId="2147483632"/>
            <ac:cxnSpMk id="33" creationId="{829CAA55-934B-FEA2-EA64-6A32CCB94014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570" v="614" actId="1076"/>
          <ac:cxnSpMkLst>
            <pc:docMk/>
            <pc:sldMk cId="429306594" sldId="2147483632"/>
            <ac:cxnSpMk id="142" creationId="{CAF3347E-7396-B26D-772C-4D59FBA7AC07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570" v="615" actId="1076"/>
          <ac:cxnSpMkLst>
            <pc:docMk/>
            <pc:sldMk cId="429306594" sldId="2147483632"/>
            <ac:cxnSpMk id="143" creationId="{B3A62A1C-E4DA-E643-660B-BB82D7B9774C}"/>
          </ac:cxnSpMkLst>
        </pc:cxnChg>
        <pc:cxnChg chg="mod">
          <ac:chgData name="Taylor Ilov" userId="S::taylor.ilov@cmsenergy.com::b3e8fa34-e639-4d12-a6dc-5e3032b39fb7" providerId="AD" clId="Web-{43DC0305-8700-1887-765E-583C8F43B62E}" dt="2026-05-27T03:03:12.586" v="616" actId="1076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modSp">
        <pc:chgData name="Taylor Ilov" userId="S::taylor.ilov@cmsenergy.com::b3e8fa34-e639-4d12-a6dc-5e3032b39fb7" providerId="AD" clId="Web-{43DC0305-8700-1887-765E-583C8F43B62E}" dt="2026-05-27T02:04:55.015" v="1"/>
        <pc:sldMkLst>
          <pc:docMk/>
          <pc:sldMk cId="4256699499" sldId="2147483636"/>
        </pc:sldMkLst>
        <pc:graphicFrameChg chg="modGraphic">
          <ac:chgData name="Taylor Ilov" userId="S::taylor.ilov@cmsenergy.com::b3e8fa34-e639-4d12-a6dc-5e3032b39fb7" providerId="AD" clId="Web-{43DC0305-8700-1887-765E-583C8F43B62E}" dt="2026-05-27T02:04:55.015" v="1"/>
          <ac:graphicFrameMkLst>
            <pc:docMk/>
            <pc:sldMk cId="4256699499" sldId="2147483636"/>
            <ac:graphicFrameMk id="3" creationId="{00000000-0000-0000-0000-000000000000}"/>
          </ac:graphicFrameMkLst>
        </pc:graphicFrameChg>
      </pc:sldChg>
      <pc:sldChg chg="modSp">
        <pc:chgData name="Taylor Ilov" userId="S::taylor.ilov@cmsenergy.com::b3e8fa34-e639-4d12-a6dc-5e3032b39fb7" providerId="AD" clId="Web-{43DC0305-8700-1887-765E-583C8F43B62E}" dt="2026-05-27T02:05:45.613" v="11"/>
        <pc:sldMkLst>
          <pc:docMk/>
          <pc:sldMk cId="2824870927" sldId="2147483642"/>
        </pc:sldMkLst>
        <pc:graphicFrameChg chg="modGraphic">
          <ac:chgData name="Taylor Ilov" userId="S::taylor.ilov@cmsenergy.com::b3e8fa34-e639-4d12-a6dc-5e3032b39fb7" providerId="AD" clId="Web-{43DC0305-8700-1887-765E-583C8F43B62E}" dt="2026-05-27T02:05:45.613" v="11"/>
          <ac:graphicFrameMkLst>
            <pc:docMk/>
            <pc:sldMk cId="2824870927" sldId="2147483642"/>
            <ac:graphicFrameMk id="3" creationId="{00000000-0000-0000-0000-000000000000}"/>
          </ac:graphicFrameMkLst>
        </pc:graphicFrameChg>
      </pc:sldChg>
    </pc:docChg>
  </pc:docChgLst>
  <pc:docChgLst>
    <pc:chgData name="Taylor Ilov" userId="S::taylor.ilov@cmsenergy.com::b3e8fa34-e639-4d12-a6dc-5e3032b39fb7" providerId="AD" clId="Web-{61487404-91D6-7816-9255-2546C451F47C}"/>
    <pc:docChg chg="modSld delSection">
      <pc:chgData name="Taylor Ilov" userId="S::taylor.ilov@cmsenergy.com::b3e8fa34-e639-4d12-a6dc-5e3032b39fb7" providerId="AD" clId="Web-{61487404-91D6-7816-9255-2546C451F47C}" dt="2026-05-26T15:05:12.145" v="349" actId="20577"/>
      <pc:docMkLst>
        <pc:docMk/>
      </pc:docMkLst>
      <pc:sldChg chg="modSp">
        <pc:chgData name="Taylor Ilov" userId="S::taylor.ilov@cmsenergy.com::b3e8fa34-e639-4d12-a6dc-5e3032b39fb7" providerId="AD" clId="Web-{61487404-91D6-7816-9255-2546C451F47C}" dt="2026-05-26T13:59:20.831" v="151" actId="1076"/>
        <pc:sldMkLst>
          <pc:docMk/>
          <pc:sldMk cId="2577225943" sldId="260"/>
        </pc:sldMkLst>
        <pc:spChg chg="mod">
          <ac:chgData name="Taylor Ilov" userId="S::taylor.ilov@cmsenergy.com::b3e8fa34-e639-4d12-a6dc-5e3032b39fb7" providerId="AD" clId="Web-{61487404-91D6-7816-9255-2546C451F47C}" dt="2026-05-26T13:59:09.331" v="48"/>
          <ac:spMkLst>
            <pc:docMk/>
            <pc:sldMk cId="2577225943" sldId="260"/>
            <ac:spMk id="2" creationId="{4E33D55B-2227-C7FB-485A-1F8ADB89AE2E}"/>
          </ac:spMkLst>
        </pc:spChg>
        <pc:graphicFrameChg chg="mod modGraphic">
          <ac:chgData name="Taylor Ilov" userId="S::taylor.ilov@cmsenergy.com::b3e8fa34-e639-4d12-a6dc-5e3032b39fb7" providerId="AD" clId="Web-{61487404-91D6-7816-9255-2546C451F47C}" dt="2026-05-26T13:59:20.831" v="151" actId="1076"/>
          <ac:graphicFrameMkLst>
            <pc:docMk/>
            <pc:sldMk cId="2577225943" sldId="260"/>
            <ac:graphicFrameMk id="3" creationId="{472BD49D-224F-408E-4BF8-08B3888FC8A7}"/>
          </ac:graphicFrameMkLst>
        </pc:graphicFrameChg>
      </pc:sldChg>
      <pc:sldChg chg="modSp">
        <pc:chgData name="Taylor Ilov" userId="S::taylor.ilov@cmsenergy.com::b3e8fa34-e639-4d12-a6dc-5e3032b39fb7" providerId="AD" clId="Web-{61487404-91D6-7816-9255-2546C451F47C}" dt="2026-05-26T13:59:34.847" v="237"/>
        <pc:sldMkLst>
          <pc:docMk/>
          <pc:sldMk cId="1100489755" sldId="261"/>
        </pc:sldMkLst>
        <pc:graphicFrameChg chg="mod modGraphic">
          <ac:chgData name="Taylor Ilov" userId="S::taylor.ilov@cmsenergy.com::b3e8fa34-e639-4d12-a6dc-5e3032b39fb7" providerId="AD" clId="Web-{61487404-91D6-7816-9255-2546C451F47C}" dt="2026-05-26T13:59:34.847" v="237"/>
          <ac:graphicFrameMkLst>
            <pc:docMk/>
            <pc:sldMk cId="1100489755" sldId="261"/>
            <ac:graphicFrameMk id="3" creationId="{00000000-0000-0000-0000-000000000000}"/>
          </ac:graphicFrameMkLst>
        </pc:graphicFrameChg>
      </pc:sldChg>
      <pc:sldChg chg="modSp">
        <pc:chgData name="Taylor Ilov" userId="S::taylor.ilov@cmsenergy.com::b3e8fa34-e639-4d12-a6dc-5e3032b39fb7" providerId="AD" clId="Web-{61487404-91D6-7816-9255-2546C451F47C}" dt="2026-05-26T15:05:12.145" v="349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61487404-91D6-7816-9255-2546C451F47C}" dt="2026-05-26T15:05:12.145" v="349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delSp modSp">
        <pc:chgData name="Taylor Ilov" userId="S::taylor.ilov@cmsenergy.com::b3e8fa34-e639-4d12-a6dc-5e3032b39fb7" providerId="AD" clId="Web-{61487404-91D6-7816-9255-2546C451F47C}" dt="2026-05-26T12:26:31.080" v="41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61487404-91D6-7816-9255-2546C451F47C}" dt="2026-05-26T12:25:49.907" v="38" actId="1076"/>
          <ac:spMkLst>
            <pc:docMk/>
            <pc:sldMk cId="429306594" sldId="2147483632"/>
            <ac:spMk id="2" creationId="{440C7EC6-DBBB-DA51-BFFF-8CA5BC63AD30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25.328" v="11" actId="1076"/>
          <ac:spMkLst>
            <pc:docMk/>
            <pc:sldMk cId="429306594" sldId="2147483632"/>
            <ac:spMk id="4" creationId="{0754A7B2-5729-37BA-4CC5-BFF820B38880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49.844" v="33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49.860" v="34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49.875" v="35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49.891" v="36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55.641" v="39" actId="1076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61487404-91D6-7816-9255-2546C451F47C}" dt="2026-05-26T12:25:49.907" v="37" actId="1076"/>
          <ac:spMkLst>
            <pc:docMk/>
            <pc:sldMk cId="429306594" sldId="2147483632"/>
            <ac:spMk id="20" creationId="{E37498B5-50A6-1993-F4E6-D125CEC4558D}"/>
          </ac:spMkLst>
        </pc:spChg>
        <pc:cxnChg chg="mod">
          <ac:chgData name="Taylor Ilov" userId="S::taylor.ilov@cmsenergy.com::b3e8fa34-e639-4d12-a6dc-5e3032b39fb7" providerId="AD" clId="Web-{61487404-91D6-7816-9255-2546C451F47C}" dt="2026-05-26T12:25:25.437" v="20" actId="1076"/>
          <ac:cxnSpMkLst>
            <pc:docMk/>
            <pc:sldMk cId="429306594" sldId="2147483632"/>
            <ac:cxnSpMk id="17" creationId="{23CE3659-5291-DEDD-2F76-4488BBA28AFA}"/>
          </ac:cxnSpMkLst>
        </pc:cxnChg>
        <pc:cxnChg chg="mod">
          <ac:chgData name="Taylor Ilov" userId="S::taylor.ilov@cmsenergy.com::b3e8fa34-e639-4d12-a6dc-5e3032b39fb7" providerId="AD" clId="Web-{61487404-91D6-7816-9255-2546C451F47C}" dt="2026-05-26T12:25:25.390" v="16" actId="1076"/>
          <ac:cxnSpMkLst>
            <pc:docMk/>
            <pc:sldMk cId="429306594" sldId="2147483632"/>
            <ac:cxnSpMk id="22" creationId="{0799B157-D785-0E02-B067-81348AF53B7D}"/>
          </ac:cxnSpMkLst>
        </pc:cxnChg>
        <pc:cxnChg chg="mod">
          <ac:chgData name="Taylor Ilov" userId="S::taylor.ilov@cmsenergy.com::b3e8fa34-e639-4d12-a6dc-5e3032b39fb7" providerId="AD" clId="Web-{61487404-91D6-7816-9255-2546C451F47C}" dt="2026-05-26T12:25:25.406" v="17" actId="1076"/>
          <ac:cxnSpMkLst>
            <pc:docMk/>
            <pc:sldMk cId="429306594" sldId="2147483632"/>
            <ac:cxnSpMk id="23" creationId="{4C43B979-0628-FFA5-3D81-2A6A3E21E52F}"/>
          </ac:cxnSpMkLst>
        </pc:cxnChg>
        <pc:cxnChg chg="mod">
          <ac:chgData name="Taylor Ilov" userId="S::taylor.ilov@cmsenergy.com::b3e8fa34-e639-4d12-a6dc-5e3032b39fb7" providerId="AD" clId="Web-{61487404-91D6-7816-9255-2546C451F47C}" dt="2026-05-26T12:25:25.422" v="18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mod">
          <ac:chgData name="Taylor Ilov" userId="S::taylor.ilov@cmsenergy.com::b3e8fa34-e639-4d12-a6dc-5e3032b39fb7" providerId="AD" clId="Web-{61487404-91D6-7816-9255-2546C451F47C}" dt="2026-05-26T12:25:25.484" v="24" actId="1076"/>
          <ac:cxnSpMkLst>
            <pc:docMk/>
            <pc:sldMk cId="429306594" sldId="2147483632"/>
            <ac:cxnSpMk id="27" creationId="{BF47A323-8294-0E08-D343-EAD02302621C}"/>
          </ac:cxnSpMkLst>
        </pc:cxnChg>
        <pc:cxnChg chg="mod">
          <ac:chgData name="Taylor Ilov" userId="S::taylor.ilov@cmsenergy.com::b3e8fa34-e639-4d12-a6dc-5e3032b39fb7" providerId="AD" clId="Web-{61487404-91D6-7816-9255-2546C451F47C}" dt="2026-05-26T12:25:25.422" v="19" actId="1076"/>
          <ac:cxnSpMkLst>
            <pc:docMk/>
            <pc:sldMk cId="429306594" sldId="2147483632"/>
            <ac:cxnSpMk id="33" creationId="{829CAA55-934B-FEA2-EA64-6A32CCB94014}"/>
          </ac:cxnSpMkLst>
        </pc:cxnChg>
        <pc:cxnChg chg="mod">
          <ac:chgData name="Taylor Ilov" userId="S::taylor.ilov@cmsenergy.com::b3e8fa34-e639-4d12-a6dc-5e3032b39fb7" providerId="AD" clId="Web-{61487404-91D6-7816-9255-2546C451F47C}" dt="2026-05-26T12:25:25.312" v="10" actId="1076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modSp">
        <pc:chgData name="Taylor Ilov" userId="S::taylor.ilov@cmsenergy.com::b3e8fa34-e639-4d12-a6dc-5e3032b39fb7" providerId="AD" clId="Web-{61487404-91D6-7816-9255-2546C451F47C}" dt="2026-05-26T13:59:56.661" v="348" actId="1076"/>
        <pc:sldMkLst>
          <pc:docMk/>
          <pc:sldMk cId="2824870927" sldId="2147483642"/>
        </pc:sldMkLst>
        <pc:graphicFrameChg chg="mod modGraphic">
          <ac:chgData name="Taylor Ilov" userId="S::taylor.ilov@cmsenergy.com::b3e8fa34-e639-4d12-a6dc-5e3032b39fb7" providerId="AD" clId="Web-{61487404-91D6-7816-9255-2546C451F47C}" dt="2026-05-26T13:59:56.661" v="348" actId="1076"/>
          <ac:graphicFrameMkLst>
            <pc:docMk/>
            <pc:sldMk cId="2824870927" sldId="2147483642"/>
            <ac:graphicFrameMk id="3" creationId="{00000000-0000-0000-0000-000000000000}"/>
          </ac:graphicFrameMkLst>
        </pc:graphicFrame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6T19:15:31.688" v="146" actId="20577"/>
      <pc:docMkLst>
        <pc:docMk/>
      </pc:docMkLst>
      <pc:sldChg chg="modNotesTx">
        <pc:chgData name="DAWN M PETTENGILL" userId="6c3e7221-c014-41df-9963-eb44707bad46" providerId="ADAL" clId="{29FA3F86-359B-4B62-8DF6-5E1FAB534B2A}" dt="2026-05-26T15:05:58.953" v="82" actId="20577"/>
        <pc:sldMkLst>
          <pc:docMk/>
          <pc:sldMk cId="1135084787" sldId="272"/>
        </pc:sldMkLst>
      </pc:sldChg>
      <pc:sldChg chg="modNotesTx">
        <pc:chgData name="DAWN M PETTENGILL" userId="6c3e7221-c014-41df-9963-eb44707bad46" providerId="ADAL" clId="{29FA3F86-359B-4B62-8DF6-5E1FAB534B2A}" dt="2026-05-26T19:15:31.688" v="146" actId="20577"/>
        <pc:sldMkLst>
          <pc:docMk/>
          <pc:sldMk cId="2273934314" sldId="275"/>
        </pc:sldMkLst>
      </pc:sldChg>
      <pc:sldChg chg="modSp mod">
        <pc:chgData name="DAWN M PETTENGILL" userId="6c3e7221-c014-41df-9963-eb44707bad46" providerId="ADAL" clId="{29FA3F86-359B-4B62-8DF6-5E1FAB534B2A}" dt="2026-05-26T15:11:19.774" v="93" actId="6549"/>
        <pc:sldMkLst>
          <pc:docMk/>
          <pc:sldMk cId="4256699499" sldId="2147483636"/>
        </pc:sldMkLst>
        <pc:graphicFrameChg chg="modGraphic">
          <ac:chgData name="DAWN M PETTENGILL" userId="6c3e7221-c014-41df-9963-eb44707bad46" providerId="ADAL" clId="{29FA3F86-359B-4B62-8DF6-5E1FAB534B2A}" dt="2026-05-26T15:11:19.774" v="93" actId="6549"/>
          <ac:graphicFrameMkLst>
            <pc:docMk/>
            <pc:sldMk cId="4256699499" sldId="2147483636"/>
            <ac:graphicFrameMk id="3" creationId="{00000000-0000-0000-0000-000000000000}"/>
          </ac:graphicFrameMkLst>
        </pc:graphicFrameChg>
      </pc:sldChg>
    </pc:docChg>
  </pc:docChgLst>
  <pc:docChgLst>
    <pc:chgData name="Mohanta Das" userId="S::mohanta.das@cmsenergy.com::ae36c681-8d90-4c0d-b637-b44a7861ac8e" providerId="AD" clId="Web-{B6CC3488-F062-9717-A799-AE61C44C3F5A}"/>
    <pc:docChg chg="addSld delSld modSld modSection">
      <pc:chgData name="Mohanta Das" userId="S::mohanta.das@cmsenergy.com::ae36c681-8d90-4c0d-b637-b44a7861ac8e" providerId="AD" clId="Web-{B6CC3488-F062-9717-A799-AE61C44C3F5A}" dt="2026-05-26T19:01:29.846" v="1524" actId="20577"/>
      <pc:docMkLst>
        <pc:docMk/>
      </pc:docMkLst>
      <pc:sldChg chg="delSp modSp">
        <pc:chgData name="Mohanta Das" userId="S::mohanta.das@cmsenergy.com::ae36c681-8d90-4c0d-b637-b44a7861ac8e" providerId="AD" clId="Web-{B6CC3488-F062-9717-A799-AE61C44C3F5A}" dt="2026-05-26T17:34:10.947" v="826"/>
        <pc:sldMkLst>
          <pc:docMk/>
          <pc:sldMk cId="2532864555" sldId="256"/>
        </pc:sldMkLst>
        <pc:graphicFrameChg chg="mod modGraphic">
          <ac:chgData name="Mohanta Das" userId="S::mohanta.das@cmsenergy.com::ae36c681-8d90-4c0d-b637-b44a7861ac8e" providerId="AD" clId="Web-{B6CC3488-F062-9717-A799-AE61C44C3F5A}" dt="2026-05-26T17:20:56.604" v="652"/>
          <ac:graphicFrameMkLst>
            <pc:docMk/>
            <pc:sldMk cId="2532864555" sldId="256"/>
            <ac:graphicFrameMk id="7" creationId="{F1A4FAB0-A2DE-C2F1-C556-B22EBF50B2E8}"/>
          </ac:graphicFrameMkLst>
        </pc:graphicFrameChg>
      </pc:sldChg>
      <pc:sldChg chg="delSp modSp">
        <pc:chgData name="Mohanta Das" userId="S::mohanta.das@cmsenergy.com::ae36c681-8d90-4c0d-b637-b44a7861ac8e" providerId="AD" clId="Web-{B6CC3488-F062-9717-A799-AE61C44C3F5A}" dt="2026-05-26T18:37:15.332" v="1150"/>
        <pc:sldMkLst>
          <pc:docMk/>
          <pc:sldMk cId="2577225943" sldId="260"/>
        </pc:sldMkLst>
        <pc:graphicFrameChg chg="mod modGraphic">
          <ac:chgData name="Mohanta Das" userId="S::mohanta.das@cmsenergy.com::ae36c681-8d90-4c0d-b637-b44a7861ac8e" providerId="AD" clId="Web-{B6CC3488-F062-9717-A799-AE61C44C3F5A}" dt="2026-05-26T18:36:45.208" v="1148"/>
          <ac:graphicFrameMkLst>
            <pc:docMk/>
            <pc:sldMk cId="2577225943" sldId="260"/>
            <ac:graphicFrameMk id="3" creationId="{472BD49D-224F-408E-4BF8-08B3888FC8A7}"/>
          </ac:graphicFrameMkLst>
        </pc:graphicFrameChg>
      </pc:sldChg>
      <pc:sldChg chg="delSp modSp">
        <pc:chgData name="Mohanta Das" userId="S::mohanta.das@cmsenergy.com::ae36c681-8d90-4c0d-b637-b44a7861ac8e" providerId="AD" clId="Web-{B6CC3488-F062-9717-A799-AE61C44C3F5A}" dt="2026-05-26T18:47:01.753" v="1337"/>
        <pc:sldMkLst>
          <pc:docMk/>
          <pc:sldMk cId="1100489755" sldId="261"/>
        </pc:sldMkLst>
        <pc:graphicFrameChg chg="mod modGraphic">
          <ac:chgData name="Mohanta Das" userId="S::mohanta.das@cmsenergy.com::ae36c681-8d90-4c0d-b637-b44a7861ac8e" providerId="AD" clId="Web-{B6CC3488-F062-9717-A799-AE61C44C3F5A}" dt="2026-05-26T18:47:01.753" v="1337"/>
          <ac:graphicFrameMkLst>
            <pc:docMk/>
            <pc:sldMk cId="1100489755" sldId="261"/>
            <ac:graphicFrameMk id="3" creationId="{00000000-0000-0000-0000-000000000000}"/>
          </ac:graphicFrameMkLst>
        </pc:graphicFrameChg>
      </pc:sldChg>
      <pc:sldChg chg="addSp delSp modSp add replId">
        <pc:chgData name="Mohanta Das" userId="S::mohanta.das@cmsenergy.com::ae36c681-8d90-4c0d-b637-b44a7861ac8e" providerId="AD" clId="Web-{B6CC3488-F062-9717-A799-AE61C44C3F5A}" dt="2026-05-26T18:11:16.178" v="864" actId="20577"/>
        <pc:sldMkLst>
          <pc:docMk/>
          <pc:sldMk cId="1752747875" sldId="262"/>
        </pc:sldMkLst>
        <pc:spChg chg="add del mod">
          <ac:chgData name="Mohanta Das" userId="S::mohanta.das@cmsenergy.com::ae36c681-8d90-4c0d-b637-b44a7861ac8e" providerId="AD" clId="Web-{B6CC3488-F062-9717-A799-AE61C44C3F5A}" dt="2026-05-26T18:11:16.178" v="864" actId="20577"/>
          <ac:spMkLst>
            <pc:docMk/>
            <pc:sldMk cId="1752747875" sldId="262"/>
            <ac:spMk id="2" creationId="{EAAF2DC8-BCFC-0717-B698-8A82E10B2E0D}"/>
          </ac:spMkLst>
        </pc:spChg>
      </pc:sldChg>
      <pc:sldChg chg="modSp">
        <pc:chgData name="Mohanta Das" userId="S::mohanta.das@cmsenergy.com::ae36c681-8d90-4c0d-b637-b44a7861ac8e" providerId="AD" clId="Web-{B6CC3488-F062-9717-A799-AE61C44C3F5A}" dt="2026-05-26T19:00:14.456" v="1489" actId="20577"/>
        <pc:sldMkLst>
          <pc:docMk/>
          <pc:sldMk cId="3874252832" sldId="263"/>
        </pc:sldMkLst>
        <pc:spChg chg="mod">
          <ac:chgData name="Mohanta Das" userId="S::mohanta.das@cmsenergy.com::ae36c681-8d90-4c0d-b637-b44a7861ac8e" providerId="AD" clId="Web-{B6CC3488-F062-9717-A799-AE61C44C3F5A}" dt="2026-05-26T18:59:59.956" v="1488" actId="20577"/>
          <ac:spMkLst>
            <pc:docMk/>
            <pc:sldMk cId="3874252832" sldId="263"/>
            <ac:spMk id="2" creationId="{13C8F121-16EB-25B2-01F2-F52E0B5023D0}"/>
          </ac:spMkLst>
        </pc:spChg>
        <pc:spChg chg="mod">
          <ac:chgData name="Mohanta Das" userId="S::mohanta.das@cmsenergy.com::ae36c681-8d90-4c0d-b637-b44a7861ac8e" providerId="AD" clId="Web-{B6CC3488-F062-9717-A799-AE61C44C3F5A}" dt="2026-05-26T19:00:14.456" v="1489" actId="20577"/>
          <ac:spMkLst>
            <pc:docMk/>
            <pc:sldMk cId="3874252832" sldId="263"/>
            <ac:spMk id="3" creationId="{1BED26CC-6638-ECFD-7EBE-70CE06F162D9}"/>
          </ac:spMkLst>
        </pc:spChg>
      </pc:sldChg>
      <pc:sldChg chg="modSp add replId">
        <pc:chgData name="Mohanta Das" userId="S::mohanta.das@cmsenergy.com::ae36c681-8d90-4c0d-b637-b44a7861ac8e" providerId="AD" clId="Web-{B6CC3488-F062-9717-A799-AE61C44C3F5A}" dt="2026-05-26T18:14:20.647" v="888" actId="20577"/>
        <pc:sldMkLst>
          <pc:docMk/>
          <pc:sldMk cId="3987491042" sldId="265"/>
        </pc:sldMkLst>
        <pc:spChg chg="mod">
          <ac:chgData name="Mohanta Das" userId="S::mohanta.das@cmsenergy.com::ae36c681-8d90-4c0d-b637-b44a7861ac8e" providerId="AD" clId="Web-{B6CC3488-F062-9717-A799-AE61C44C3F5A}" dt="2026-05-26T18:14:20.647" v="888" actId="20577"/>
          <ac:spMkLst>
            <pc:docMk/>
            <pc:sldMk cId="3987491042" sldId="265"/>
            <ac:spMk id="2" creationId="{B9531130-630D-ED7D-9B3B-F70B16AF0532}"/>
          </ac:spMkLst>
        </pc:spChg>
      </pc:sldChg>
      <pc:sldChg chg="del">
        <pc:chgData name="Mohanta Das" userId="S::mohanta.das@cmsenergy.com::ae36c681-8d90-4c0d-b637-b44a7861ac8e" providerId="AD" clId="Web-{B6CC3488-F062-9717-A799-AE61C44C3F5A}" dt="2026-05-26T15:51:07.173" v="0"/>
        <pc:sldMkLst>
          <pc:docMk/>
          <pc:sldMk cId="2424277114" sldId="267"/>
        </pc:sldMkLst>
      </pc:sldChg>
      <pc:sldChg chg="modSp">
        <pc:chgData name="Mohanta Das" userId="S::mohanta.das@cmsenergy.com::ae36c681-8d90-4c0d-b637-b44a7861ac8e" providerId="AD" clId="Web-{B6CC3488-F062-9717-A799-AE61C44C3F5A}" dt="2026-05-26T17:42:03.353" v="846" actId="20577"/>
        <pc:sldMkLst>
          <pc:docMk/>
          <pc:sldMk cId="3852294437" sldId="268"/>
        </pc:sldMkLst>
        <pc:spChg chg="mod">
          <ac:chgData name="Mohanta Das" userId="S::mohanta.das@cmsenergy.com::ae36c681-8d90-4c0d-b637-b44a7861ac8e" providerId="AD" clId="Web-{B6CC3488-F062-9717-A799-AE61C44C3F5A}" dt="2026-05-26T17:42:03.353" v="846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Mohanta Das" userId="S::mohanta.das@cmsenergy.com::ae36c681-8d90-4c0d-b637-b44a7861ac8e" providerId="AD" clId="Web-{B6CC3488-F062-9717-A799-AE61C44C3F5A}" dt="2026-05-26T16:23:26.285" v="393" actId="20577"/>
        <pc:sldMkLst>
          <pc:docMk/>
          <pc:sldMk cId="2110257665" sldId="274"/>
        </pc:sldMkLst>
        <pc:spChg chg="mod">
          <ac:chgData name="Mohanta Das" userId="S::mohanta.das@cmsenergy.com::ae36c681-8d90-4c0d-b637-b44a7861ac8e" providerId="AD" clId="Web-{B6CC3488-F062-9717-A799-AE61C44C3F5A}" dt="2026-05-26T16:23:26.285" v="393" actId="20577"/>
          <ac:spMkLst>
            <pc:docMk/>
            <pc:sldMk cId="2110257665" sldId="274"/>
            <ac:spMk id="2" creationId="{03B68AFF-8AA4-5150-3805-0E251EEFAF18}"/>
          </ac:spMkLst>
        </pc:spChg>
        <pc:spChg chg="mod">
          <ac:chgData name="Mohanta Das" userId="S::mohanta.das@cmsenergy.com::ae36c681-8d90-4c0d-b637-b44a7861ac8e" providerId="AD" clId="Web-{B6CC3488-F062-9717-A799-AE61C44C3F5A}" dt="2026-05-26T16:16:37.550" v="270" actId="20577"/>
          <ac:spMkLst>
            <pc:docMk/>
            <pc:sldMk cId="2110257665" sldId="274"/>
            <ac:spMk id="3" creationId="{7AFD30D7-8BC1-C66E-9AD6-DD5DC1CE523C}"/>
          </ac:spMkLst>
        </pc:spChg>
      </pc:sldChg>
      <pc:sldChg chg="modSp">
        <pc:chgData name="Mohanta Das" userId="S::mohanta.das@cmsenergy.com::ae36c681-8d90-4c0d-b637-b44a7861ac8e" providerId="AD" clId="Web-{B6CC3488-F062-9717-A799-AE61C44C3F5A}" dt="2026-05-26T17:42:00.415" v="845"/>
        <pc:sldMkLst>
          <pc:docMk/>
          <pc:sldMk cId="3692638522" sldId="289"/>
        </pc:sldMkLst>
        <pc:graphicFrameChg chg="mod modGraphic">
          <ac:chgData name="Mohanta Das" userId="S::mohanta.das@cmsenergy.com::ae36c681-8d90-4c0d-b637-b44a7861ac8e" providerId="AD" clId="Web-{B6CC3488-F062-9717-A799-AE61C44C3F5A}" dt="2026-05-26T17:42:00.415" v="845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delSp modSp">
        <pc:chgData name="Mohanta Das" userId="S::mohanta.das@cmsenergy.com::ae36c681-8d90-4c0d-b637-b44a7861ac8e" providerId="AD" clId="Web-{B6CC3488-F062-9717-A799-AE61C44C3F5A}" dt="2026-05-26T18:35:49.286" v="1095"/>
        <pc:sldMkLst>
          <pc:docMk/>
          <pc:sldMk cId="1987884394" sldId="308"/>
        </pc:sldMkLst>
        <pc:graphicFrameChg chg="mod modGraphic">
          <ac:chgData name="Mohanta Das" userId="S::mohanta.das@cmsenergy.com::ae36c681-8d90-4c0d-b637-b44a7861ac8e" providerId="AD" clId="Web-{B6CC3488-F062-9717-A799-AE61C44C3F5A}" dt="2026-05-26T18:35:49.286" v="1095"/>
          <ac:graphicFrameMkLst>
            <pc:docMk/>
            <pc:sldMk cId="1987884394" sldId="308"/>
            <ac:graphicFrameMk id="3" creationId="{00000000-0000-0000-0000-000000000000}"/>
          </ac:graphicFrameMkLst>
        </pc:graphicFrameChg>
      </pc:sldChg>
      <pc:sldChg chg="delSp modSp">
        <pc:chgData name="Mohanta Das" userId="S::mohanta.das@cmsenergy.com::ae36c681-8d90-4c0d-b637-b44a7861ac8e" providerId="AD" clId="Web-{B6CC3488-F062-9717-A799-AE61C44C3F5A}" dt="2026-05-26T19:01:29.846" v="1524" actId="20577"/>
        <pc:sldMkLst>
          <pc:docMk/>
          <pc:sldMk cId="4256699499" sldId="2147483636"/>
        </pc:sldMkLst>
        <pc:spChg chg="mod">
          <ac:chgData name="Mohanta Das" userId="S::mohanta.das@cmsenergy.com::ae36c681-8d90-4c0d-b637-b44a7861ac8e" providerId="AD" clId="Web-{B6CC3488-F062-9717-A799-AE61C44C3F5A}" dt="2026-05-26T19:01:29.846" v="1524" actId="20577"/>
          <ac:spMkLst>
            <pc:docMk/>
            <pc:sldMk cId="4256699499" sldId="2147483636"/>
            <ac:spMk id="2" creationId="{00000000-0000-0000-0000-000000000000}"/>
          </ac:spMkLst>
        </pc:spChg>
        <pc:graphicFrameChg chg="mod modGraphic">
          <ac:chgData name="Mohanta Das" userId="S::mohanta.das@cmsenergy.com::ae36c681-8d90-4c0d-b637-b44a7861ac8e" providerId="AD" clId="Web-{B6CC3488-F062-9717-A799-AE61C44C3F5A}" dt="2026-05-26T19:01:17.284" v="1523"/>
          <ac:graphicFrameMkLst>
            <pc:docMk/>
            <pc:sldMk cId="4256699499" sldId="2147483636"/>
            <ac:graphicFrameMk id="3" creationId="{00000000-0000-0000-0000-000000000000}"/>
          </ac:graphicFrameMkLst>
        </pc:graphicFrameChg>
      </pc:sldChg>
      <pc:sldChg chg="delSp modSp">
        <pc:chgData name="Mohanta Das" userId="S::mohanta.das@cmsenergy.com::ae36c681-8d90-4c0d-b637-b44a7861ac8e" providerId="AD" clId="Web-{B6CC3488-F062-9717-A799-AE61C44C3F5A}" dt="2026-05-26T18:58:44.456" v="1482"/>
        <pc:sldMkLst>
          <pc:docMk/>
          <pc:sldMk cId="2824870927" sldId="2147483642"/>
        </pc:sldMkLst>
        <pc:graphicFrameChg chg="mod modGraphic">
          <ac:chgData name="Mohanta Das" userId="S::mohanta.das@cmsenergy.com::ae36c681-8d90-4c0d-b637-b44a7861ac8e" providerId="AD" clId="Web-{B6CC3488-F062-9717-A799-AE61C44C3F5A}" dt="2026-05-26T18:58:44.456" v="1482"/>
          <ac:graphicFrameMkLst>
            <pc:docMk/>
            <pc:sldMk cId="2824870927" sldId="2147483642"/>
            <ac:graphicFrameMk id="3" creationId="{00000000-0000-0000-0000-000000000000}"/>
          </ac:graphicFrameMkLst>
        </pc:graphicFrameChg>
      </pc:sldChg>
    </pc:docChg>
  </pc:docChgLst>
  <pc:docChgLst>
    <pc:chgData name="Taylor Ilov" userId="S::taylor.ilov@cmsenergy.com::b3e8fa34-e639-4d12-a6dc-5e3032b39fb7" providerId="AD" clId="Web-{2FB25E24-6328-8356-FC7F-D06F6F7B23B8}"/>
    <pc:docChg chg="delSld modSld sldOrd modSection">
      <pc:chgData name="Taylor Ilov" userId="S::taylor.ilov@cmsenergy.com::b3e8fa34-e639-4d12-a6dc-5e3032b39fb7" providerId="AD" clId="Web-{2FB25E24-6328-8356-FC7F-D06F6F7B23B8}" dt="2026-05-22T17:09:34.283" v="357"/>
      <pc:docMkLst>
        <pc:docMk/>
      </pc:docMkLst>
      <pc:sldChg chg="ord">
        <pc:chgData name="Taylor Ilov" userId="S::taylor.ilov@cmsenergy.com::b3e8fa34-e639-4d12-a6dc-5e3032b39fb7" providerId="AD" clId="Web-{2FB25E24-6328-8356-FC7F-D06F6F7B23B8}" dt="2026-05-22T17:09:34.283" v="357"/>
        <pc:sldMkLst>
          <pc:docMk/>
          <pc:sldMk cId="1249890033" sldId="264"/>
        </pc:sldMkLst>
      </pc:sldChg>
      <pc:sldChg chg="modSp">
        <pc:chgData name="Taylor Ilov" userId="S::taylor.ilov@cmsenergy.com::b3e8fa34-e639-4d12-a6dc-5e3032b39fb7" providerId="AD" clId="Web-{2FB25E24-6328-8356-FC7F-D06F6F7B23B8}" dt="2026-05-22T17:04:37.202" v="24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FB25E24-6328-8356-FC7F-D06F6F7B23B8}" dt="2026-05-22T17:04:37.202" v="24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 ord">
        <pc:chgData name="Taylor Ilov" userId="S::taylor.ilov@cmsenergy.com::b3e8fa34-e639-4d12-a6dc-5e3032b39fb7" providerId="AD" clId="Web-{2FB25E24-6328-8356-FC7F-D06F6F7B23B8}" dt="2026-05-22T17:08:26.826" v="356"/>
        <pc:sldMkLst>
          <pc:docMk/>
          <pc:sldMk cId="3692638522" sldId="289"/>
        </pc:sldMkLst>
        <pc:spChg chg="mod">
          <ac:chgData name="Taylor Ilov" userId="S::taylor.ilov@cmsenergy.com::b3e8fa34-e639-4d12-a6dc-5e3032b39fb7" providerId="AD" clId="Web-{2FB25E24-6328-8356-FC7F-D06F6F7B23B8}" dt="2026-05-22T17:03:51.529" v="5" actId="20577"/>
          <ac:spMkLst>
            <pc:docMk/>
            <pc:sldMk cId="3692638522" sldId="289"/>
            <ac:spMk id="2" creationId="{D75F46CD-1144-6554-DF58-B2D391AF65F8}"/>
          </ac:spMkLst>
        </pc:spChg>
        <pc:spChg chg="mod">
          <ac:chgData name="Taylor Ilov" userId="S::taylor.ilov@cmsenergy.com::b3e8fa34-e639-4d12-a6dc-5e3032b39fb7" providerId="AD" clId="Web-{2FB25E24-6328-8356-FC7F-D06F6F7B23B8}" dt="2026-05-22T17:05:57.438" v="139" actId="20577"/>
          <ac:spMkLst>
            <pc:docMk/>
            <pc:sldMk cId="3692638522" sldId="289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2FB25E24-6328-8356-FC7F-D06F6F7B23B8}" dt="2026-05-22T17:05:54.797" v="137" actId="20577"/>
          <ac:spMkLst>
            <pc:docMk/>
            <pc:sldMk cId="3692638522" sldId="289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2FB25E24-6328-8356-FC7F-D06F6F7B23B8}" dt="2026-05-22T17:08:26.826" v="356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</pc:docChg>
  </pc:docChgLst>
  <pc:docChgLst>
    <pc:chgData name="Taylor Ilov" userId="S::taylor.ilov@cmsenergy.com::b3e8fa34-e639-4d12-a6dc-5e3032b39fb7" providerId="AD" clId="Web-{3E0507A2-FD64-9358-5326-3B6FC41271B0}"/>
    <pc:docChg chg="addSld delSld modSld delSection modSection">
      <pc:chgData name="Taylor Ilov" userId="S::taylor.ilov@cmsenergy.com::b3e8fa34-e639-4d12-a6dc-5e3032b39fb7" providerId="AD" clId="Web-{3E0507A2-FD64-9358-5326-3B6FC41271B0}" dt="2026-05-22T17:18:16.711" v="56"/>
      <pc:docMkLst>
        <pc:docMk/>
      </pc:docMkLst>
      <pc:sldChg chg="modSp">
        <pc:chgData name="Taylor Ilov" userId="S::taylor.ilov@cmsenergy.com::b3e8fa34-e639-4d12-a6dc-5e3032b39fb7" providerId="AD" clId="Web-{3E0507A2-FD64-9358-5326-3B6FC41271B0}" dt="2026-05-22T17:16:48.630" v="14" actId="20577"/>
        <pc:sldMkLst>
          <pc:docMk/>
          <pc:sldMk cId="3093726476" sldId="300"/>
        </pc:sldMkLst>
        <pc:spChg chg="mod">
          <ac:chgData name="Taylor Ilov" userId="S::taylor.ilov@cmsenergy.com::b3e8fa34-e639-4d12-a6dc-5e3032b39fb7" providerId="AD" clId="Web-{3E0507A2-FD64-9358-5326-3B6FC41271B0}" dt="2026-05-22T17:16:48.630" v="14" actId="20577"/>
          <ac:spMkLst>
            <pc:docMk/>
            <pc:sldMk cId="3093726476" sldId="300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3E0507A2-FD64-9358-5326-3B6FC41271B0}" dt="2026-05-22T17:16:45.927" v="11" actId="20577"/>
        <pc:sldMkLst>
          <pc:docMk/>
          <pc:sldMk cId="1274508170" sldId="316"/>
        </pc:sldMkLst>
        <pc:spChg chg="mod">
          <ac:chgData name="Taylor Ilov" userId="S::taylor.ilov@cmsenergy.com::b3e8fa34-e639-4d12-a6dc-5e3032b39fb7" providerId="AD" clId="Web-{3E0507A2-FD64-9358-5326-3B6FC41271B0}" dt="2026-05-22T17:16:45.927" v="11" actId="20577"/>
          <ac:spMkLst>
            <pc:docMk/>
            <pc:sldMk cId="1274508170" sldId="316"/>
            <ac:spMk id="2" creationId="{5E45FEB1-4E7F-FC63-0F4C-84BC3FCBA90E}"/>
          </ac:spMkLst>
        </pc:spChg>
      </pc:sldChg>
    </pc:docChg>
  </pc:docChgLst>
  <pc:docChgLst>
    <pc:chgData name="Mohanta Das" userId="S::mohanta.das@cmsenergy.com::ae36c681-8d90-4c0d-b637-b44a7861ac8e" providerId="AD" clId="Web-{8998E848-91BB-2091-0C01-A5D53795F6A5}"/>
    <pc:docChg chg="addSld modSld modSection">
      <pc:chgData name="Mohanta Das" userId="S::mohanta.das@cmsenergy.com::ae36c681-8d90-4c0d-b637-b44a7861ac8e" providerId="AD" clId="Web-{8998E848-91BB-2091-0C01-A5D53795F6A5}" dt="2026-05-25T16:19:00.419" v="104"/>
      <pc:docMkLst>
        <pc:docMk/>
      </pc:docMkLst>
      <pc:sldChg chg="delSp modSp">
        <pc:chgData name="Mohanta Das" userId="S::mohanta.das@cmsenergy.com::ae36c681-8d90-4c0d-b637-b44a7861ac8e" providerId="AD" clId="Web-{8998E848-91BB-2091-0C01-A5D53795F6A5}" dt="2026-05-25T14:52:51.188" v="64" actId="20577"/>
        <pc:sldMkLst>
          <pc:docMk/>
          <pc:sldMk cId="2110257665" sldId="274"/>
        </pc:sldMkLst>
        <pc:spChg chg="mod">
          <ac:chgData name="Mohanta Das" userId="S::mohanta.das@cmsenergy.com::ae36c681-8d90-4c0d-b637-b44a7861ac8e" providerId="AD" clId="Web-{8998E848-91BB-2091-0C01-A5D53795F6A5}" dt="2026-05-25T14:52:51.188" v="64" actId="20577"/>
          <ac:spMkLst>
            <pc:docMk/>
            <pc:sldMk cId="2110257665" sldId="274"/>
            <ac:spMk id="2" creationId="{03B68AFF-8AA4-5150-3805-0E251EEFAF18}"/>
          </ac:spMkLst>
        </pc:spChg>
      </pc:sldChg>
    </pc:docChg>
  </pc:docChgLst>
  <pc:docChgLst>
    <pc:chgData name="Taylor Ilov" userId="S::taylor.ilov@cmsenergy.com::b3e8fa34-e639-4d12-a6dc-5e3032b39fb7" providerId="AD" clId="Web-{B7B4CCF2-FAD1-670F-4C5A-4FA844344466}"/>
    <pc:docChg chg="modSld">
      <pc:chgData name="Taylor Ilov" userId="S::taylor.ilov@cmsenergy.com::b3e8fa34-e639-4d12-a6dc-5e3032b39fb7" providerId="AD" clId="Web-{B7B4CCF2-FAD1-670F-4C5A-4FA844344466}" dt="2026-06-01T18:02:31.636" v="69"/>
      <pc:docMkLst>
        <pc:docMk/>
      </pc:docMkLst>
      <pc:sldChg chg="modSp">
        <pc:chgData name="Taylor Ilov" userId="S::taylor.ilov@cmsenergy.com::b3e8fa34-e639-4d12-a6dc-5e3032b39fb7" providerId="AD" clId="Web-{B7B4CCF2-FAD1-670F-4C5A-4FA844344466}" dt="2026-06-01T18:02:31.636" v="69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B7B4CCF2-FAD1-670F-4C5A-4FA844344466}" dt="2026-06-01T18:02:31.636" v="69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34_767CB5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A15E82-E4C4-4A3C-872E-6AFCFF51D253}" authorId="{06E22CA2-C0F8-AC46-CA2A-3E2B1B6644D3}" created="2026-05-27T02:15:16.403" startDate="2026-05-27T02:15:16.403" dueDate="2026-05-27T02:15:16.403" assignedTo="{96ADF577-669D-1405-DA45-2E9AA6382AC2}" title="@Mohanta Das I added in what I could to this FRICE-W Table, please review">
    <pc:sldMkLst xmlns:pc="http://schemas.microsoft.com/office/powerpoint/2013/main/command">
      <pc:docMk/>
      <pc:sldMk cId="1987884394" sldId="308"/>
    </pc:sldMkLst>
    <p188:txBody>
      <a:bodyPr/>
      <a:lstStyle/>
      <a:p>
        <a:r>
          <a:rPr lang="en-US"/>
          <a:t>[@Mohanta Das] I added in what I could to this FRICE-W Table, please review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27T02:15:16.403" id="{346D4399-EC3C-471C-9691-2C4F90F8C486}">
              <p228:atrbtn authorId="{06E22CA2-C0F8-AC46-CA2A-3E2B1B6644D3}"/>
              <p228:anchr>
                <p228:comment id="{BAA15E82-E4C4-4A3C-872E-6AFCFF51D253}"/>
              </p228:anchr>
              <p228:add/>
            </p228:event>
            <p228:event time="2026-05-27T02:15:16.403" id="{0063DC13-0E8F-4B1A-A8DB-2778A5DBD8B7}">
              <p228:atrbtn authorId="{06E22CA2-C0F8-AC46-CA2A-3E2B1B6644D3}"/>
              <p228:anchr>
                <p228:comment id="{BAA15E82-E4C4-4A3C-872E-6AFCFF51D253}"/>
              </p228:anchr>
              <p228:asgn authorId="{96ADF577-669D-1405-DA45-2E9AA6382AC2}"/>
            </p228:event>
            <p228:event time="2026-05-27T02:15:16.403" id="{6D3E8B5C-9264-402F-AA5B-DADF389AFB00}">
              <p228:atrbtn authorId="{06E22CA2-C0F8-AC46-CA2A-3E2B1B6644D3}"/>
              <p228:anchr>
                <p228:comment id="{BAA15E82-E4C4-4A3C-872E-6AFCFF51D253}"/>
              </p228:anchr>
              <p228:title val="@Mohanta Das I added in what I could to this FRICE-W Table, please review"/>
            </p228:event>
            <p228:event time="2026-05-27T02:15:16.403" id="{B3FE8074-023D-402C-BB2A-D870949D7100}">
              <p228:atrbtn authorId="{06E22CA2-C0F8-AC46-CA2A-3E2B1B6644D3}"/>
              <p228:anchr>
                <p228:comment id="{BAA15E82-E4C4-4A3C-872E-6AFCFF51D253}"/>
              </p228:anchr>
              <p228:date stDt="2026-05-27T02:15:16.403" endDt="2026-05-27T02:15:16.403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27T13:09:46.575" authorId="{96ADF577-669D-1405-DA45-2E9AA6382AC2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D2410-54B8-004B-9C14-849172F995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CCEC3-7244-3C46-9DB9-806F77810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0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@Jose &amp; Mohanta – can these fields default based on the rate from previous screen?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49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@Jose – Mohanta street is not a mandatory field?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>
                <a:cs typeface="+mn-lt"/>
              </a:rPr>
              <a:t>2. Enhancements in ECC may be required if looking for specific details in container from CRM7 now coming from v2 system.</a:t>
            </a:r>
            <a:br>
              <a:rPr lang="en-US">
                <a:cs typeface="+mn-lt"/>
              </a:rPr>
            </a:br>
            <a:r>
              <a:rPr lang="en-US">
                <a:cs typeface="+mn-lt"/>
              </a:rPr>
              <a:t>3. Workflow changes in ECC may be required if looking for specific details in container from CRM7 now coming from v2 system.</a:t>
            </a:r>
            <a:br>
              <a:rPr lang="en-US">
                <a:cs typeface="+mn-lt"/>
              </a:rPr>
            </a:br>
            <a:r>
              <a:rPr lang="en-US">
                <a:cs typeface="+mn-lt"/>
              </a:rPr>
              <a:t>4. Service Cloud enhancements to send custom container payloads for fields for certain scenarios.</a:t>
            </a:r>
            <a:br>
              <a:rPr lang="en-US">
                <a:cs typeface="+mn-lt"/>
              </a:rPr>
            </a:br>
            <a:endParaRPr lang="en-US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62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37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35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7" r:id="rId24"/>
    <p:sldLayoutId id="2147483698" r:id="rId25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767CB56A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73" y="1569864"/>
            <a:ext cx="11370476" cy="2975674"/>
          </a:xfrm>
        </p:spPr>
        <p:txBody>
          <a:bodyPr/>
          <a:lstStyle/>
          <a:p>
            <a:r>
              <a:rPr lang="en-US" sz="2800">
                <a:latin typeface="Montserrat"/>
              </a:rPr>
              <a:t>18.0 Move In, Move Out, Manage Customer Transfers and Owner Allocation</a:t>
            </a:r>
            <a:br>
              <a:rPr lang="en-US" sz="2800">
                <a:latin typeface="Montserrat"/>
              </a:rPr>
            </a:br>
            <a:br>
              <a:rPr lang="en-US" sz="2800">
                <a:latin typeface="Montserrat"/>
              </a:rPr>
            </a:br>
            <a:r>
              <a:rPr lang="en-US" sz="2800" b="1">
                <a:latin typeface="Montserrat"/>
              </a:rPr>
              <a:t>Today's Discussion: Workshop A-1 Move In</a:t>
            </a:r>
            <a:br>
              <a:rPr lang="en-US" sz="4250" b="1"/>
            </a:br>
            <a:br>
              <a:rPr lang="en-US" sz="2800"/>
            </a:br>
            <a:r>
              <a:rPr lang="en-US" sz="2800">
                <a:latin typeface="Montserrat"/>
              </a:rPr>
              <a:t>Mohanta Das, Jose Diaz</a:t>
            </a:r>
            <a:br>
              <a:rPr lang="en-US" sz="2800"/>
            </a:br>
            <a:r>
              <a:rPr lang="en-US" sz="2800">
                <a:latin typeface="Montserrat"/>
              </a:rPr>
              <a:t>5/27/26</a:t>
            </a:r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84802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8585" y="667208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Agenda*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92339" y="1286284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809558" y="1555459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57997" y="199114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57997" y="4467257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57997" y="2037369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57997" y="3236590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57997" y="3635679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57997" y="2850663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57997" y="406760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57997" y="1578237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58015" y="2840417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57997" y="3656886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57997" y="4062071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58015" y="325170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59468" y="1516792"/>
            <a:ext cx="9521952" cy="37850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Purpose </a:t>
            </a:r>
          </a:p>
          <a:p>
            <a:pPr>
              <a:lnSpc>
                <a:spcPct val="150000"/>
              </a:lnSpc>
            </a:pPr>
            <a:r>
              <a:rPr lang="en-US"/>
              <a:t>(L3) Manage Customer Move In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</a:rPr>
              <a:t>BREAK – 10 Mins</a:t>
            </a:r>
          </a:p>
          <a:p>
            <a:pPr>
              <a:lnSpc>
                <a:spcPct val="150000"/>
              </a:lnSpc>
            </a:pPr>
            <a:r>
              <a:rPr lang="en-US"/>
              <a:t>Current and 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3rd Party Integration</a:t>
            </a:r>
          </a:p>
          <a:p>
            <a:pPr>
              <a:lnSpc>
                <a:spcPct val="150000"/>
              </a:lnSpc>
            </a:pPr>
            <a:r>
              <a:rPr lang="en-US"/>
              <a:t>Data Migration</a:t>
            </a:r>
          </a:p>
          <a:p>
            <a:pPr>
              <a:lnSpc>
                <a:spcPct val="150000"/>
              </a:lnSpc>
            </a:pPr>
            <a:r>
              <a:rPr lang="en-US"/>
              <a:t>Key 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57997" y="4872441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57997" y="4472788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57997" y="4877973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31260" y="5297796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34377" y="2438876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5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292495" y="1101627"/>
            <a:ext cx="3334324" cy="6130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5696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of the</a:t>
            </a:r>
            <a:br>
              <a:rPr lang="en-US"/>
            </a:b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Move In Process for SAP Service Cloud v2 and SAP S4HANA</a:t>
            </a:r>
            <a:r>
              <a:rPr lang="en-US" sz="16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and confirm the Move In Process</a:t>
            </a:r>
            <a:endParaRPr lang="en-US" sz="160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400383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Mohanta Das, 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>
                <a:solidFill>
                  <a:srgbClr val="000000"/>
                </a:solidFill>
              </a:rPr>
              <a:t>Taylor </a:t>
            </a:r>
            <a:r>
              <a:rPr lang="en-US" sz="1200" b="1" err="1">
                <a:solidFill>
                  <a:srgbClr val="000000"/>
                </a:solidFill>
              </a:rPr>
              <a:t>Ilov</a:t>
            </a:r>
            <a:endParaRPr lang="en-US" sz="1200" b="1">
              <a:solidFill>
                <a:srgbClr val="000000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Julie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Tarah Wilson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436591"/>
              </p:ext>
            </p:extLst>
          </p:nvPr>
        </p:nvGraphicFramePr>
        <p:xfrm>
          <a:off x="420567" y="1240385"/>
          <a:ext cx="11599853" cy="3363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18.0 A-1 Process Customer Move-In, Move-Out, Transfers, and Manage Owner Allocation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 sz="140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Process Customer Move-In, Move-Out, Transfers, and Manage Owner Allocation</a:t>
                      </a:r>
                      <a:endParaRPr lang="en-US" sz="1400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18.1 Manage Customer Move in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Customer, WAM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Tarah Wilson, Dawn Pettengill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231F20"/>
                          </a:solidFill>
                          <a:effectLst/>
                        </a:rPr>
                        <a:t>18.2 Manage Customer Move out</a:t>
                      </a:r>
                      <a:endParaRPr lang="en-US" sz="1400" b="0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Customer, WAM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Dawn Pettengill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>
                          <a:solidFill>
                            <a:srgbClr val="231F20"/>
                          </a:solidFill>
                          <a:effectLst/>
                        </a:rPr>
                        <a:t>18.3 Manage Customer Transfer</a:t>
                      </a:r>
                      <a:endParaRPr lang="en-US" sz="1400" b="0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Customer, Finance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Dawn Pettengill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231F20"/>
                          </a:solidFill>
                          <a:effectLst/>
                        </a:rPr>
                        <a:t>18.4 Manage Landlord/Tenant</a:t>
                      </a:r>
                      <a:endParaRPr lang="en-US" sz="1400" b="0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Dawn Pettengill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72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4085-DF30-BE35-DEE2-D7D75F52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5AC4B9-8214-E905-CAA4-88E009DB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6468535" cy="1887074"/>
          </a:xfrm>
        </p:spPr>
        <p:txBody>
          <a:bodyPr/>
          <a:lstStyle/>
          <a:p>
            <a:r>
              <a:rPr lang="en-US" sz="4000" b="1">
                <a:latin typeface="Montserrat"/>
              </a:rPr>
              <a:t>02</a:t>
            </a:r>
            <a:r>
              <a:rPr lang="en-US" sz="4000">
                <a:latin typeface="Montserrat"/>
              </a:rPr>
              <a:t> (L3) Manage Customer Move In</a:t>
            </a:r>
          </a:p>
        </p:txBody>
      </p:sp>
    </p:spTree>
    <p:extLst>
      <p:ext uri="{BB962C8B-B14F-4D97-AF65-F5344CB8AC3E}">
        <p14:creationId xmlns:p14="http://schemas.microsoft.com/office/powerpoint/2010/main" val="408235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23444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800">
              <a:latin typeface="Montserrat"/>
            </a:endParaRPr>
          </a:p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>
                <a:latin typeface="Montserrat"/>
              </a:rPr>
              <a:t>Process Overview- Move In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A8917D-5BAD-EF64-681B-43D53C87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88" y="1438077"/>
            <a:ext cx="10836235" cy="418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7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B67F07-DAB8-A205-FE48-9013F798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8" y="1548305"/>
            <a:ext cx="11375136" cy="4237239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AE37064A-0F80-761D-5C0E-DE99C6F1D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/>
          <a:lstStyle/>
          <a:p>
            <a:r>
              <a:rPr lang="en-US">
                <a:latin typeface="Montserrat"/>
              </a:rPr>
              <a:t>Move 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8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F22E-5DC8-3333-F897-CD4ED171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ADA16E-881F-95ED-05F7-B2655799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46" y="1219201"/>
            <a:ext cx="11253900" cy="4895447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366338B9-34C7-FB3E-8119-25D4597B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/>
              <a:t>Move In</a:t>
            </a:r>
          </a:p>
        </p:txBody>
      </p:sp>
    </p:spTree>
    <p:extLst>
      <p:ext uri="{BB962C8B-B14F-4D97-AF65-F5344CB8AC3E}">
        <p14:creationId xmlns:p14="http://schemas.microsoft.com/office/powerpoint/2010/main" val="57626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0EC17-C3E0-AECB-0330-08AE737E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0A0AA7-062D-4EE3-5B30-2D4A106D4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93" y="1219201"/>
            <a:ext cx="10306206" cy="4895447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611CB251-1A93-63C0-5A31-300CAC24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>
                <a:latin typeface="Montserrat"/>
              </a:rPr>
              <a:t>Move In- Service Cloud V2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8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3487-5EB3-D05D-F5D9-6FF6EC3C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015615-FF0A-DB57-BEC7-98D113BEC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5" y="1219201"/>
            <a:ext cx="10527842" cy="4895447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408EA1F0-B68B-4AFF-C4E1-CAFF4F19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/>
              <a:t>Move In-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157552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CAA4-92A5-6248-8A27-B6EF0E8B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10D75B-29CE-388B-6EA6-DC8BE34E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" y="1875341"/>
            <a:ext cx="11375136" cy="3583166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98A4B9AF-8D42-E002-33E5-5184130D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/>
              <a:t>Move In-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113508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EE0A-9E05-688C-A20A-B0D71B47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2DA6C97-790D-911E-F6F9-0D6483DCE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8" y="1804246"/>
            <a:ext cx="11375136" cy="3725357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E32D5F5D-A033-2164-B321-AA2FCBDC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/>
              <a:t>Move In-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423001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24A0-BEF3-B3D8-309F-115D4E45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529178-1C08-1A55-23C3-B30FEEB7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93" y="1219201"/>
            <a:ext cx="10306206" cy="4895447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3D7F749A-8094-7B01-64B5-25B328A3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/>
              <a:t>Move In-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227393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6776-583A-E0A9-94BE-4C982E892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B89E1B-82A4-C5EB-74EF-F9D0EFA3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93" y="1219201"/>
            <a:ext cx="10306206" cy="4895447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31DA9FF-D798-BC76-1644-E6C7EB62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>
            <a:normAutofit/>
          </a:bodyPr>
          <a:lstStyle/>
          <a:p>
            <a:r>
              <a:rPr lang="en-US"/>
              <a:t>Move In-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102062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B68AFF-8AA4-5150-3805-0E251EEFA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100" b="1" i="1">
                <a:latin typeface="Montserrat"/>
              </a:rPr>
              <a:t>DL</a:t>
            </a:r>
            <a:r>
              <a:rPr lang="en-US" sz="2100" i="1">
                <a:latin typeface="Montserrat"/>
              </a:rPr>
              <a:t>: Must start with alphabet A-Z and should be of length of 13 char. Insert DL on Move in wizard as per AS-IS process.</a:t>
            </a:r>
            <a:endParaRPr lang="en-US" sz="2100" i="1"/>
          </a:p>
          <a:p>
            <a:r>
              <a:rPr lang="en-US" sz="2100" i="1">
                <a:latin typeface="Montserrat"/>
              </a:rPr>
              <a:t>       </a:t>
            </a:r>
            <a:r>
              <a:rPr lang="en-US" sz="2100" b="1" i="1">
                <a:latin typeface="Montserrat"/>
              </a:rPr>
              <a:t>Solution: </a:t>
            </a:r>
            <a:r>
              <a:rPr lang="en-US" sz="2100" i="1">
                <a:latin typeface="Montserrat"/>
              </a:rPr>
              <a:t>To be noted during workshop.</a:t>
            </a:r>
          </a:p>
          <a:p>
            <a:pPr marL="457200" indent="-457200">
              <a:buAutoNum type="arabicPeriod"/>
            </a:pPr>
            <a:endParaRPr lang="en-US" sz="2100" i="1">
              <a:latin typeface="Montserrat"/>
            </a:endParaRPr>
          </a:p>
          <a:p>
            <a:pPr marL="457200" indent="-457200">
              <a:buAutoNum type="arabicPeriod"/>
            </a:pPr>
            <a:endParaRPr lang="en-US" sz="2100" i="1">
              <a:latin typeface="Montserrat"/>
            </a:endParaRPr>
          </a:p>
          <a:p>
            <a:pPr marL="457200" indent="-457200">
              <a:buAutoNum type="arabicPeriod"/>
            </a:pPr>
            <a:endParaRPr lang="en-US" sz="2100" i="1">
              <a:latin typeface="Montserrat"/>
            </a:endParaRPr>
          </a:p>
          <a:p>
            <a:pPr marL="457200" indent="-457200">
              <a:buAutoNum type="arabicPeriod"/>
            </a:pPr>
            <a:endParaRPr lang="en-US" sz="2100" i="1">
              <a:latin typeface="Montserrat"/>
            </a:endParaRPr>
          </a:p>
          <a:p>
            <a:r>
              <a:rPr lang="en-US" sz="2100" b="1" i="1">
                <a:latin typeface="Montserrat"/>
              </a:rPr>
              <a:t>2.   SSN</a:t>
            </a:r>
            <a:r>
              <a:rPr lang="en-US" sz="2100" i="1">
                <a:latin typeface="Montserrat"/>
              </a:rPr>
              <a:t>: Must of length 9 char. Insert SSN on Move in wizard as per As-IS process.</a:t>
            </a:r>
          </a:p>
          <a:p>
            <a:r>
              <a:rPr lang="en-US" sz="2100" i="1">
                <a:latin typeface="Montserrat"/>
              </a:rPr>
              <a:t>       </a:t>
            </a:r>
            <a:r>
              <a:rPr lang="en-US" sz="2100" b="1" i="1">
                <a:latin typeface="Montserrat"/>
              </a:rPr>
              <a:t>Solution: </a:t>
            </a:r>
            <a:r>
              <a:rPr lang="en-US" sz="2100" i="1">
                <a:latin typeface="Montserrat"/>
              </a:rPr>
              <a:t>To be noted during workshop.</a:t>
            </a:r>
            <a:endParaRPr lang="en-US" sz="2100" b="1" i="1"/>
          </a:p>
          <a:p>
            <a:endParaRPr lang="en-US" sz="2100" i="1"/>
          </a:p>
          <a:p>
            <a:endParaRPr lang="en-US" sz="2100" i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FD30D7-8BC1-C66E-9AD6-DD5DC1CE5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441367"/>
          </a:xfrm>
        </p:spPr>
        <p:txBody>
          <a:bodyPr/>
          <a:lstStyle/>
          <a:p>
            <a:r>
              <a:rPr lang="en-US" sz="2400" b="1">
                <a:latin typeface="Montserrat"/>
              </a:rPr>
              <a:t>CE Business Requirement and Proposed Solution on Service Cloud V2: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11025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CA21-ED98-23CE-DBC4-F4D65417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AF2DC8-BCFC-0717-B698-8A82E10B2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2100" b="1">
                <a:latin typeface="Montserrat"/>
              </a:rPr>
              <a:t>3. FACTA validation</a:t>
            </a:r>
            <a:r>
              <a:rPr lang="en-US" sz="2100">
                <a:latin typeface="Montserrat"/>
              </a:rPr>
              <a:t>- Create Contact to verify FACTA. FACTA can be skipped with specific reasons.</a:t>
            </a:r>
            <a:endParaRPr lang="en-US"/>
          </a:p>
          <a:p>
            <a:r>
              <a:rPr lang="en-US" sz="2100" b="1">
                <a:latin typeface="Montserrat"/>
              </a:rPr>
              <a:t>Solution: </a:t>
            </a:r>
            <a:r>
              <a:rPr lang="en-US" sz="2100">
                <a:latin typeface="Montserrat"/>
              </a:rPr>
              <a:t>To be noted during workshop.</a:t>
            </a:r>
          </a:p>
          <a:p>
            <a:endParaRPr lang="en-US" sz="2100">
              <a:latin typeface="Montserrat"/>
            </a:endParaRPr>
          </a:p>
          <a:p>
            <a:endParaRPr lang="en-US" sz="2100">
              <a:latin typeface="Montserrat"/>
            </a:endParaRPr>
          </a:p>
          <a:p>
            <a:endParaRPr lang="en-US" sz="2100">
              <a:latin typeface="Montserrat"/>
            </a:endParaRPr>
          </a:p>
          <a:p>
            <a:endParaRPr lang="en-US" sz="2100">
              <a:latin typeface="Montserrat"/>
            </a:endParaRPr>
          </a:p>
          <a:p>
            <a:r>
              <a:rPr lang="en-US" sz="2100" b="1">
                <a:latin typeface="Montserrat"/>
              </a:rPr>
              <a:t>4. Positive Id request:</a:t>
            </a:r>
            <a:r>
              <a:rPr lang="en-US" sz="2100">
                <a:latin typeface="Montserrat"/>
              </a:rPr>
              <a:t> Rules to enable the field.</a:t>
            </a:r>
          </a:p>
          <a:p>
            <a:r>
              <a:rPr lang="en-US" sz="2100" b="1">
                <a:latin typeface="Montserrat"/>
              </a:rPr>
              <a:t>Solution: </a:t>
            </a:r>
            <a:r>
              <a:rPr lang="en-US" sz="2100">
                <a:latin typeface="Montserrat"/>
              </a:rPr>
              <a:t>To be noted during workshop.</a:t>
            </a:r>
            <a:endParaRPr lang="en-US"/>
          </a:p>
          <a:p>
            <a:endParaRPr lang="en-US" sz="2100"/>
          </a:p>
          <a:p>
            <a:endParaRPr lang="en-US" sz="2100"/>
          </a:p>
          <a:p>
            <a:endParaRPr lang="en-US" sz="2100"/>
          </a:p>
          <a:p>
            <a:endParaRPr lang="en-US" sz="21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03C034-309A-9F70-6905-E53233A5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441367"/>
          </a:xfrm>
        </p:spPr>
        <p:txBody>
          <a:bodyPr/>
          <a:lstStyle/>
          <a:p>
            <a:r>
              <a:rPr lang="en-US" sz="2400" b="1">
                <a:latin typeface="Montserrat"/>
              </a:rPr>
              <a:t>CE Business Requirement and Proposed Solution on Service Cloud V2: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75274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248D-1F56-C044-D0E4-385195F8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31130-630D-ED7D-9B3B-F70B16AF0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2100" b="1">
                <a:latin typeface="Montserrat"/>
              </a:rPr>
              <a:t>5. Product Questionnaire:</a:t>
            </a:r>
            <a:r>
              <a:rPr lang="en-US" sz="2100">
                <a:latin typeface="Montserrat"/>
              </a:rPr>
              <a:t> AS-IS process.</a:t>
            </a:r>
            <a:endParaRPr lang="en-US" sz="2100"/>
          </a:p>
          <a:p>
            <a:r>
              <a:rPr lang="en-US" sz="2100" b="1">
                <a:latin typeface="Montserrat"/>
              </a:rPr>
              <a:t>Solution:</a:t>
            </a:r>
            <a:r>
              <a:rPr lang="en-US" sz="2100">
                <a:latin typeface="Montserrat"/>
              </a:rPr>
              <a:t> To be noted during workshop.</a:t>
            </a:r>
          </a:p>
          <a:p>
            <a:endParaRPr lang="en-US" sz="2100">
              <a:latin typeface="Montserrat"/>
            </a:endParaRPr>
          </a:p>
          <a:p>
            <a:endParaRPr lang="en-US" sz="2100">
              <a:latin typeface="Montserrat"/>
            </a:endParaRPr>
          </a:p>
          <a:p>
            <a:r>
              <a:rPr lang="en-US" sz="2100" b="1">
                <a:latin typeface="Montserrat"/>
              </a:rPr>
              <a:t>6. Collect Email id on Move in process </a:t>
            </a:r>
            <a:r>
              <a:rPr lang="en-US" sz="2100">
                <a:latin typeface="Montserrat"/>
              </a:rPr>
              <a:t>: This is required, if customer wants to send Meter read via email.</a:t>
            </a:r>
            <a:endParaRPr lang="en-US" sz="2100"/>
          </a:p>
          <a:p>
            <a:r>
              <a:rPr lang="en-US" sz="2100" b="1">
                <a:latin typeface="Montserrat"/>
              </a:rPr>
              <a:t>Solution:</a:t>
            </a:r>
            <a:r>
              <a:rPr lang="en-US" sz="2100">
                <a:latin typeface="Montserrat"/>
              </a:rPr>
              <a:t> No Need in SC V2</a:t>
            </a:r>
          </a:p>
          <a:p>
            <a:endParaRPr lang="en-US" sz="2100">
              <a:latin typeface="Montserrat"/>
            </a:endParaRPr>
          </a:p>
          <a:p>
            <a:r>
              <a:rPr lang="en-US" sz="2100">
                <a:latin typeface="Montserrat"/>
              </a:rPr>
              <a:t>7. </a:t>
            </a:r>
            <a:r>
              <a:rPr lang="en-US" sz="2100" b="1">
                <a:latin typeface="Montserrat"/>
              </a:rPr>
              <a:t>Appointment:</a:t>
            </a:r>
            <a:r>
              <a:rPr lang="en-US" sz="2100">
                <a:latin typeface="Montserrat"/>
              </a:rPr>
              <a:t> Show 5 days appointment from FSM.</a:t>
            </a:r>
          </a:p>
          <a:p>
            <a:endParaRPr lang="en-US" sz="2100">
              <a:latin typeface="Montserrat"/>
            </a:endParaRPr>
          </a:p>
          <a:p>
            <a:r>
              <a:rPr lang="en-US" sz="2100">
                <a:latin typeface="Montserrat"/>
              </a:rPr>
              <a:t>8. </a:t>
            </a:r>
            <a:r>
              <a:rPr lang="en-US" sz="2100" b="1">
                <a:latin typeface="Montserrat"/>
              </a:rPr>
              <a:t>Move In Alert:</a:t>
            </a:r>
          </a:p>
          <a:p>
            <a:endParaRPr lang="en-US" sz="2100">
              <a:latin typeface="Montserra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8885EF-66EA-58ED-087F-74140636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441367"/>
          </a:xfrm>
        </p:spPr>
        <p:txBody>
          <a:bodyPr/>
          <a:lstStyle/>
          <a:p>
            <a:r>
              <a:rPr lang="en-US" sz="2400" b="1">
                <a:latin typeface="Montserrat"/>
              </a:rPr>
              <a:t>CE Business Requirement and Proposed Solution on Service Cloud V2: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98749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 i="1">
                <a:latin typeface="Montserrat"/>
              </a:rPr>
              <a:t>Move in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75260"/>
              </p:ext>
            </p:extLst>
          </p:nvPr>
        </p:nvGraphicFramePr>
        <p:xfrm>
          <a:off x="274320" y="878040"/>
          <a:ext cx="11148610" cy="305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5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448">
                <a:tc>
                  <a:txBody>
                    <a:bodyPr/>
                    <a:lstStyle/>
                    <a:p>
                      <a:r>
                        <a:rPr lang="en-US" sz="1200" b="1" i="1">
                          <a:latin typeface="Montserrat"/>
                        </a:rPr>
                        <a:t>Objects created on back of Move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 i="1">
                          <a:latin typeface="Montserrat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29">
                <a:tc>
                  <a:txBody>
                    <a:bodyPr/>
                    <a:lstStyle/>
                    <a:p>
                      <a:r>
                        <a:rPr lang="en-US" sz="1200" b="1" i="1">
                          <a:latin typeface="Montserrat"/>
                        </a:rPr>
                        <a:t>Security 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latin typeface="Montserrat"/>
                        </a:rPr>
                        <a:t>Dunning Level, Write off balance, Unpaid final amount due</a:t>
                      </a:r>
                      <a:endParaRPr lang="en-US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29">
                <a:tc>
                  <a:txBody>
                    <a:bodyPr/>
                    <a:lstStyle/>
                    <a:p>
                      <a:r>
                        <a:rPr lang="en-US" sz="1200" b="1" i="1">
                          <a:latin typeface="Montserrat"/>
                        </a:rPr>
                        <a:t>Turn on Service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latin typeface="Montserrat"/>
                        </a:rPr>
                        <a:t>If Device is Off.</a:t>
                      </a:r>
                      <a:endParaRPr lang="en-US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82">
                <a:tc>
                  <a:txBody>
                    <a:bodyPr/>
                    <a:lstStyle/>
                    <a:p>
                      <a:r>
                        <a:rPr lang="en-US" sz="1200" b="1" i="1">
                          <a:latin typeface="Montserrat"/>
                        </a:rPr>
                        <a:t>Connection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200" i="1">
                          <a:latin typeface="Montserrat"/>
                        </a:rPr>
                        <a:t>No.</a:t>
                      </a:r>
                      <a:endParaRPr lang="en-US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4728">
                <a:tc>
                  <a:txBody>
                    <a:bodyPr/>
                    <a:lstStyle/>
                    <a:p>
                      <a:r>
                        <a:rPr lang="en-US" sz="1200" b="1" i="1">
                          <a:latin typeface="Montserrat"/>
                        </a:rPr>
                        <a:t>Contact Log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200" b="1" i="1">
                          <a:latin typeface="Montserrat"/>
                        </a:rPr>
                        <a:t>SDR Contact Log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200" b="1" i="1">
                          <a:latin typeface="Montserrat"/>
                        </a:rPr>
                        <a:t>POS ID Contact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>
                          <a:latin typeface="Montserrat"/>
                        </a:rPr>
                        <a:t>SDR Contact Log: Security deposit initiation.</a:t>
                      </a:r>
                      <a:endParaRPr lang="en-US" i="1"/>
                    </a:p>
                    <a:p>
                      <a:pPr marL="0" lvl="0" indent="0">
                        <a:buNone/>
                      </a:pPr>
                      <a:endParaRPr lang="en-US" sz="1200" i="1">
                        <a:latin typeface="Montserrat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1200" i="1">
                          <a:latin typeface="Montserrat"/>
                        </a:rPr>
                        <a:t>POS ID Contact Log:</a:t>
                      </a:r>
                    </a:p>
                    <a:p>
                      <a:pPr marL="0" lvl="0" indent="0">
                        <a:buNone/>
                      </a:pPr>
                      <a:endParaRPr lang="en-US" sz="1200" i="1">
                        <a:latin typeface="Montserrat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200" i="1">
                          <a:latin typeface="Montserrat"/>
                        </a:rPr>
                        <a:t>Positive FACTA Validation- Fails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1200" i="1">
                          <a:latin typeface="Montserrat"/>
                        </a:rPr>
                        <a:t>2.    Non-FACTA Positive Identification (POS ID COS) triggers.</a:t>
                      </a:r>
                    </a:p>
                    <a:p>
                      <a:pPr marL="0" lvl="0" indent="0">
                        <a:buNone/>
                      </a:pPr>
                      <a:endParaRPr lang="en-US" sz="1200" i="1">
                        <a:latin typeface="Montserrat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1200" i="1">
                          <a:latin typeface="Montserrat"/>
                        </a:rPr>
                        <a:t>Note: SDR Contact Log gets priority over POS ID Contact Log.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69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1FFC-C1FE-C172-B649-B8D4475D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934F2A-E038-A3EF-144C-B0947AD1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9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815977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Current and Future State Assumptions - Move In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C8F121-16EB-25B2-01F2-F52E0B50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2100" b="1" i="1">
                <a:latin typeface="Montserrat"/>
              </a:rPr>
              <a:t>Workflow:</a:t>
            </a:r>
            <a:r>
              <a:rPr lang="en-US" sz="2100" i="1">
                <a:latin typeface="Montserrat"/>
              </a:rPr>
              <a:t> No Change</a:t>
            </a:r>
            <a:endParaRPr lang="en-US" sz="2100" i="1"/>
          </a:p>
          <a:p>
            <a:r>
              <a:rPr lang="en-US" sz="2100" b="1" i="1">
                <a:latin typeface="Montserrat"/>
              </a:rPr>
              <a:t>MDT:</a:t>
            </a:r>
            <a:r>
              <a:rPr lang="en-US" sz="2100" i="1">
                <a:latin typeface="Montserrat"/>
              </a:rPr>
              <a:t>  No Change</a:t>
            </a:r>
            <a:endParaRPr lang="en-US" sz="2100" i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ED26CC-6638-ECFD-7EBE-70CE06F1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>
                <a:latin typeface="Montserrat"/>
              </a:rPr>
              <a:t>Assumption: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87425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9A9D-66DD-60A6-DC00-7C0F83B1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8AE2AB-3582-9496-F06C-0A787623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6763894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FRICE-W – Move In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67266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 fontScale="70000" lnSpcReduction="20000"/>
          </a:bodyPr>
          <a:lstStyle/>
          <a:p>
            <a:r>
              <a:rPr lang="en-US" sz="1800">
                <a:latin typeface="Montserrat"/>
              </a:rPr>
              <a:t>1. Move in field enhancements </a:t>
            </a:r>
            <a:endParaRPr lang="en-US"/>
          </a:p>
          <a:p>
            <a:r>
              <a:rPr lang="en-US" sz="1800">
                <a:latin typeface="Montserrat"/>
              </a:rPr>
              <a:t>2. Move out field enhancements </a:t>
            </a:r>
            <a:endParaRPr lang="en-US"/>
          </a:p>
          <a:p>
            <a:r>
              <a:rPr lang="en-US" sz="1800" dirty="0">
                <a:latin typeface="Montserrat"/>
              </a:rPr>
              <a:t>2. Enhancements in ECC may be required if looking for specific details  in container from CRM7  now coming from v2 system. </a:t>
            </a:r>
            <a:endParaRPr lang="en-US" dirty="0"/>
          </a:p>
          <a:p>
            <a:r>
              <a:rPr lang="en-US" sz="1800" dirty="0">
                <a:latin typeface="Montserrat"/>
              </a:rPr>
              <a:t>3. Workflow changes in ECC may be required if looking for specific details  in container from CRM7  now coming from v2 system. </a:t>
            </a:r>
            <a:endParaRPr lang="en-US" dirty="0"/>
          </a:p>
          <a:p>
            <a:r>
              <a:rPr lang="en-US" sz="1800">
                <a:latin typeface="Montserrat"/>
              </a:rPr>
              <a:t>4. Service Cloud enhancements to send custom container payloads for fields for certain scenarios. </a:t>
            </a:r>
            <a:endParaRPr lang="en-US"/>
          </a:p>
          <a:p>
            <a:r>
              <a:rPr lang="en-US" sz="1800">
                <a:latin typeface="Montserrat"/>
              </a:rPr>
              <a:t>5. DQM address cleanse </a:t>
            </a:r>
            <a:endParaRPr lang="en-US"/>
          </a:p>
          <a:p>
            <a:r>
              <a:rPr lang="en-US" sz="1800">
                <a:latin typeface="Montserrat"/>
              </a:rPr>
              <a:t>6. Create Contract Account Based on Current MDT Maintenance</a:t>
            </a:r>
            <a:endParaRPr lang="en-US"/>
          </a:p>
          <a:p>
            <a:r>
              <a:rPr lang="en-US" sz="1800">
                <a:latin typeface="Montserrat"/>
              </a:rPr>
              <a:t>7. Auto Populate Contract Account values </a:t>
            </a:r>
            <a:endParaRPr lang="en-US"/>
          </a:p>
          <a:p>
            <a:r>
              <a:rPr lang="en-US" sz="1800">
                <a:latin typeface="Montserrat"/>
              </a:rPr>
              <a:t>8. Create Service Orders </a:t>
            </a:r>
            <a:endParaRPr lang="en-US"/>
          </a:p>
          <a:p>
            <a:r>
              <a:rPr lang="en-US" sz="1800">
                <a:latin typeface="Montserrat"/>
              </a:rPr>
              <a:t>9. Premise enhancements </a:t>
            </a:r>
            <a:endParaRPr lang="en-US"/>
          </a:p>
          <a:p>
            <a:r>
              <a:rPr lang="en-US" sz="1800">
                <a:latin typeface="Montserrat"/>
              </a:rPr>
              <a:t>10. Enrollments </a:t>
            </a:r>
            <a:endParaRPr lang="en-US"/>
          </a:p>
          <a:p>
            <a:r>
              <a:rPr lang="en-US" sz="1800">
                <a:latin typeface="Montserrat"/>
              </a:rPr>
              <a:t>11. Security Deposits </a:t>
            </a:r>
            <a:endParaRPr lang="en-US"/>
          </a:p>
          <a:p>
            <a:r>
              <a:rPr lang="en-US" sz="1800">
                <a:latin typeface="Montserrat"/>
              </a:rPr>
              <a:t>12. Equifax check </a:t>
            </a:r>
            <a:endParaRPr lang="en-US"/>
          </a:p>
          <a:p>
            <a:r>
              <a:rPr lang="en-US" sz="1800" dirty="0">
                <a:latin typeface="Montserrat"/>
              </a:rPr>
              <a:t>13. Move in validations from ECC (i.e. Override past due balances) </a:t>
            </a:r>
            <a:endParaRPr lang="en-US" dirty="0"/>
          </a:p>
          <a:p>
            <a:r>
              <a:rPr lang="en-US" sz="1800">
                <a:latin typeface="Montserrat"/>
              </a:rPr>
              <a:t>14. Move in change event(s) placeholder </a:t>
            </a:r>
            <a:endParaRPr lang="en-US"/>
          </a:p>
          <a:p>
            <a:r>
              <a:rPr lang="en-US" sz="1800">
                <a:latin typeface="Montserrat"/>
              </a:rPr>
              <a:t>15. Move in cancel event(s) placeholder </a:t>
            </a:r>
            <a:endParaRPr lang="en-US"/>
          </a:p>
          <a:p>
            <a:r>
              <a:rPr lang="en-US" sz="1800">
                <a:latin typeface="Montserrat"/>
              </a:rPr>
              <a:t>16. Move out change event(s) placeholder </a:t>
            </a:r>
            <a:endParaRPr lang="en-US"/>
          </a:p>
          <a:p>
            <a:r>
              <a:rPr lang="en-US" sz="1800">
                <a:latin typeface="Montserrat"/>
              </a:rPr>
              <a:t>17. Move out cancel event(s) placeholder </a:t>
            </a:r>
            <a:endParaRPr lang="en-US"/>
          </a:p>
          <a:p>
            <a:r>
              <a:rPr lang="en-US" sz="1800">
                <a:latin typeface="Montserrat"/>
              </a:rPr>
              <a:t>18. Transfer items to new CA, new premise </a:t>
            </a:r>
            <a:endParaRPr lang="en-US"/>
          </a:p>
          <a:p>
            <a:r>
              <a:rPr lang="en-US" sz="1800">
                <a:latin typeface="Montserrat"/>
              </a:rPr>
              <a:t>19.  change Rate, Operand </a:t>
            </a:r>
            <a:endParaRPr lang="en-US"/>
          </a:p>
          <a:p>
            <a:r>
              <a:rPr lang="en-US" sz="1900" dirty="0">
                <a:latin typeface="Montserrat"/>
              </a:rPr>
              <a:t>21.  Smart Meter (Gas and Electric) </a:t>
            </a:r>
            <a:r>
              <a:rPr lang="en-US" sz="1900" dirty="0" err="1">
                <a:latin typeface="Montserrat"/>
              </a:rPr>
              <a:t>Opt</a:t>
            </a:r>
            <a:r>
              <a:rPr lang="en-US" sz="1900" dirty="0">
                <a:latin typeface="Montserrat"/>
              </a:rPr>
              <a:t> In/ </a:t>
            </a:r>
            <a:r>
              <a:rPr lang="en-US" sz="1900" dirty="0" err="1">
                <a:latin typeface="Montserrat"/>
              </a:rPr>
              <a:t>Opt</a:t>
            </a:r>
            <a:r>
              <a:rPr lang="en-US" sz="1900" dirty="0">
                <a:latin typeface="Montserrat"/>
              </a:rPr>
              <a:t> Out</a:t>
            </a:r>
          </a:p>
          <a:p>
            <a:r>
              <a:rPr lang="en-US" sz="1900">
                <a:latin typeface="Montserrat"/>
              </a:rPr>
              <a:t>22. Move Out Summary Script</a:t>
            </a:r>
            <a:endParaRPr lang="en-US"/>
          </a:p>
          <a:p>
            <a:pPr marL="342900" indent="-342900">
              <a:buAutoNum type="arabicPeriod"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latin typeface="Montserrat"/>
              </a:rPr>
              <a:t>Initial FRICE-W List for Move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175534"/>
              </p:ext>
            </p:extLst>
          </p:nvPr>
        </p:nvGraphicFramePr>
        <p:xfrm>
          <a:off x="389466" y="880533"/>
          <a:ext cx="9962790" cy="4593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541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WRICEF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Considerations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Auto Populate Contract Account values</a:t>
                      </a: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Interface​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200">
                          <a:latin typeface="Montserrat"/>
                        </a:rPr>
                        <a:t>Appointment​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Montserrat"/>
                        </a:rPr>
                        <a:t>FACTA Validation 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Montserrat"/>
                        </a:rPr>
                        <a:t>Address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Montserrat"/>
                        </a:rPr>
                        <a:t>Move In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DQM address cleanse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Montserrat"/>
                        </a:rPr>
                        <a:t>MDT Placeholder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 lvl="0">
                        <a:buNone/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latin typeface="Montserrat"/>
                        </a:rPr>
                        <a:t>Create Service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97190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 lvl="0">
                        <a:buNone/>
                        <a:defRPr sz="1200" b="1">
                          <a:latin typeface="Montserrat"/>
                        </a:defRPr>
                      </a:pPr>
                      <a:r>
                        <a:rPr lang="en-US" sz="1200" b="1">
                          <a:latin typeface="Montserrat"/>
                        </a:rPr>
                        <a:t>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latin typeface="Montserrat"/>
                        </a:rPr>
                        <a:t>Premise Enhancements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504765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 lvl="0">
                        <a:buNone/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latin typeface="Montserrat"/>
                        </a:rPr>
                        <a:t>Equifax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416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 lvl="0">
                        <a:buNone/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Move In Validations from ECC (Past Due Balances)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150583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 lvl="0">
                        <a:buNone/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/>
                        <a:t>Move in change event(s) placeholder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189654"/>
                  </a:ext>
                </a:extLst>
              </a:tr>
              <a:tr h="332263">
                <a:tc>
                  <a:txBody>
                    <a:bodyPr/>
                    <a:lstStyle/>
                    <a:p>
                      <a:pPr lvl="0">
                        <a:buNone/>
                        <a:defRPr sz="1200" b="1">
                          <a:latin typeface="Montserrat"/>
                        </a:defRPr>
                      </a:pPr>
                      <a:endParaRPr lang="en-US" sz="12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Move in cancel event(s) placeholder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200" b="0">
                          <a:latin typeface="Montserrat"/>
                        </a:defRPr>
                      </a:pPr>
                      <a:endParaRPr lang="en-US" sz="12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511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8843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7C5B0B-E9EC-1D88-E6E1-6E8C4EA8C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348896"/>
              </p:ext>
            </p:extLst>
          </p:nvPr>
        </p:nvGraphicFramePr>
        <p:xfrm>
          <a:off x="414338" y="1219200"/>
          <a:ext cx="11376022" cy="4010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6339">
                  <a:extLst>
                    <a:ext uri="{9D8B030D-6E8A-4147-A177-3AD203B41FA5}">
                      <a16:colId xmlns:a16="http://schemas.microsoft.com/office/drawing/2014/main" val="3646570297"/>
                    </a:ext>
                  </a:extLst>
                </a:gridCol>
                <a:gridCol w="1437834">
                  <a:extLst>
                    <a:ext uri="{9D8B030D-6E8A-4147-A177-3AD203B41FA5}">
                      <a16:colId xmlns:a16="http://schemas.microsoft.com/office/drawing/2014/main" val="2955784133"/>
                    </a:ext>
                  </a:extLst>
                </a:gridCol>
                <a:gridCol w="1020638">
                  <a:extLst>
                    <a:ext uri="{9D8B030D-6E8A-4147-A177-3AD203B41FA5}">
                      <a16:colId xmlns:a16="http://schemas.microsoft.com/office/drawing/2014/main" val="3807925536"/>
                    </a:ext>
                  </a:extLst>
                </a:gridCol>
                <a:gridCol w="1177087">
                  <a:extLst>
                    <a:ext uri="{9D8B030D-6E8A-4147-A177-3AD203B41FA5}">
                      <a16:colId xmlns:a16="http://schemas.microsoft.com/office/drawing/2014/main" val="519492131"/>
                    </a:ext>
                  </a:extLst>
                </a:gridCol>
                <a:gridCol w="3806908">
                  <a:extLst>
                    <a:ext uri="{9D8B030D-6E8A-4147-A177-3AD203B41FA5}">
                      <a16:colId xmlns:a16="http://schemas.microsoft.com/office/drawing/2014/main" val="1513447933"/>
                    </a:ext>
                  </a:extLst>
                </a:gridCol>
                <a:gridCol w="3017216">
                  <a:extLst>
                    <a:ext uri="{9D8B030D-6E8A-4147-A177-3AD203B41FA5}">
                      <a16:colId xmlns:a16="http://schemas.microsoft.com/office/drawing/2014/main" val="3788662137"/>
                    </a:ext>
                  </a:extLst>
                </a:gridCol>
              </a:tblGrid>
              <a:tr h="40105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4" marR="9524" marT="952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4" marR="9524" marT="952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4" marR="9524" marT="952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4" marR="9524" marT="952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4" marR="9524" marT="952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4" marR="9524" marT="952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7914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EAEF971-BD51-CD58-0C78-EDB05DB0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ontserrat"/>
              </a:rPr>
              <a:t>Drafted User Stories – Move In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A4FAB0-A2DE-C2F1-C556-B22EBF50B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73294"/>
              </p:ext>
            </p:extLst>
          </p:nvPr>
        </p:nvGraphicFramePr>
        <p:xfrm>
          <a:off x="185370" y="1219076"/>
          <a:ext cx="11836201" cy="229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268">
                  <a:extLst>
                    <a:ext uri="{9D8B030D-6E8A-4147-A177-3AD203B41FA5}">
                      <a16:colId xmlns:a16="http://schemas.microsoft.com/office/drawing/2014/main" val="2168071643"/>
                    </a:ext>
                  </a:extLst>
                </a:gridCol>
                <a:gridCol w="644731">
                  <a:extLst>
                    <a:ext uri="{9D8B030D-6E8A-4147-A177-3AD203B41FA5}">
                      <a16:colId xmlns:a16="http://schemas.microsoft.com/office/drawing/2014/main" val="3532197572"/>
                    </a:ext>
                  </a:extLst>
                </a:gridCol>
                <a:gridCol w="761620">
                  <a:extLst>
                    <a:ext uri="{9D8B030D-6E8A-4147-A177-3AD203B41FA5}">
                      <a16:colId xmlns:a16="http://schemas.microsoft.com/office/drawing/2014/main" val="4110129941"/>
                    </a:ext>
                  </a:extLst>
                </a:gridCol>
                <a:gridCol w="806577">
                  <a:extLst>
                    <a:ext uri="{9D8B030D-6E8A-4147-A177-3AD203B41FA5}">
                      <a16:colId xmlns:a16="http://schemas.microsoft.com/office/drawing/2014/main" val="4173884938"/>
                    </a:ext>
                  </a:extLst>
                </a:gridCol>
                <a:gridCol w="3399106">
                  <a:extLst>
                    <a:ext uri="{9D8B030D-6E8A-4147-A177-3AD203B41FA5}">
                      <a16:colId xmlns:a16="http://schemas.microsoft.com/office/drawing/2014/main" val="1617684714"/>
                    </a:ext>
                  </a:extLst>
                </a:gridCol>
                <a:gridCol w="5456899">
                  <a:extLst>
                    <a:ext uri="{9D8B030D-6E8A-4147-A177-3AD203B41FA5}">
                      <a16:colId xmlns:a16="http://schemas.microsoft.com/office/drawing/2014/main" val="980790187"/>
                    </a:ext>
                  </a:extLst>
                </a:gridCol>
              </a:tblGrid>
              <a:tr h="27436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000">
                          <a:solidFill>
                            <a:srgbClr val="FFFEFE"/>
                          </a:solidFill>
                          <a:effectLst/>
                        </a:rPr>
                        <a:t>L1</a:t>
                      </a:r>
                      <a:endParaRPr lang="en-US" sz="900">
                        <a:solidFill>
                          <a:srgbClr val="FFFEFE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000">
                          <a:solidFill>
                            <a:srgbClr val="FFFEFE"/>
                          </a:solidFill>
                          <a:effectLst/>
                        </a:rPr>
                        <a:t>L2</a:t>
                      </a:r>
                      <a:endParaRPr lang="en-US" sz="900">
                        <a:solidFill>
                          <a:srgbClr val="FFFEFE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000">
                          <a:solidFill>
                            <a:srgbClr val="FFFEFE"/>
                          </a:solidFill>
                          <a:effectLst/>
                        </a:rPr>
                        <a:t>L3</a:t>
                      </a:r>
                      <a:endParaRPr lang="en-US" sz="900">
                        <a:solidFill>
                          <a:srgbClr val="FFFEFE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000">
                          <a:solidFill>
                            <a:srgbClr val="FFFEFE"/>
                          </a:solidFill>
                          <a:effectLst/>
                        </a:rPr>
                        <a:t>L4</a:t>
                      </a:r>
                      <a:endParaRPr lang="en-US" sz="900">
                        <a:solidFill>
                          <a:srgbClr val="FFFEFE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000">
                          <a:solidFill>
                            <a:srgbClr val="FFFEFE"/>
                          </a:solidFill>
                          <a:effectLst/>
                        </a:rPr>
                        <a:t>User Story</a:t>
                      </a:r>
                      <a:endParaRPr lang="en-US" sz="900">
                        <a:solidFill>
                          <a:srgbClr val="FFFEFE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000">
                          <a:solidFill>
                            <a:srgbClr val="FFFEFE"/>
                          </a:solidFill>
                          <a:effectLst/>
                        </a:rPr>
                        <a:t>Acceptance Criteria</a:t>
                      </a:r>
                      <a:endParaRPr lang="en-US" sz="900">
                        <a:solidFill>
                          <a:srgbClr val="FFFEFE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563671"/>
                  </a:ext>
                </a:extLst>
              </a:tr>
              <a:tr h="27436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Manage Customer Service</a:t>
                      </a:r>
                      <a:endParaRPr lang="en-US"/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Process Customer Move-In, Move-Out, Transfers, And Manage Owner Allocation</a:t>
                      </a:r>
                      <a:endParaRPr lang="en-US"/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Process Customer Move-In</a:t>
                      </a:r>
                      <a:endParaRPr lang="en-US"/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Create Move-In</a:t>
                      </a:r>
                      <a:endParaRPr lang="en-US"/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As a Customer Service Representative in SAP, I want to process customer move-in so that I can accurately create and record new move-in requests within the Manage Customer Service application and its move-in processing area. </a:t>
                      </a: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Woul</a:t>
                      </a: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d like to process With or without FACTA validation.</a:t>
                      </a:r>
                      <a:endParaRPr lang="en-US"/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1. Able to enter move-in details required to create a new record.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3.Able to validate that mandatory fields are completed before saving.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4.Able to save the new move-in record successfully.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5.Able to edit move-in information prior to final submission.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6.Able to submit the move-in creation and receive a confirmation.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7.Able to view the created move-in record after submission.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8.Able to view error messages when move-in creation fails.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9.Able to build Security roles and perform testing.</a:t>
                      </a:r>
                      <a:b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10.Able to identify Risk and Controls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</a:rPr>
                        <a:t>11. Able to fulfill AS-IS process requirement.</a:t>
                      </a:r>
                      <a:endParaRPr lang="en-US" sz="11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048253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86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05CF-5238-026A-4285-72B7EE66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3D55B-2227-C7FB-485A-1F8ADB89AE2E}"/>
              </a:ext>
            </a:extLst>
          </p:cNvPr>
          <p:cNvSpPr txBox="1"/>
          <p:nvPr/>
        </p:nvSpPr>
        <p:spPr>
          <a:xfrm>
            <a:off x="457200" y="274320"/>
            <a:ext cx="114747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400" b="1">
                <a:latin typeface="Montserrat"/>
              </a:rPr>
              <a:t>Drafted User Story Overview and Acceptance Criteria – Move 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2BD49D-224F-408E-4BF8-08B3888F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799709"/>
              </p:ext>
            </p:extLst>
          </p:nvPr>
        </p:nvGraphicFramePr>
        <p:xfrm>
          <a:off x="456391" y="806576"/>
          <a:ext cx="11460480" cy="297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1293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User Story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Acceptance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0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Create Move-In from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000">
                          <a:latin typeface="Montserrat"/>
                        </a:rPr>
                        <a:t>Agent creates move-in from interaction so service starts on requested date with correct master data linkage.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Montserrat"/>
                        </a:rPr>
                        <a:t>• Premise search by address/installation/contract account • Move-in date validated against last move-out • BP and contract account linked without duplicates • Product/rate assigned by premise and segment •  Blocks save if mandatory data missing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04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Montserrat"/>
                        </a:rPr>
                        <a:t>SSN Identity Verification and FACTA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Montserrat"/>
                        </a:rPr>
                        <a:t>Compliance specialist verifies customer identity during move-in to meet regulatory and internal FACTA requirements.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000">
                          <a:latin typeface="Montserrat"/>
                        </a:rPr>
                        <a:t>• Captures SSN •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44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Montserrat"/>
                        </a:rPr>
                        <a:t>Create Move in without FACTA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30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endParaRPr lang="en-US" sz="10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4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endParaRPr lang="en-US" sz="100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225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18839-C2B4-DE01-C0BC-B9EA86B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130418-35EB-D35C-512F-CF63AE52F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44" y="5127738"/>
            <a:ext cx="6613591" cy="612967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>
                <a:latin typeface="Montserrat"/>
              </a:rPr>
              <a:t> 3</a:t>
            </a:r>
            <a:r>
              <a:rPr lang="en-US" sz="4250" baseline="30000">
                <a:latin typeface="Montserrat"/>
              </a:rPr>
              <a:t>rd</a:t>
            </a:r>
            <a:r>
              <a:rPr lang="en-US" sz="4250">
                <a:latin typeface="Montserrat"/>
              </a:rPr>
              <a:t> Party Integration </a:t>
            </a:r>
            <a:br>
              <a:rPr lang="en-US" sz="4250"/>
            </a:b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335164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latin typeface="Montserrat"/>
              </a:rPr>
              <a:t>Integration Points with Other Programs/Applications- Move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715901"/>
              </p:ext>
            </p:extLst>
          </p:nvPr>
        </p:nvGraphicFramePr>
        <p:xfrm>
          <a:off x="274320" y="1365587"/>
          <a:ext cx="11460479" cy="239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0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46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50" b="1">
                          <a:latin typeface="Montserrat"/>
                        </a:rPr>
                        <a:t>Application(s)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50" b="1">
                          <a:latin typeface="Montserrat"/>
                        </a:rPr>
                        <a:t>Integration Requirement /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46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50" b="1">
                          <a:latin typeface="Montserrat"/>
                        </a:rPr>
                        <a:t>SAP S/4HANA Utilities (IS-U)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050">
                          <a:latin typeface="Montserrat"/>
                        </a:rPr>
                        <a:t>Create move-in document, link contract/account to premise, set move-in date, trigger billing-relevant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46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50" b="1">
                          <a:latin typeface="Montserrat"/>
                        </a:rPr>
                        <a:t>DQM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Montserrat"/>
                        </a:rPr>
                        <a:t>Address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46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50" b="1">
                          <a:latin typeface="Montserrat"/>
                        </a:rPr>
                        <a:t>Equifax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Montserrat"/>
                        </a:rPr>
                        <a:t>Creditworthiness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46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50" b="1">
                          <a:latin typeface="Montserrat"/>
                        </a:rPr>
                        <a:t>FSM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050">
                          <a:latin typeface="Montserrat"/>
                        </a:rPr>
                        <a:t>Appointments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46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endParaRPr lang="en-US" sz="1050" b="1">
                        <a:latin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5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489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41CA5-7836-1508-8CC7-8562D2ED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FEB1-4E7F-FC63-0F4C-84BC3FCB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22" y="5046940"/>
            <a:ext cx="6270458" cy="1072100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07 </a:t>
            </a:r>
            <a:r>
              <a:rPr lang="en-US" sz="4250">
                <a:latin typeface="Montserrat"/>
              </a:rPr>
              <a:t>Data Migration – Move In 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127450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latin typeface="Montserrat"/>
              </a:rPr>
              <a:t>Data Scope – Move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372092"/>
              </p:ext>
            </p:extLst>
          </p:nvPr>
        </p:nvGraphicFramePr>
        <p:xfrm>
          <a:off x="319358" y="838234"/>
          <a:ext cx="11551919" cy="13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10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Data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Key Rules &amp;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84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Montserrat"/>
                        </a:rPr>
                        <a:t>Move in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Montserrat"/>
                        </a:rPr>
                        <a:t>EEINV- All Fields​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84"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000" b="1">
                          <a:latin typeface="Montserrat"/>
                        </a:rPr>
                        <a:t>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Montserrat"/>
                        </a:rPr>
                        <a:t>EVER- All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endParaRPr lang="en-US" sz="100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870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 </a:t>
            </a:r>
            <a:r>
              <a:rPr lang="en-US" sz="4250">
                <a:latin typeface="Montserrat"/>
              </a:rPr>
              <a:t>Key Decisions,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Action Items,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Change Impacts, Wrap-Up &amp;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2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9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3.xml><?xml version="1.0" encoding="utf-8"?>
<?mso-contentType ?>
<SharedContentType xmlns="Microsoft.SharePoint.Taxonomy.ContentTypeSync" SourceId="eeb413d7-29a7-49c8-b3b9-887ddee13f64" ContentTypeId="0x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B25B1D-43D4-421E-A3DE-7997F87DF6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368D0-F378-4967-B371-B9A7F7E5B6A5}">
  <ds:schemaRefs>
    <ds:schemaRef ds:uri="2c7fe448-207e-4aca-804d-051f84c484d7"/>
    <ds:schemaRef ds:uri="301e0a56-4899-4cce-a214-5e425f318dcb"/>
    <ds:schemaRef ds:uri="a433be04-1063-452b-9ab8-ba06373cb7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A752516-0D25-48B3-9918-5A95ED064EFF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41BC3C8E-F7A2-4844-B620-8D584FC9DA1A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5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16x9 PowertPoint Template-CE-Jan.2019-AFC</vt:lpstr>
      <vt:lpstr>18.0 Move In, Move Out, Manage Customer Transfers and Owner Allocation  Today's Discussion: Workshop A-1 Move In  Mohanta Das, Jose Diaz 5/27/26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02 (L3) Manage Customer Move In</vt:lpstr>
      <vt:lpstr>PowerPoint Presentation</vt:lpstr>
      <vt:lpstr>Move In</vt:lpstr>
      <vt:lpstr>Move In</vt:lpstr>
      <vt:lpstr>Move In- Service Cloud V2</vt:lpstr>
      <vt:lpstr>Move In- Service Cloud V2</vt:lpstr>
      <vt:lpstr>Move In- Service Cloud V2</vt:lpstr>
      <vt:lpstr>Move In- Service Cloud V2</vt:lpstr>
      <vt:lpstr>Move In- Service Cloud V2</vt:lpstr>
      <vt:lpstr>Move In- Service Cloud V2</vt:lpstr>
      <vt:lpstr>CE Business Requirement and Proposed Solution on Service Cloud V2:</vt:lpstr>
      <vt:lpstr>CE Business Requirement and Proposed Solution on Service Cloud V2:</vt:lpstr>
      <vt:lpstr>CE Business Requirement and Proposed Solution on Service Cloud V2:</vt:lpstr>
      <vt:lpstr>PowerPoint Presentation</vt:lpstr>
      <vt:lpstr>BREAK!  - 10 mins</vt:lpstr>
      <vt:lpstr>03 Current and Future State Assumptions - Move In</vt:lpstr>
      <vt:lpstr>Assumption:</vt:lpstr>
      <vt:lpstr>04 FRICE-W – Move In</vt:lpstr>
      <vt:lpstr>FRICE-W Identified</vt:lpstr>
      <vt:lpstr>PowerPoint Presentation</vt:lpstr>
      <vt:lpstr>05 Drafted User Stories</vt:lpstr>
      <vt:lpstr>Drafted User Stories – Move In</vt:lpstr>
      <vt:lpstr>PowerPoint Presentation</vt:lpstr>
      <vt:lpstr>06 3rd Party Integration  </vt:lpstr>
      <vt:lpstr>PowerPoint Presentation</vt:lpstr>
      <vt:lpstr>07 Data Migration – Move In </vt:lpstr>
      <vt:lpstr>PowerPoint Presentation</vt:lpstr>
      <vt:lpstr>08 Key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Escobar</dc:creator>
  <cp:revision>3</cp:revision>
  <dcterms:created xsi:type="dcterms:W3CDTF">2026-01-24T19:09:21Z</dcterms:created>
  <dcterms:modified xsi:type="dcterms:W3CDTF">2026-06-03T13:28:46Z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