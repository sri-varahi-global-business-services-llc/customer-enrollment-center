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omments/modernComment_119_18E8A3B4.xml" ContentType="application/vnd.ms-powerpoint.comments+xml"/>
  <Override PartName="/ppt/comments/modernComment_101_43CBB372.xml" ContentType="application/vnd.ms-powerpoint.comments+xml"/>
  <Override PartName="/ppt/comments/modernComment_109_4E2C666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</p:sldMasterIdLst>
  <p:notesMasterIdLst>
    <p:notesMasterId r:id="rId38"/>
  </p:notesMasterIdLst>
  <p:sldIdLst>
    <p:sldId id="268" r:id="rId6"/>
    <p:sldId id="286" r:id="rId7"/>
    <p:sldId id="2147483632" r:id="rId8"/>
    <p:sldId id="279" r:id="rId9"/>
    <p:sldId id="284" r:id="rId10"/>
    <p:sldId id="289" r:id="rId11"/>
    <p:sldId id="256" r:id="rId12"/>
    <p:sldId id="293" r:id="rId13"/>
    <p:sldId id="294" r:id="rId14"/>
    <p:sldId id="296" r:id="rId15"/>
    <p:sldId id="297" r:id="rId16"/>
    <p:sldId id="298" r:id="rId17"/>
    <p:sldId id="299" r:id="rId18"/>
    <p:sldId id="301" r:id="rId19"/>
    <p:sldId id="302" r:id="rId20"/>
    <p:sldId id="303" r:id="rId21"/>
    <p:sldId id="304" r:id="rId22"/>
    <p:sldId id="306" r:id="rId23"/>
    <p:sldId id="307" r:id="rId24"/>
    <p:sldId id="309" r:id="rId25"/>
    <p:sldId id="310" r:id="rId26"/>
    <p:sldId id="311" r:id="rId27"/>
    <p:sldId id="281" r:id="rId28"/>
    <p:sldId id="264" r:id="rId29"/>
    <p:sldId id="317" r:id="rId30"/>
    <p:sldId id="257" r:id="rId31"/>
    <p:sldId id="300" r:id="rId32"/>
    <p:sldId id="270" r:id="rId33"/>
    <p:sldId id="275" r:id="rId34"/>
    <p:sldId id="265" r:id="rId35"/>
    <p:sldId id="287" r:id="rId36"/>
    <p:sldId id="29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FD81BA-84B5-4878-92E9-911FF2EE8369}">
          <p14:sldIdLst>
            <p14:sldId id="268"/>
            <p14:sldId id="286"/>
            <p14:sldId id="2147483632"/>
            <p14:sldId id="279"/>
            <p14:sldId id="284"/>
            <p14:sldId id="289"/>
          </p14:sldIdLst>
        </p14:section>
        <p14:section name="Move Out" id="{8CE328A6-57A0-4EB1-91D2-444D7564C1FE}">
          <p14:sldIdLst>
            <p14:sldId id="256"/>
            <p14:sldId id="293"/>
            <p14:sldId id="294"/>
            <p14:sldId id="296"/>
            <p14:sldId id="297"/>
            <p14:sldId id="298"/>
            <p14:sldId id="299"/>
            <p14:sldId id="301"/>
            <p14:sldId id="302"/>
            <p14:sldId id="303"/>
            <p14:sldId id="304"/>
            <p14:sldId id="306"/>
            <p14:sldId id="307"/>
            <p14:sldId id="309"/>
            <p14:sldId id="310"/>
            <p14:sldId id="311"/>
            <p14:sldId id="281"/>
          </p14:sldIdLst>
        </p14:section>
        <p14:section name="Break" id="{BC54D833-9E71-4A79-B254-341A2C614585}">
          <p14:sldIdLst>
            <p14:sldId id="264"/>
          </p14:sldIdLst>
        </p14:section>
        <p14:section name="Current and Future State Assumptions" id="{B3BD5209-983D-45FC-91B8-FD1AB8DAB2E1}">
          <p14:sldIdLst>
            <p14:sldId id="317"/>
            <p14:sldId id="257"/>
          </p14:sldIdLst>
        </p14:section>
        <p14:section name="FRICE-W" id="{75B2D776-AED1-4550-A09E-0AE33AA92E9B}">
          <p14:sldIdLst>
            <p14:sldId id="300"/>
            <p14:sldId id="270"/>
          </p14:sldIdLst>
        </p14:section>
        <p14:section name="User Stories" id="{B9B5FC41-08C4-4C30-8BBF-C7B0984E9E90}">
          <p14:sldIdLst>
            <p14:sldId id="275"/>
            <p14:sldId id="265"/>
            <p14:sldId id="287"/>
            <p14:sldId id="295"/>
          </p14:sldIdLst>
        </p14:section>
        <p14:section name="Appendix" id="{63E925C5-D09C-4E30-AC39-854A4F5F4E9B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87D90D-32BC-DED0-2773-3B47B29ECEB8}" name="Vijoy Mathew" initials="VM" userId="S::Vijoy.Mathew@cmsenergy.com::ee9f1d5a-0cb1-45ab-8c18-7bd065152c04" providerId="AD"/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" userId="S::jose.diaz@cmsenergy.com::517cb5ef-6fb8-49bc-8303-535c95eee28f" providerId="AD"/>
  <p188:author id="{96ADF577-669D-1405-DA45-2E9AA6382AC2}" name="Mohanta Das" initials="" userId="S::mohanta.das@cmsenergy.com::ae36c681-8d90-4c0d-b637-b44a7861ac8e" providerId="AD"/>
  <p188:author id="{06E22CA2-C0F8-AC46-CA2A-3E2B1B6644D3}" name="Taylor Ilov" initials="TI" userId="S::taylor.ilov@cmsenergy.com::b3e8fa34-e639-4d12-a6dc-5e3032b39fb7" providerId="AD"/>
  <p188:author id="{2E1B6ABD-9ADF-F911-5A83-E1ACD8CA6A92}" name="Andrea Escobar" initials="AE" userId="S::Andrea.Escobar@ibm.com::0505f52a-9b6e-4e66-8eb1-063187b5d225" providerId="AD"/>
  <p188:author id="{640963E0-DD40-45D9-ECE0-B029E0D6AD7B}" name="Kylie E. Prawdzik" initials="KP" userId="S::Kylie.E.Prawdzik@cmsenergy.com::e312beab-4bda-4349-9ba0-e43575b8137d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CA26A-A7D1-2370-24B0-B7F9F4C9119E}" v="16" dt="2026-06-01T18:28:16.203"/>
    <p1510:client id="{46940CD7-D77D-4F27-B4C3-D3BD9D56D897}" v="172" dt="2026-06-01T20:17:05.381"/>
    <p1510:client id="{56CA58F7-3ECA-5B4B-E459-7EDC3732E39A}" v="29" dt="2026-06-03T13:05:58.260"/>
    <p1510:client id="{68A1EBE6-95AE-A45A-2011-352B6A9DE6B9}" v="141" dt="2026-06-01T18:08:42.457"/>
    <p1510:client id="{898DF453-9842-CB33-A2C1-BAF1561B4440}" v="75" dt="2026-06-01T18:04:25.977"/>
    <p1510:client id="{8B258210-9F5E-7A1D-2885-FEB584123462}" v="548" dt="2026-06-01T16:05:54.720"/>
    <p1510:client id="{8D4EA982-BA38-A0ED-75A5-353E656704BB}" v="223" dt="2026-06-02T19:27:14.963"/>
    <p1510:client id="{8E574BAB-F885-9882-7168-4BA8B26E1BD1}" v="106" dt="2026-06-01T16:17:51.242"/>
    <p1510:client id="{CA30FA79-B964-DA4F-41CE-BADED0E0F33F}" v="42" dt="2026-06-01T18:13:26.442"/>
    <p1510:client id="{E6C5BE6D-900A-9C13-6CC6-E37065E78353}" v="65" dt="2026-06-02T13:45:50.762"/>
    <p1510:client id="{EEC7DD38-9A95-DD3B-8A17-0D27AFED95B0}" v="170" dt="2026-06-02T02:32:49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Ilov" userId="S::taylor.ilov@cmsenergy.com::b3e8fa34-e639-4d12-a6dc-5e3032b39fb7" providerId="AD" clId="Web-{CA30FA79-B964-DA4F-41CE-BADED0E0F33F}"/>
    <pc:docChg chg="modSld">
      <pc:chgData name="Taylor Ilov" userId="S::taylor.ilov@cmsenergy.com::b3e8fa34-e639-4d12-a6dc-5e3032b39fb7" providerId="AD" clId="Web-{CA30FA79-B964-DA4F-41CE-BADED0E0F33F}" dt="2026-06-01T18:13:26.442" v="41"/>
      <pc:docMkLst>
        <pc:docMk/>
      </pc:docMkLst>
      <pc:sldChg chg="modSp">
        <pc:chgData name="Taylor Ilov" userId="S::taylor.ilov@cmsenergy.com::b3e8fa34-e639-4d12-a6dc-5e3032b39fb7" providerId="AD" clId="Web-{CA30FA79-B964-DA4F-41CE-BADED0E0F33F}" dt="2026-06-01T18:13:26.442" v="41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CA30FA79-B964-DA4F-41CE-BADED0E0F33F}" dt="2026-06-01T18:13:26.442" v="41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</pc:docChg>
  </pc:docChgLst>
  <pc:docChgLst>
    <pc:chgData name="Taylor Ilov" userId="S::taylor.ilov@cmsenergy.com::b3e8fa34-e639-4d12-a6dc-5e3032b39fb7" providerId="AD" clId="Web-{968F874D-B002-4CE8-BA02-D30333B4C952}"/>
    <pc:docChg chg="addSld delSld modSld modSection">
      <pc:chgData name="Taylor Ilov" userId="S::taylor.ilov@cmsenergy.com::b3e8fa34-e639-4d12-a6dc-5e3032b39fb7" providerId="AD" clId="Web-{968F874D-B002-4CE8-BA02-D30333B4C952}" dt="2026-05-27T03:09:37.568" v="102"/>
      <pc:docMkLst>
        <pc:docMk/>
      </pc:docMkLst>
      <pc:sldChg chg="modSp">
        <pc:chgData name="Taylor Ilov" userId="S::taylor.ilov@cmsenergy.com::b3e8fa34-e639-4d12-a6dc-5e3032b39fb7" providerId="AD" clId="Web-{968F874D-B002-4CE8-BA02-D30333B4C952}" dt="2026-05-27T03:07:48.689" v="63"/>
        <pc:sldMkLst>
          <pc:docMk/>
          <pc:sldMk cId="3155424208" sldId="256"/>
        </pc:sldMkLst>
        <pc:spChg chg="mod">
          <ac:chgData name="Taylor Ilov" userId="S::taylor.ilov@cmsenergy.com::b3e8fa34-e639-4d12-a6dc-5e3032b39fb7" providerId="AD" clId="Web-{968F874D-B002-4CE8-BA02-D30333B4C952}" dt="2026-05-27T03:07:48.689" v="63"/>
          <ac:spMkLst>
            <pc:docMk/>
            <pc:sldMk cId="3155424208" sldId="256"/>
            <ac:spMk id="7" creationId="{4262678A-31A7-55F3-F5A2-5517663349EE}"/>
          </ac:spMkLst>
        </pc:spChg>
      </pc:sldChg>
      <pc:sldChg chg="modSp">
        <pc:chgData name="Taylor Ilov" userId="S::taylor.ilov@cmsenergy.com::b3e8fa34-e639-4d12-a6dc-5e3032b39fb7" providerId="AD" clId="Web-{968F874D-B002-4CE8-BA02-D30333B4C952}" dt="2026-05-27T03:08:18.940" v="66"/>
        <pc:sldMkLst>
          <pc:docMk/>
          <pc:sldMk cId="1180415898" sldId="275"/>
        </pc:sldMkLst>
        <pc:spChg chg="mod">
          <ac:chgData name="Taylor Ilov" userId="S::taylor.ilov@cmsenergy.com::b3e8fa34-e639-4d12-a6dc-5e3032b39fb7" providerId="AD" clId="Web-{968F874D-B002-4CE8-BA02-D30333B4C952}" dt="2026-05-27T03:08:18.940" v="66"/>
          <ac:spMkLst>
            <pc:docMk/>
            <pc:sldMk cId="1180415898" sldId="275"/>
            <ac:spMk id="7" creationId="{0C66E776-CABB-A883-38E3-FB62E6868850}"/>
          </ac:spMkLst>
        </pc:spChg>
      </pc:sldChg>
      <pc:sldChg chg="modSp">
        <pc:chgData name="Taylor Ilov" userId="S::taylor.ilov@cmsenergy.com::b3e8fa34-e639-4d12-a6dc-5e3032b39fb7" providerId="AD" clId="Web-{968F874D-B002-4CE8-BA02-D30333B4C952}" dt="2026-05-27T03:07:54.954" v="64"/>
        <pc:sldMkLst>
          <pc:docMk/>
          <pc:sldMk cId="1809659380" sldId="279"/>
        </pc:sldMkLst>
        <pc:spChg chg="mod">
          <ac:chgData name="Taylor Ilov" userId="S::taylor.ilov@cmsenergy.com::b3e8fa34-e639-4d12-a6dc-5e3032b39fb7" providerId="AD" clId="Web-{968F874D-B002-4CE8-BA02-D30333B4C952}" dt="2026-05-27T03:07:54.954" v="64"/>
          <ac:spMkLst>
            <pc:docMk/>
            <pc:sldMk cId="1809659380" sldId="279"/>
            <ac:spMk id="7" creationId="{F363667B-981C-A7C5-B405-AF1006A4BA19}"/>
          </ac:spMkLst>
        </pc:spChg>
      </pc:sldChg>
      <pc:sldChg chg="add">
        <pc:chgData name="Taylor Ilov" userId="S::taylor.ilov@cmsenergy.com::b3e8fa34-e639-4d12-a6dc-5e3032b39fb7" providerId="AD" clId="Web-{968F874D-B002-4CE8-BA02-D30333B4C952}" dt="2026-05-27T03:04:43.135" v="2"/>
        <pc:sldMkLst>
          <pc:docMk/>
          <pc:sldMk cId="1110191763" sldId="286"/>
        </pc:sldMkLst>
      </pc:sldChg>
      <pc:sldChg chg="addSp delSp modSp">
        <pc:chgData name="Taylor Ilov" userId="S::taylor.ilov@cmsenergy.com::b3e8fa34-e639-4d12-a6dc-5e3032b39fb7" providerId="AD" clId="Web-{968F874D-B002-4CE8-BA02-D30333B4C952}" dt="2026-05-27T03:05:33.371" v="32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968F874D-B002-4CE8-BA02-D30333B4C952}" dt="2026-05-27T03:05:33.371" v="32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968F874D-B002-4CE8-BA02-D30333B4C952}" dt="2026-05-27T03:08:14.158" v="65"/>
        <pc:sldMkLst>
          <pc:docMk/>
          <pc:sldMk cId="3093726476" sldId="300"/>
        </pc:sldMkLst>
        <pc:spChg chg="mod">
          <ac:chgData name="Taylor Ilov" userId="S::taylor.ilov@cmsenergy.com::b3e8fa34-e639-4d12-a6dc-5e3032b39fb7" providerId="AD" clId="Web-{968F874D-B002-4CE8-BA02-D30333B4C952}" dt="2026-05-27T03:08:14.158" v="65"/>
          <ac:spMkLst>
            <pc:docMk/>
            <pc:sldMk cId="3093726476" sldId="300"/>
            <ac:spMk id="7" creationId="{B597FD0F-3E1D-D644-5432-29FF22D04E82}"/>
          </ac:spMkLst>
        </pc:spChg>
      </pc:sldChg>
    </pc:docChg>
  </pc:docChgLst>
  <pc:docChgLst>
    <pc:chgData name="Taylor Ilov" userId="S::taylor.ilov@cmsenergy.com::b3e8fa34-e639-4d12-a6dc-5e3032b39fb7" providerId="AD" clId="Web-{1E4CA26A-A7D1-2370-24B0-B7F9F4C9119E}"/>
    <pc:docChg chg="modSld">
      <pc:chgData name="Taylor Ilov" userId="S::taylor.ilov@cmsenergy.com::b3e8fa34-e639-4d12-a6dc-5e3032b39fb7" providerId="AD" clId="Web-{1E4CA26A-A7D1-2370-24B0-B7F9F4C9119E}" dt="2026-06-01T18:28:15.328" v="8" actId="20577"/>
      <pc:docMkLst>
        <pc:docMk/>
      </pc:docMkLst>
      <pc:sldChg chg="modSp">
        <pc:chgData name="Taylor Ilov" userId="S::taylor.ilov@cmsenergy.com::b3e8fa34-e639-4d12-a6dc-5e3032b39fb7" providerId="AD" clId="Web-{1E4CA26A-A7D1-2370-24B0-B7F9F4C9119E}" dt="2026-06-01T18:28:15.328" v="8" actId="20577"/>
        <pc:sldMkLst>
          <pc:docMk/>
          <pc:sldMk cId="1808544518" sldId="284"/>
        </pc:sldMkLst>
        <pc:spChg chg="mod">
          <ac:chgData name="Taylor Ilov" userId="S::taylor.ilov@cmsenergy.com::b3e8fa34-e639-4d12-a6dc-5e3032b39fb7" providerId="AD" clId="Web-{1E4CA26A-A7D1-2370-24B0-B7F9F4C9119E}" dt="2026-06-01T18:28:11.421" v="3" actId="20577"/>
          <ac:spMkLst>
            <pc:docMk/>
            <pc:sldMk cId="1808544518" sldId="284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1E4CA26A-A7D1-2370-24B0-B7F9F4C9119E}" dt="2026-06-01T18:28:15.328" v="8" actId="20577"/>
          <ac:spMkLst>
            <pc:docMk/>
            <pc:sldMk cId="1808544518" sldId="284"/>
            <ac:spMk id="6" creationId="{830222EA-B48B-A73B-8B97-C9D2C354B0CD}"/>
          </ac:spMkLst>
        </pc:spChg>
      </pc:sldChg>
    </pc:docChg>
  </pc:docChgLst>
  <pc:docChgLst>
    <pc:chgData name="Taylor Ilov" userId="S::taylor.ilov@cmsenergy.com::b3e8fa34-e639-4d12-a6dc-5e3032b39fb7" providerId="AD" clId="Web-{56CA58F7-3ECA-5B4B-E459-7EDC3732E39A}"/>
    <pc:docChg chg="modSld">
      <pc:chgData name="Taylor Ilov" userId="S::taylor.ilov@cmsenergy.com::b3e8fa34-e639-4d12-a6dc-5e3032b39fb7" providerId="AD" clId="Web-{56CA58F7-3ECA-5B4B-E459-7EDC3732E39A}" dt="2026-06-03T13:05:58.260" v="27" actId="20577"/>
      <pc:docMkLst>
        <pc:docMk/>
      </pc:docMkLst>
      <pc:sldChg chg="modSp">
        <pc:chgData name="Taylor Ilov" userId="S::taylor.ilov@cmsenergy.com::b3e8fa34-e639-4d12-a6dc-5e3032b39fb7" providerId="AD" clId="Web-{56CA58F7-3ECA-5B4B-E459-7EDC3732E39A}" dt="2026-06-03T13:05:58.260" v="27" actId="20577"/>
        <pc:sldMkLst>
          <pc:docMk/>
          <pc:sldMk cId="2545389575" sldId="270"/>
        </pc:sldMkLst>
        <pc:spChg chg="mod">
          <ac:chgData name="Taylor Ilov" userId="S::taylor.ilov@cmsenergy.com::b3e8fa34-e639-4d12-a6dc-5e3032b39fb7" providerId="AD" clId="Web-{56CA58F7-3ECA-5B4B-E459-7EDC3732E39A}" dt="2026-06-03T13:05:58.260" v="27" actId="20577"/>
          <ac:spMkLst>
            <pc:docMk/>
            <pc:sldMk cId="2545389575" sldId="270"/>
            <ac:spMk id="4" creationId="{5B50B024-5B2C-73D1-0F65-38C1CBB14B5B}"/>
          </ac:spMkLst>
        </pc:spChg>
      </pc:sldChg>
    </pc:docChg>
  </pc:docChgLst>
  <pc:docChgLst>
    <pc:chgData name="Mohanta Das" userId="S::mohanta.das@cmsenergy.com::ae36c681-8d90-4c0d-b637-b44a7861ac8e" providerId="AD" clId="Web-{1771D422-CD4F-D352-6248-41206D4A7F99}"/>
    <pc:docChg chg="addSld modSld sldOrd modSection">
      <pc:chgData name="Mohanta Das" userId="S::mohanta.das@cmsenergy.com::ae36c681-8d90-4c0d-b637-b44a7861ac8e" providerId="AD" clId="Web-{1771D422-CD4F-D352-6248-41206D4A7F99}" dt="2026-05-31T06:33:42.579" v="57"/>
      <pc:docMkLst>
        <pc:docMk/>
      </pc:docMkLst>
      <pc:sldChg chg="addSp delSp modSp add ord">
        <pc:chgData name="Mohanta Das" userId="S::mohanta.das@cmsenergy.com::ae36c681-8d90-4c0d-b637-b44a7861ac8e" providerId="AD" clId="Web-{1771D422-CD4F-D352-6248-41206D4A7F99}" dt="2026-05-31T06:13:59.501" v="13" actId="14100"/>
        <pc:sldMkLst>
          <pc:docMk/>
          <pc:sldMk cId="2424277114" sldId="293"/>
        </pc:sldMkLst>
        <pc:picChg chg="add mod">
          <ac:chgData name="Mohanta Das" userId="S::mohanta.das@cmsenergy.com::ae36c681-8d90-4c0d-b637-b44a7861ac8e" providerId="AD" clId="Web-{1771D422-CD4F-D352-6248-41206D4A7F99}" dt="2026-05-31T06:13:59.501" v="13" actId="14100"/>
          <ac:picMkLst>
            <pc:docMk/>
            <pc:sldMk cId="2424277114" sldId="293"/>
            <ac:picMk id="3" creationId="{E3864602-702A-E044-2380-00F7945B93B5}"/>
          </ac:picMkLst>
        </pc:picChg>
      </pc:sldChg>
      <pc:sldChg chg="addSp delSp modSp add mod replId modTransition modClrScheme chgLayout">
        <pc:chgData name="Mohanta Das" userId="S::mohanta.das@cmsenergy.com::ae36c681-8d90-4c0d-b637-b44a7861ac8e" providerId="AD" clId="Web-{1771D422-CD4F-D352-6248-41206D4A7F99}" dt="2026-05-31T06:16:01.302" v="21"/>
        <pc:sldMkLst>
          <pc:docMk/>
          <pc:sldMk cId="3354523009" sldId="294"/>
        </pc:sldMkLst>
        <pc:picChg chg="add mod">
          <ac:chgData name="Mohanta Das" userId="S::mohanta.das@cmsenergy.com::ae36c681-8d90-4c0d-b637-b44a7861ac8e" providerId="AD" clId="Web-{1771D422-CD4F-D352-6248-41206D4A7F99}" dt="2026-05-31T06:16:01.302" v="21"/>
          <ac:picMkLst>
            <pc:docMk/>
            <pc:sldMk cId="3354523009" sldId="294"/>
            <ac:picMk id="4" creationId="{B08201D2-BF63-6AF3-6058-6B7A160739F0}"/>
          </ac:picMkLst>
        </pc:picChg>
      </pc:sldChg>
      <pc:sldChg chg="addSp delSp modSp add replId">
        <pc:chgData name="Mohanta Das" userId="S::mohanta.das@cmsenergy.com::ae36c681-8d90-4c0d-b637-b44a7861ac8e" providerId="AD" clId="Web-{1771D422-CD4F-D352-6248-41206D4A7F99}" dt="2026-05-31T06:18:04.822" v="28"/>
        <pc:sldMkLst>
          <pc:docMk/>
          <pc:sldMk cId="3824994154" sldId="296"/>
        </pc:sldMkLst>
        <pc:spChg chg="ord">
          <ac:chgData name="Mohanta Das" userId="S::mohanta.das@cmsenergy.com::ae36c681-8d90-4c0d-b637-b44a7861ac8e" providerId="AD" clId="Web-{1771D422-CD4F-D352-6248-41206D4A7F99}" dt="2026-05-31T06:18:04.822" v="28"/>
          <ac:spMkLst>
            <pc:docMk/>
            <pc:sldMk cId="3824994154" sldId="296"/>
            <ac:spMk id="2" creationId="{10325067-EF95-0841-CE24-BB43EED2380D}"/>
          </ac:spMkLst>
        </pc:spChg>
        <pc:picChg chg="add mod">
          <ac:chgData name="Mohanta Das" userId="S::mohanta.das@cmsenergy.com::ae36c681-8d90-4c0d-b637-b44a7861ac8e" providerId="AD" clId="Web-{1771D422-CD4F-D352-6248-41206D4A7F99}" dt="2026-05-31T06:18:04.822" v="28"/>
          <ac:picMkLst>
            <pc:docMk/>
            <pc:sldMk cId="3824994154" sldId="296"/>
            <ac:picMk id="5" creationId="{D6B2F901-25D4-50B6-C699-19F114DC46F1}"/>
          </ac:picMkLst>
        </pc:picChg>
      </pc:sldChg>
      <pc:sldChg chg="addSp delSp modSp add mod replId modClrScheme chgLayout">
        <pc:chgData name="Mohanta Das" userId="S::mohanta.das@cmsenergy.com::ae36c681-8d90-4c0d-b637-b44a7861ac8e" providerId="AD" clId="Web-{1771D422-CD4F-D352-6248-41206D4A7F99}" dt="2026-05-31T06:21:09.484" v="35"/>
        <pc:sldMkLst>
          <pc:docMk/>
          <pc:sldMk cId="3023754018" sldId="297"/>
        </pc:sldMkLst>
        <pc:spChg chg="ord">
          <ac:chgData name="Mohanta Das" userId="S::mohanta.das@cmsenergy.com::ae36c681-8d90-4c0d-b637-b44a7861ac8e" providerId="AD" clId="Web-{1771D422-CD4F-D352-6248-41206D4A7F99}" dt="2026-05-31T06:21:09.484" v="35"/>
          <ac:spMkLst>
            <pc:docMk/>
            <pc:sldMk cId="3023754018" sldId="297"/>
            <ac:spMk id="2" creationId="{6EF2F22B-B46F-ECD6-2F47-CE19281551B1}"/>
          </ac:spMkLst>
        </pc:spChg>
        <pc:picChg chg="add mod">
          <ac:chgData name="Mohanta Das" userId="S::mohanta.das@cmsenergy.com::ae36c681-8d90-4c0d-b637-b44a7861ac8e" providerId="AD" clId="Web-{1771D422-CD4F-D352-6248-41206D4A7F99}" dt="2026-05-31T06:21:09.484" v="35"/>
          <ac:picMkLst>
            <pc:docMk/>
            <pc:sldMk cId="3023754018" sldId="297"/>
            <ac:picMk id="4" creationId="{E62B021D-008B-EDA5-5BB2-DD61FD4978B3}"/>
          </ac:picMkLst>
        </pc:picChg>
      </pc:sldChg>
      <pc:sldChg chg="addSp delSp modSp add mod replId modClrScheme chgLayout">
        <pc:chgData name="Mohanta Das" userId="S::mohanta.das@cmsenergy.com::ae36c681-8d90-4c0d-b637-b44a7861ac8e" providerId="AD" clId="Web-{1771D422-CD4F-D352-6248-41206D4A7F99}" dt="2026-05-31T06:23:40.738" v="39"/>
        <pc:sldMkLst>
          <pc:docMk/>
          <pc:sldMk cId="1439065947" sldId="298"/>
        </pc:sldMkLst>
        <pc:spChg chg="ord">
          <ac:chgData name="Mohanta Das" userId="S::mohanta.das@cmsenergy.com::ae36c681-8d90-4c0d-b637-b44a7861ac8e" providerId="AD" clId="Web-{1771D422-CD4F-D352-6248-41206D4A7F99}" dt="2026-05-31T06:23:40.738" v="39"/>
          <ac:spMkLst>
            <pc:docMk/>
            <pc:sldMk cId="1439065947" sldId="298"/>
            <ac:spMk id="2" creationId="{1DDAD7BF-E477-4560-4FE0-31961DF76605}"/>
          </ac:spMkLst>
        </pc:spChg>
        <pc:picChg chg="add mod">
          <ac:chgData name="Mohanta Das" userId="S::mohanta.das@cmsenergy.com::ae36c681-8d90-4c0d-b637-b44a7861ac8e" providerId="AD" clId="Web-{1771D422-CD4F-D352-6248-41206D4A7F99}" dt="2026-05-31T06:23:40.738" v="39"/>
          <ac:picMkLst>
            <pc:docMk/>
            <pc:sldMk cId="1439065947" sldId="298"/>
            <ac:picMk id="3" creationId="{C82782D4-11AA-9346-99DA-3F9DB201C88E}"/>
          </ac:picMkLst>
        </pc:picChg>
      </pc:sldChg>
      <pc:sldChg chg="addSp delSp modSp add replId">
        <pc:chgData name="Mohanta Das" userId="S::mohanta.das@cmsenergy.com::ae36c681-8d90-4c0d-b637-b44a7861ac8e" providerId="AD" clId="Web-{1771D422-CD4F-D352-6248-41206D4A7F99}" dt="2026-05-31T06:29:06.224" v="51"/>
        <pc:sldMkLst>
          <pc:docMk/>
          <pc:sldMk cId="425196221" sldId="299"/>
        </pc:sldMkLst>
        <pc:spChg chg="ord">
          <ac:chgData name="Mohanta Das" userId="S::mohanta.das@cmsenergy.com::ae36c681-8d90-4c0d-b637-b44a7861ac8e" providerId="AD" clId="Web-{1771D422-CD4F-D352-6248-41206D4A7F99}" dt="2026-05-31T06:29:06.224" v="51"/>
          <ac:spMkLst>
            <pc:docMk/>
            <pc:sldMk cId="425196221" sldId="299"/>
            <ac:spMk id="2" creationId="{35DF0E1F-B02E-943B-D3C4-895C23229C01}"/>
          </ac:spMkLst>
        </pc:spChg>
        <pc:picChg chg="add mod">
          <ac:chgData name="Mohanta Das" userId="S::mohanta.das@cmsenergy.com::ae36c681-8d90-4c0d-b637-b44a7861ac8e" providerId="AD" clId="Web-{1771D422-CD4F-D352-6248-41206D4A7F99}" dt="2026-05-31T06:29:06.224" v="51"/>
          <ac:picMkLst>
            <pc:docMk/>
            <pc:sldMk cId="425196221" sldId="299"/>
            <ac:picMk id="6" creationId="{562B5BC3-6E0F-1075-65B0-B913D2C8005C}"/>
          </ac:picMkLst>
        </pc:picChg>
      </pc:sldChg>
      <pc:sldChg chg="addSp delSp modSp add replId">
        <pc:chgData name="Mohanta Das" userId="S::mohanta.das@cmsenergy.com::ae36c681-8d90-4c0d-b637-b44a7861ac8e" providerId="AD" clId="Web-{1771D422-CD4F-D352-6248-41206D4A7F99}" dt="2026-05-31T06:31:23.715" v="53"/>
        <pc:sldMkLst>
          <pc:docMk/>
          <pc:sldMk cId="393647502" sldId="301"/>
        </pc:sldMkLst>
        <pc:spChg chg="ord">
          <ac:chgData name="Mohanta Das" userId="S::mohanta.das@cmsenergy.com::ae36c681-8d90-4c0d-b637-b44a7861ac8e" providerId="AD" clId="Web-{1771D422-CD4F-D352-6248-41206D4A7F99}" dt="2026-05-31T06:31:23.715" v="53"/>
          <ac:spMkLst>
            <pc:docMk/>
            <pc:sldMk cId="393647502" sldId="301"/>
            <ac:spMk id="2" creationId="{9AD270F4-BD53-C051-49C6-05AA3523C72A}"/>
          </ac:spMkLst>
        </pc:spChg>
        <pc:picChg chg="add mod">
          <ac:chgData name="Mohanta Das" userId="S::mohanta.das@cmsenergy.com::ae36c681-8d90-4c0d-b637-b44a7861ac8e" providerId="AD" clId="Web-{1771D422-CD4F-D352-6248-41206D4A7F99}" dt="2026-05-31T06:31:23.715" v="53"/>
          <ac:picMkLst>
            <pc:docMk/>
            <pc:sldMk cId="393647502" sldId="301"/>
            <ac:picMk id="3" creationId="{9E68B908-AE0D-5DDF-5080-04EB8E49C858}"/>
          </ac:picMkLst>
        </pc:picChg>
      </pc:sldChg>
      <pc:sldChg chg="addSp delSp modSp add replId">
        <pc:chgData name="Mohanta Das" userId="S::mohanta.das@cmsenergy.com::ae36c681-8d90-4c0d-b637-b44a7861ac8e" providerId="AD" clId="Web-{1771D422-CD4F-D352-6248-41206D4A7F99}" dt="2026-05-31T06:33:42.579" v="57"/>
        <pc:sldMkLst>
          <pc:docMk/>
          <pc:sldMk cId="210188294" sldId="302"/>
        </pc:sldMkLst>
        <pc:spChg chg="ord">
          <ac:chgData name="Mohanta Das" userId="S::mohanta.das@cmsenergy.com::ae36c681-8d90-4c0d-b637-b44a7861ac8e" providerId="AD" clId="Web-{1771D422-CD4F-D352-6248-41206D4A7F99}" dt="2026-05-31T06:33:42.579" v="57"/>
          <ac:spMkLst>
            <pc:docMk/>
            <pc:sldMk cId="210188294" sldId="302"/>
            <ac:spMk id="2" creationId="{0AD45A82-5EAA-BA5C-4A56-76E7B65E5A6F}"/>
          </ac:spMkLst>
        </pc:spChg>
        <pc:picChg chg="add mod">
          <ac:chgData name="Mohanta Das" userId="S::mohanta.das@cmsenergy.com::ae36c681-8d90-4c0d-b637-b44a7861ac8e" providerId="AD" clId="Web-{1771D422-CD4F-D352-6248-41206D4A7F99}" dt="2026-05-31T06:33:42.579" v="57"/>
          <ac:picMkLst>
            <pc:docMk/>
            <pc:sldMk cId="210188294" sldId="302"/>
            <ac:picMk id="4" creationId="{0624B20D-E5D8-7C51-4A49-B6F69ABFA53B}"/>
          </ac:picMkLst>
        </pc:pic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6-01T20:17:05.381" v="171" actId="20577"/>
      <pc:docMkLst>
        <pc:docMk/>
      </pc:docMkLst>
      <pc:sldChg chg="modSp mod">
        <pc:chgData name="DAWN M PETTENGILL" userId="6c3e7221-c014-41df-9963-eb44707bad46" providerId="ADAL" clId="{29FA3F86-359B-4B62-8DF6-5E1FAB534B2A}" dt="2026-06-01T20:17:05.381" v="171" actId="20577"/>
        <pc:sldMkLst>
          <pc:docMk/>
          <pc:sldMk cId="417899444" sldId="281"/>
        </pc:sldMkLst>
        <pc:graphicFrameChg chg="modGraphic">
          <ac:chgData name="DAWN M PETTENGILL" userId="6c3e7221-c014-41df-9963-eb44707bad46" providerId="ADAL" clId="{29FA3F86-359B-4B62-8DF6-5E1FAB534B2A}" dt="2026-06-01T20:17:05.381" v="171" actId="20577"/>
          <ac:graphicFrameMkLst>
            <pc:docMk/>
            <pc:sldMk cId="417899444" sldId="281"/>
            <ac:graphicFrameMk id="3" creationId="{84008CCB-CBE4-E16B-D21C-D7032BB834C8}"/>
          </ac:graphicFrameMkLst>
        </pc:graphicFrameChg>
      </pc:sldChg>
    </pc:docChg>
  </pc:docChgLst>
  <pc:docChgLst>
    <pc:chgData name="Taylor Ilov" userId="S::taylor.ilov@cmsenergy.com::b3e8fa34-e639-4d12-a6dc-5e3032b39fb7" providerId="AD" clId="Web-{8379CB00-8E66-9B7E-2B96-623BE1C58879}"/>
    <pc:docChg chg="delSld modSld sldOrd delSection modSection">
      <pc:chgData name="Taylor Ilov" userId="S::taylor.ilov@cmsenergy.com::b3e8fa34-e639-4d12-a6dc-5e3032b39fb7" providerId="AD" clId="Web-{8379CB00-8E66-9B7E-2B96-623BE1C58879}" dt="2026-05-22T17:20:18.943" v="42"/>
      <pc:docMkLst>
        <pc:docMk/>
      </pc:docMkLst>
      <pc:sldChg chg="del">
        <pc:chgData name="Taylor Ilov" userId="S::taylor.ilov@cmsenergy.com::b3e8fa34-e639-4d12-a6dc-5e3032b39fb7" providerId="AD" clId="Web-{8379CB00-8E66-9B7E-2B96-623BE1C58879}" dt="2026-05-22T17:14:15.982" v="10"/>
        <pc:sldMkLst>
          <pc:docMk/>
          <pc:sldMk cId="1249890033" sldId="264"/>
        </pc:sldMkLst>
      </pc:sldChg>
      <pc:sldChg chg="modSp">
        <pc:chgData name="Taylor Ilov" userId="S::taylor.ilov@cmsenergy.com::b3e8fa34-e639-4d12-a6dc-5e3032b39fb7" providerId="AD" clId="Web-{8379CB00-8E66-9B7E-2B96-623BE1C58879}" dt="2026-05-22T17:13:22.793" v="7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8379CB00-8E66-9B7E-2B96-623BE1C58879}" dt="2026-05-22T17:13:22.793" v="7" actId="20577"/>
          <ac:spMkLst>
            <pc:docMk/>
            <pc:sldMk cId="3852294437" sldId="268"/>
            <ac:spMk id="4" creationId="{81A08FD6-7E06-AEC4-FC0F-CD07B69918CC}"/>
          </ac:spMkLst>
        </pc:spChg>
      </pc:sldChg>
    </pc:docChg>
  </pc:docChgLst>
  <pc:docChgLst>
    <pc:chgData name="Taylor Ilov" userId="S::taylor.ilov@cmsenergy.com::b3e8fa34-e639-4d12-a6dc-5e3032b39fb7" providerId="AD" clId="Web-{89198F9F-F8C4-39A2-D486-A37EBEDC3D54}"/>
    <pc:docChg chg="addSld delSld modSld sldOrd addSection delSection modSection">
      <pc:chgData name="Taylor Ilov" userId="S::taylor.ilov@cmsenergy.com::b3e8fa34-e639-4d12-a6dc-5e3032b39fb7" providerId="AD" clId="Web-{89198F9F-F8C4-39A2-D486-A37EBEDC3D54}" dt="2026-05-23T12:11:12.635" v="197"/>
      <pc:docMkLst>
        <pc:docMk/>
      </pc:docMkLst>
      <pc:sldChg chg="add">
        <pc:chgData name="Taylor Ilov" userId="S::taylor.ilov@cmsenergy.com::b3e8fa34-e639-4d12-a6dc-5e3032b39fb7" providerId="AD" clId="Web-{89198F9F-F8C4-39A2-D486-A37EBEDC3D54}" dt="2026-05-23T12:01:34.489" v="123"/>
        <pc:sldMkLst>
          <pc:docMk/>
          <pc:sldMk cId="1249890033" sldId="264"/>
        </pc:sldMkLst>
      </pc:sldChg>
      <pc:sldChg chg="add del">
        <pc:chgData name="Taylor Ilov" userId="S::taylor.ilov@cmsenergy.com::b3e8fa34-e639-4d12-a6dc-5e3032b39fb7" providerId="AD" clId="Web-{89198F9F-F8C4-39A2-D486-A37EBEDC3D54}" dt="2026-05-23T12:05:51.188" v="137"/>
        <pc:sldMkLst>
          <pc:docMk/>
          <pc:sldMk cId="1180415898" sldId="275"/>
        </pc:sldMkLst>
      </pc:sldChg>
      <pc:sldChg chg="modSp">
        <pc:chgData name="Taylor Ilov" userId="S::taylor.ilov@cmsenergy.com::b3e8fa34-e639-4d12-a6dc-5e3032b39fb7" providerId="AD" clId="Web-{89198F9F-F8C4-39A2-D486-A37EBEDC3D54}" dt="2026-05-23T11:58:18.679" v="82" actId="20577"/>
        <pc:sldMkLst>
          <pc:docMk/>
          <pc:sldMk cId="1808544518" sldId="284"/>
        </pc:sldMkLst>
        <pc:spChg chg="mod">
          <ac:chgData name="Taylor Ilov" userId="S::taylor.ilov@cmsenergy.com::b3e8fa34-e639-4d12-a6dc-5e3032b39fb7" providerId="AD" clId="Web-{89198F9F-F8C4-39A2-D486-A37EBEDC3D54}" dt="2026-05-23T11:58:17.742" v="80" actId="20577"/>
          <ac:spMkLst>
            <pc:docMk/>
            <pc:sldMk cId="1808544518" sldId="284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89198F9F-F8C4-39A2-D486-A37EBEDC3D54}" dt="2026-05-23T11:58:18.679" v="82" actId="20577"/>
          <ac:spMkLst>
            <pc:docMk/>
            <pc:sldMk cId="1808544518" sldId="284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89198F9F-F8C4-39A2-D486-A37EBEDC3D54}" dt="2026-05-23T11:59:23.482" v="110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89198F9F-F8C4-39A2-D486-A37EBEDC3D54}" dt="2026-05-23T11:59:23.482" v="110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modSp ord">
        <pc:chgData name="Taylor Ilov" userId="S::taylor.ilov@cmsenergy.com::b3e8fa34-e639-4d12-a6dc-5e3032b39fb7" providerId="AD" clId="Web-{89198F9F-F8C4-39A2-D486-A37EBEDC3D54}" dt="2026-05-23T12:07:49.308" v="163" actId="20577"/>
        <pc:sldMkLst>
          <pc:docMk/>
          <pc:sldMk cId="3093726476" sldId="300"/>
        </pc:sldMkLst>
        <pc:spChg chg="mod">
          <ac:chgData name="Taylor Ilov" userId="S::taylor.ilov@cmsenergy.com::b3e8fa34-e639-4d12-a6dc-5e3032b39fb7" providerId="AD" clId="Web-{89198F9F-F8C4-39A2-D486-A37EBEDC3D54}" dt="2026-05-23T12:07:49.308" v="163" actId="20577"/>
          <ac:spMkLst>
            <pc:docMk/>
            <pc:sldMk cId="3093726476" sldId="300"/>
            <ac:spMk id="7" creationId="{B597FD0F-3E1D-D644-5432-29FF22D04E82}"/>
          </ac:spMkLst>
        </pc:spChg>
      </pc:sldChg>
      <pc:sldChg chg="delSp modSp">
        <pc:chgData name="Taylor Ilov" userId="S::taylor.ilov@cmsenergy.com::b3e8fa34-e639-4d12-a6dc-5e3032b39fb7" providerId="AD" clId="Web-{89198F9F-F8C4-39A2-D486-A37EBEDC3D54}" dt="2026-05-23T11:57:55.256" v="73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89198F9F-F8C4-39A2-D486-A37EBEDC3D54}" dt="2026-05-23T11:57:33.192" v="59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89198F9F-F8C4-39A2-D486-A37EBEDC3D54}" dt="2026-05-23T11:57:33.208" v="60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89198F9F-F8C4-39A2-D486-A37EBEDC3D54}" dt="2026-05-23T11:57:22.785" v="58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89198F9F-F8C4-39A2-D486-A37EBEDC3D54}" dt="2026-05-23T11:57:42.552" v="66" actId="1076"/>
          <ac:cxnSpMkLst>
            <pc:docMk/>
            <pc:sldMk cId="429306594" sldId="2147483632"/>
            <ac:cxnSpMk id="23" creationId="{4C43B979-0628-FFA5-3D81-2A6A3E21E52F}"/>
          </ac:cxnSpMkLst>
        </pc:cxnChg>
        <pc:cxnChg chg="mod">
          <ac:chgData name="Taylor Ilov" userId="S::taylor.ilov@cmsenergy.com::b3e8fa34-e639-4d12-a6dc-5e3032b39fb7" providerId="AD" clId="Web-{89198F9F-F8C4-39A2-D486-A37EBEDC3D54}" dt="2026-05-23T11:57:42.568" v="67" actId="1076"/>
          <ac:cxnSpMkLst>
            <pc:docMk/>
            <pc:sldMk cId="429306594" sldId="2147483632"/>
            <ac:cxnSpMk id="25" creationId="{95DD4D7D-C580-3745-9E64-E7C176966FB6}"/>
          </ac:cxnSpMkLst>
        </pc:cxnChg>
        <pc:cxnChg chg="mod">
          <ac:chgData name="Taylor Ilov" userId="S::taylor.ilov@cmsenergy.com::b3e8fa34-e639-4d12-a6dc-5e3032b39fb7" providerId="AD" clId="Web-{89198F9F-F8C4-39A2-D486-A37EBEDC3D54}" dt="2026-05-23T11:57:42.583" v="68" actId="1076"/>
          <ac:cxnSpMkLst>
            <pc:docMk/>
            <pc:sldMk cId="429306594" sldId="2147483632"/>
            <ac:cxnSpMk id="33" creationId="{829CAA55-934B-FEA2-EA64-6A32CCB94014}"/>
          </ac:cxnSpMkLst>
        </pc:cxnChg>
      </pc:sldChg>
    </pc:docChg>
  </pc:docChgLst>
  <pc:docChgLst>
    <pc:chgData name="Taylor Ilov" userId="S::taylor.ilov@cmsenergy.com::b3e8fa34-e639-4d12-a6dc-5e3032b39fb7" providerId="AD" clId="Web-{05147E09-D117-7ED4-0BAE-53B6653D1AEE}"/>
    <pc:docChg chg="addSld delSld modSld modSection">
      <pc:chgData name="Taylor Ilov" userId="S::taylor.ilov@cmsenergy.com::b3e8fa34-e639-4d12-a6dc-5e3032b39fb7" providerId="AD" clId="Web-{05147E09-D117-7ED4-0BAE-53B6653D1AEE}" dt="2026-05-29T16:08:56.269" v="484" actId="20577"/>
      <pc:docMkLst>
        <pc:docMk/>
      </pc:docMkLst>
      <pc:sldChg chg="addSp delSp modSp new">
        <pc:chgData name="Taylor Ilov" userId="S::taylor.ilov@cmsenergy.com::b3e8fa34-e639-4d12-a6dc-5e3032b39fb7" providerId="AD" clId="Web-{05147E09-D117-7ED4-0BAE-53B6653D1AEE}" dt="2026-05-29T12:55:53.042" v="254" actId="1076"/>
        <pc:sldMkLst>
          <pc:docMk/>
          <pc:sldMk cId="1311532644" sldId="265"/>
        </pc:sldMkLst>
        <pc:spChg chg="mod">
          <ac:chgData name="Taylor Ilov" userId="S::taylor.ilov@cmsenergy.com::b3e8fa34-e639-4d12-a6dc-5e3032b39fb7" providerId="AD" clId="Web-{05147E09-D117-7ED4-0BAE-53B6653D1AEE}" dt="2026-05-29T12:52:30.161" v="20" actId="20577"/>
          <ac:spMkLst>
            <pc:docMk/>
            <pc:sldMk cId="1311532644" sldId="265"/>
            <ac:spMk id="3" creationId="{BC678C4B-A2EC-7692-19E7-F84888D5F54B}"/>
          </ac:spMkLst>
        </pc:spChg>
        <pc:graphicFrameChg chg="add mod modGraphic">
          <ac:chgData name="Taylor Ilov" userId="S::taylor.ilov@cmsenergy.com::b3e8fa34-e639-4d12-a6dc-5e3032b39fb7" providerId="AD" clId="Web-{05147E09-D117-7ED4-0BAE-53B6653D1AEE}" dt="2026-05-29T12:55:53.042" v="254" actId="1076"/>
          <ac:graphicFrameMkLst>
            <pc:docMk/>
            <pc:sldMk cId="1311532644" sldId="265"/>
            <ac:graphicFrameMk id="5" creationId="{DA6176CF-F69D-2D3D-C97D-9402C543D5E6}"/>
          </ac:graphicFrameMkLst>
        </pc:graphicFrameChg>
      </pc:sldChg>
      <pc:sldChg chg="addSp modSp">
        <pc:chgData name="Taylor Ilov" userId="S::taylor.ilov@cmsenergy.com::b3e8fa34-e639-4d12-a6dc-5e3032b39fb7" providerId="AD" clId="Web-{05147E09-D117-7ED4-0BAE-53B6653D1AEE}" dt="2026-05-29T16:08:56.269" v="484" actId="20577"/>
        <pc:sldMkLst>
          <pc:docMk/>
          <pc:sldMk cId="417899444" sldId="281"/>
        </pc:sldMkLst>
        <pc:spChg chg="add mod">
          <ac:chgData name="Taylor Ilov" userId="S::taylor.ilov@cmsenergy.com::b3e8fa34-e639-4d12-a6dc-5e3032b39fb7" providerId="AD" clId="Web-{05147E09-D117-7ED4-0BAE-53B6653D1AEE}" dt="2026-05-29T16:08:56.269" v="484" actId="20577"/>
          <ac:spMkLst>
            <pc:docMk/>
            <pc:sldMk cId="417899444" sldId="281"/>
            <ac:spMk id="4" creationId="{81EB4A9E-A1F2-A263-802A-8F345C8104D9}"/>
          </ac:spMkLst>
        </pc:spChg>
      </pc:sldChg>
    </pc:docChg>
  </pc:docChgLst>
  <pc:docChgLst>
    <pc:chgData name="Mohanta Das" userId="S::mohanta.das@cmsenergy.com::ae36c681-8d90-4c0d-b637-b44a7861ac8e" providerId="AD" clId="Web-{8D4EA982-BA38-A0ED-75A5-353E656704BB}"/>
    <pc:docChg chg="modSld">
      <pc:chgData name="Mohanta Das" userId="S::mohanta.das@cmsenergy.com::ae36c681-8d90-4c0d-b637-b44a7861ac8e" providerId="AD" clId="Web-{8D4EA982-BA38-A0ED-75A5-353E656704BB}" dt="2026-06-02T19:27:14.963" v="209" actId="20577"/>
      <pc:docMkLst>
        <pc:docMk/>
      </pc:docMkLst>
      <pc:sldChg chg="modSp">
        <pc:chgData name="Mohanta Das" userId="S::mohanta.das@cmsenergy.com::ae36c681-8d90-4c0d-b637-b44a7861ac8e" providerId="AD" clId="Web-{8D4EA982-BA38-A0ED-75A5-353E656704BB}" dt="2026-06-02T13:49:46.653" v="85"/>
        <pc:sldMkLst>
          <pc:docMk/>
          <pc:sldMk cId="1311532644" sldId="265"/>
        </pc:sldMkLst>
        <pc:graphicFrameChg chg="mod modGraphic">
          <ac:chgData name="Mohanta Das" userId="S::mohanta.das@cmsenergy.com::ae36c681-8d90-4c0d-b637-b44a7861ac8e" providerId="AD" clId="Web-{8D4EA982-BA38-A0ED-75A5-353E656704BB}" dt="2026-06-02T13:49:46.653" v="85"/>
          <ac:graphicFrameMkLst>
            <pc:docMk/>
            <pc:sldMk cId="1311532644" sldId="265"/>
            <ac:graphicFrameMk id="5" creationId="{DA6176CF-F69D-2D3D-C97D-9402C543D5E6}"/>
          </ac:graphicFrameMkLst>
        </pc:graphicFrameChg>
      </pc:sldChg>
      <pc:sldChg chg="modSp">
        <pc:chgData name="Mohanta Das" userId="S::mohanta.das@cmsenergy.com::ae36c681-8d90-4c0d-b637-b44a7861ac8e" providerId="AD" clId="Web-{8D4EA982-BA38-A0ED-75A5-353E656704BB}" dt="2026-06-02T19:27:14.963" v="209" actId="20577"/>
        <pc:sldMkLst>
          <pc:docMk/>
          <pc:sldMk cId="2545389575" sldId="270"/>
        </pc:sldMkLst>
        <pc:spChg chg="mod">
          <ac:chgData name="Mohanta Das" userId="S::mohanta.das@cmsenergy.com::ae36c681-8d90-4c0d-b637-b44a7861ac8e" providerId="AD" clId="Web-{8D4EA982-BA38-A0ED-75A5-353E656704BB}" dt="2026-06-02T19:27:14.963" v="209" actId="20577"/>
          <ac:spMkLst>
            <pc:docMk/>
            <pc:sldMk cId="2545389575" sldId="270"/>
            <ac:spMk id="4" creationId="{5B50B024-5B2C-73D1-0F65-38C1CBB14B5B}"/>
          </ac:spMkLst>
        </pc:spChg>
      </pc:sldChg>
      <pc:sldChg chg="modSp">
        <pc:chgData name="Mohanta Das" userId="S::mohanta.das@cmsenergy.com::ae36c681-8d90-4c0d-b637-b44a7861ac8e" providerId="AD" clId="Web-{8D4EA982-BA38-A0ED-75A5-353E656704BB}" dt="2026-06-02T19:09:58.433" v="198"/>
        <pc:sldMkLst>
          <pc:docMk/>
          <pc:sldMk cId="417899444" sldId="281"/>
        </pc:sldMkLst>
        <pc:graphicFrameChg chg="mod modGraphic">
          <ac:chgData name="Mohanta Das" userId="S::mohanta.das@cmsenergy.com::ae36c681-8d90-4c0d-b637-b44a7861ac8e" providerId="AD" clId="Web-{8D4EA982-BA38-A0ED-75A5-353E656704BB}" dt="2026-06-02T19:09:58.433" v="198"/>
          <ac:graphicFrameMkLst>
            <pc:docMk/>
            <pc:sldMk cId="417899444" sldId="281"/>
            <ac:graphicFrameMk id="3" creationId="{84008CCB-CBE4-E16B-D21C-D7032BB834C8}"/>
          </ac:graphicFrameMkLst>
        </pc:graphicFrameChg>
      </pc:sldChg>
      <pc:sldChg chg="modSp">
        <pc:chgData name="Mohanta Das" userId="S::mohanta.das@cmsenergy.com::ae36c681-8d90-4c0d-b637-b44a7861ac8e" providerId="AD" clId="Web-{8D4EA982-BA38-A0ED-75A5-353E656704BB}" dt="2026-06-02T18:53:35.765" v="88" actId="1076"/>
        <pc:sldMkLst>
          <pc:docMk/>
          <pc:sldMk cId="393647502" sldId="301"/>
        </pc:sldMkLst>
        <pc:picChg chg="mod">
          <ac:chgData name="Mohanta Das" userId="S::mohanta.das@cmsenergy.com::ae36c681-8d90-4c0d-b637-b44a7861ac8e" providerId="AD" clId="Web-{8D4EA982-BA38-A0ED-75A5-353E656704BB}" dt="2026-06-02T18:53:35.765" v="88" actId="1076"/>
          <ac:picMkLst>
            <pc:docMk/>
            <pc:sldMk cId="393647502" sldId="301"/>
            <ac:picMk id="3" creationId="{9E68B908-AE0D-5DDF-5080-04EB8E49C858}"/>
          </ac:picMkLst>
        </pc:picChg>
      </pc:sldChg>
    </pc:docChg>
  </pc:docChgLst>
  <pc:docChgLst>
    <pc:chgData name="Mohanta Das" userId="S::mohanta.das@cmsenergy.com::ae36c681-8d90-4c0d-b637-b44a7861ac8e" providerId="AD" clId="Web-{8B258210-9F5E-7A1D-2885-FEB584123462}"/>
    <pc:docChg chg="addSld delSld modSld sldOrd modSection">
      <pc:chgData name="Mohanta Das" userId="S::mohanta.das@cmsenergy.com::ae36c681-8d90-4c0d-b637-b44a7861ac8e" providerId="AD" clId="Web-{8B258210-9F5E-7A1D-2885-FEB584123462}" dt="2026-06-01T16:05:54.720" v="511" actId="20577"/>
      <pc:docMkLst>
        <pc:docMk/>
      </pc:docMkLst>
      <pc:sldChg chg="addSp delSp modSp add del replId">
        <pc:chgData name="Mohanta Das" userId="S::mohanta.das@cmsenergy.com::ae36c681-8d90-4c0d-b637-b44a7861ac8e" providerId="AD" clId="Web-{8B258210-9F5E-7A1D-2885-FEB584123462}" dt="2026-06-01T14:19:26.490" v="85"/>
        <pc:sldMkLst>
          <pc:docMk/>
          <pc:sldMk cId="1132120059" sldId="257"/>
        </pc:sldMkLst>
        <pc:spChg chg="mod">
          <ac:chgData name="Mohanta Das" userId="S::mohanta.das@cmsenergy.com::ae36c681-8d90-4c0d-b637-b44a7861ac8e" providerId="AD" clId="Web-{8B258210-9F5E-7A1D-2885-FEB584123462}" dt="2026-06-01T14:00:10.971" v="78" actId="20577"/>
          <ac:spMkLst>
            <pc:docMk/>
            <pc:sldMk cId="1132120059" sldId="257"/>
            <ac:spMk id="2" creationId="{17DE68DC-0596-B75A-A929-786EB7113C46}"/>
          </ac:spMkLst>
        </pc:spChg>
        <pc:spChg chg="add mod">
          <ac:chgData name="Mohanta Das" userId="S::mohanta.das@cmsenergy.com::ae36c681-8d90-4c0d-b637-b44a7861ac8e" providerId="AD" clId="Web-{8B258210-9F5E-7A1D-2885-FEB584123462}" dt="2026-06-01T14:03:02.740" v="84"/>
          <ac:spMkLst>
            <pc:docMk/>
            <pc:sldMk cId="1132120059" sldId="257"/>
            <ac:spMk id="3" creationId="{8C89776C-F8B8-F96B-0DD1-766E2D1DCC57}"/>
          </ac:spMkLst>
        </pc:spChg>
        <pc:picChg chg="del">
          <ac:chgData name="Mohanta Das" userId="S::mohanta.das@cmsenergy.com::ae36c681-8d90-4c0d-b637-b44a7861ac8e" providerId="AD" clId="Web-{8B258210-9F5E-7A1D-2885-FEB584123462}" dt="2026-06-01T13:59:57.580" v="73"/>
          <ac:picMkLst>
            <pc:docMk/>
            <pc:sldMk cId="1132120059" sldId="257"/>
            <ac:picMk id="4" creationId="{B45E398D-1469-8A8A-315F-F63D0AEE4A13}"/>
          </ac:picMkLst>
        </pc:picChg>
      </pc:sldChg>
      <pc:sldChg chg="delSp modSp add replId">
        <pc:chgData name="Mohanta Das" userId="S::mohanta.das@cmsenergy.com::ae36c681-8d90-4c0d-b637-b44a7861ac8e" providerId="AD" clId="Web-{8B258210-9F5E-7A1D-2885-FEB584123462}" dt="2026-06-01T14:32:11.908" v="365"/>
        <pc:sldMkLst>
          <pc:docMk/>
          <pc:sldMk cId="1137423218" sldId="257"/>
        </pc:sldMkLst>
        <pc:spChg chg="mod">
          <ac:chgData name="Mohanta Das" userId="S::mohanta.das@cmsenergy.com::ae36c681-8d90-4c0d-b637-b44a7861ac8e" providerId="AD" clId="Web-{8B258210-9F5E-7A1D-2885-FEB584123462}" dt="2026-06-01T14:24:14.411" v="100" actId="20577"/>
          <ac:spMkLst>
            <pc:docMk/>
            <pc:sldMk cId="1137423218" sldId="257"/>
            <ac:spMk id="2" creationId="{B9405973-478C-2634-5BB9-96D8C0C846C5}"/>
          </ac:spMkLst>
        </pc:spChg>
        <pc:spChg chg="del">
          <ac:chgData name="Mohanta Das" userId="S::mohanta.das@cmsenergy.com::ae36c681-8d90-4c0d-b637-b44a7861ac8e" providerId="AD" clId="Web-{8B258210-9F5E-7A1D-2885-FEB584123462}" dt="2026-06-01T14:23:55.176" v="87"/>
          <ac:spMkLst>
            <pc:docMk/>
            <pc:sldMk cId="1137423218" sldId="257"/>
            <ac:spMk id="4" creationId="{A6563D43-1586-F3A8-1EF5-30EDD7DC5BA4}"/>
          </ac:spMkLst>
        </pc:spChg>
        <pc:graphicFrameChg chg="mod modGraphic">
          <ac:chgData name="Mohanta Das" userId="S::mohanta.das@cmsenergy.com::ae36c681-8d90-4c0d-b637-b44a7861ac8e" providerId="AD" clId="Web-{8B258210-9F5E-7A1D-2885-FEB584123462}" dt="2026-06-01T14:32:11.908" v="365"/>
          <ac:graphicFrameMkLst>
            <pc:docMk/>
            <pc:sldMk cId="1137423218" sldId="257"/>
            <ac:graphicFrameMk id="3" creationId="{E1EF1B60-DF36-4E6D-FE7B-6A011360EB29}"/>
          </ac:graphicFrameMkLst>
        </pc:graphicFrameChg>
      </pc:sldChg>
      <pc:sldChg chg="addSp modSp del">
        <pc:chgData name="Mohanta Das" userId="S::mohanta.das@cmsenergy.com::ae36c681-8d90-4c0d-b637-b44a7861ac8e" providerId="AD" clId="Web-{8B258210-9F5E-7A1D-2885-FEB584123462}" dt="2026-06-01T13:59:44.939" v="70"/>
        <pc:sldMkLst>
          <pc:docMk/>
          <pc:sldMk cId="3820453903" sldId="257"/>
        </pc:sldMkLst>
        <pc:spChg chg="add mod">
          <ac:chgData name="Mohanta Das" userId="S::mohanta.das@cmsenergy.com::ae36c681-8d90-4c0d-b637-b44a7861ac8e" providerId="AD" clId="Web-{8B258210-9F5E-7A1D-2885-FEB584123462}" dt="2026-06-01T13:58:49.376" v="69"/>
          <ac:spMkLst>
            <pc:docMk/>
            <pc:sldMk cId="3820453903" sldId="257"/>
            <ac:spMk id="2" creationId="{A8D9EE38-B133-7A00-770B-D4DFDFC904E1}"/>
          </ac:spMkLst>
        </pc:spChg>
      </pc:sldChg>
      <pc:sldChg chg="ord">
        <pc:chgData name="Mohanta Das" userId="S::mohanta.das@cmsenergy.com::ae36c681-8d90-4c0d-b637-b44a7861ac8e" providerId="AD" clId="Web-{8B258210-9F5E-7A1D-2885-FEB584123462}" dt="2026-06-01T13:59:55.268" v="72"/>
        <pc:sldMkLst>
          <pc:docMk/>
          <pc:sldMk cId="417899444" sldId="281"/>
        </pc:sldMkLst>
      </pc:sldChg>
      <pc:sldChg chg="addSp delSp modSp add mod replId modClrScheme chgLayout">
        <pc:chgData name="Mohanta Das" userId="S::mohanta.das@cmsenergy.com::ae36c681-8d90-4c0d-b637-b44a7861ac8e" providerId="AD" clId="Web-{8B258210-9F5E-7A1D-2885-FEB584123462}" dt="2026-06-01T13:02:03.743" v="40" actId="20577"/>
        <pc:sldMkLst>
          <pc:docMk/>
          <pc:sldMk cId="2082101074" sldId="303"/>
        </pc:sldMkLst>
        <pc:spChg chg="mod ord">
          <ac:chgData name="Mohanta Das" userId="S::mohanta.das@cmsenergy.com::ae36c681-8d90-4c0d-b637-b44a7861ac8e" providerId="AD" clId="Web-{8B258210-9F5E-7A1D-2885-FEB584123462}" dt="2026-06-01T13:02:03.743" v="40" actId="20577"/>
          <ac:spMkLst>
            <pc:docMk/>
            <pc:sldMk cId="2082101074" sldId="303"/>
            <ac:spMk id="2" creationId="{2C1185AC-996F-8F9E-305D-394842FB420A}"/>
          </ac:spMkLst>
        </pc:spChg>
        <pc:picChg chg="add mod">
          <ac:chgData name="Mohanta Das" userId="S::mohanta.das@cmsenergy.com::ae36c681-8d90-4c0d-b637-b44a7861ac8e" providerId="AD" clId="Web-{8B258210-9F5E-7A1D-2885-FEB584123462}" dt="2026-06-01T13:01:20.287" v="9"/>
          <ac:picMkLst>
            <pc:docMk/>
            <pc:sldMk cId="2082101074" sldId="303"/>
            <ac:picMk id="3" creationId="{7B5D7A5E-6459-A4C5-29E5-94A26755CA31}"/>
          </ac:picMkLst>
        </pc:picChg>
        <pc:picChg chg="del">
          <ac:chgData name="Mohanta Das" userId="S::mohanta.das@cmsenergy.com::ae36c681-8d90-4c0d-b637-b44a7861ac8e" providerId="AD" clId="Web-{8B258210-9F5E-7A1D-2885-FEB584123462}" dt="2026-06-01T13:01:02.473" v="1"/>
          <ac:picMkLst>
            <pc:docMk/>
            <pc:sldMk cId="2082101074" sldId="303"/>
            <ac:picMk id="4" creationId="{17CE26CE-FDDD-B0AB-B048-7B59211248DB}"/>
          </ac:picMkLst>
        </pc:picChg>
      </pc:sldChg>
      <pc:sldChg chg="addSp delSp modSp add replId">
        <pc:chgData name="Mohanta Das" userId="S::mohanta.das@cmsenergy.com::ae36c681-8d90-4c0d-b637-b44a7861ac8e" providerId="AD" clId="Web-{8B258210-9F5E-7A1D-2885-FEB584123462}" dt="2026-06-01T13:27:51.864" v="44"/>
        <pc:sldMkLst>
          <pc:docMk/>
          <pc:sldMk cId="849189070" sldId="304"/>
        </pc:sldMkLst>
        <pc:spChg chg="mod ord">
          <ac:chgData name="Mohanta Das" userId="S::mohanta.das@cmsenergy.com::ae36c681-8d90-4c0d-b637-b44a7861ac8e" providerId="AD" clId="Web-{8B258210-9F5E-7A1D-2885-FEB584123462}" dt="2026-06-01T13:27:51.864" v="44"/>
          <ac:spMkLst>
            <pc:docMk/>
            <pc:sldMk cId="849189070" sldId="304"/>
            <ac:spMk id="2" creationId="{EEC7F31C-D8A8-7B46-960F-4556D6974D99}"/>
          </ac:spMkLst>
        </pc:spChg>
        <pc:picChg chg="del">
          <ac:chgData name="Mohanta Das" userId="S::mohanta.das@cmsenergy.com::ae36c681-8d90-4c0d-b637-b44a7861ac8e" providerId="AD" clId="Web-{8B258210-9F5E-7A1D-2885-FEB584123462}" dt="2026-06-01T13:27:42.520" v="42"/>
          <ac:picMkLst>
            <pc:docMk/>
            <pc:sldMk cId="849189070" sldId="304"/>
            <ac:picMk id="3" creationId="{997CBE71-A71A-F5C5-E296-C393FD342A17}"/>
          </ac:picMkLst>
        </pc:picChg>
        <pc:picChg chg="add mod">
          <ac:chgData name="Mohanta Das" userId="S::mohanta.das@cmsenergy.com::ae36c681-8d90-4c0d-b637-b44a7861ac8e" providerId="AD" clId="Web-{8B258210-9F5E-7A1D-2885-FEB584123462}" dt="2026-06-01T13:27:51.864" v="44"/>
          <ac:picMkLst>
            <pc:docMk/>
            <pc:sldMk cId="849189070" sldId="304"/>
            <ac:picMk id="4" creationId="{D07DB416-7B3B-136F-A03C-BAE563E58DC9}"/>
          </ac:picMkLst>
        </pc:picChg>
      </pc:sldChg>
      <pc:sldChg chg="addSp delSp modSp add replId">
        <pc:chgData name="Mohanta Das" userId="S::mohanta.das@cmsenergy.com::ae36c681-8d90-4c0d-b637-b44a7861ac8e" providerId="AD" clId="Web-{8B258210-9F5E-7A1D-2885-FEB584123462}" dt="2026-06-01T13:29:29.478" v="48"/>
        <pc:sldMkLst>
          <pc:docMk/>
          <pc:sldMk cId="1096047189" sldId="306"/>
        </pc:sldMkLst>
        <pc:spChg chg="ord">
          <ac:chgData name="Mohanta Das" userId="S::mohanta.das@cmsenergy.com::ae36c681-8d90-4c0d-b637-b44a7861ac8e" providerId="AD" clId="Web-{8B258210-9F5E-7A1D-2885-FEB584123462}" dt="2026-06-01T13:29:29.478" v="48"/>
          <ac:spMkLst>
            <pc:docMk/>
            <pc:sldMk cId="1096047189" sldId="306"/>
            <ac:spMk id="2" creationId="{D61A1B94-4D56-8547-0016-357E68B72FF9}"/>
          </ac:spMkLst>
        </pc:spChg>
        <pc:picChg chg="add mod">
          <ac:chgData name="Mohanta Das" userId="S::mohanta.das@cmsenergy.com::ae36c681-8d90-4c0d-b637-b44a7861ac8e" providerId="AD" clId="Web-{8B258210-9F5E-7A1D-2885-FEB584123462}" dt="2026-06-01T13:29:29.478" v="48"/>
          <ac:picMkLst>
            <pc:docMk/>
            <pc:sldMk cId="1096047189" sldId="306"/>
            <ac:picMk id="3" creationId="{40F2F952-77AF-0158-730E-110E33BB4E2D}"/>
          </ac:picMkLst>
        </pc:picChg>
        <pc:picChg chg="del">
          <ac:chgData name="Mohanta Das" userId="S::mohanta.das@cmsenergy.com::ae36c681-8d90-4c0d-b637-b44a7861ac8e" providerId="AD" clId="Web-{8B258210-9F5E-7A1D-2885-FEB584123462}" dt="2026-06-01T13:29:21.071" v="46"/>
          <ac:picMkLst>
            <pc:docMk/>
            <pc:sldMk cId="1096047189" sldId="306"/>
            <ac:picMk id="4" creationId="{3C895604-4BCA-11AC-3C13-CB5AAF9FB02C}"/>
          </ac:picMkLst>
        </pc:picChg>
      </pc:sldChg>
      <pc:sldChg chg="addSp delSp modSp add replId">
        <pc:chgData name="Mohanta Das" userId="S::mohanta.das@cmsenergy.com::ae36c681-8d90-4c0d-b637-b44a7861ac8e" providerId="AD" clId="Web-{8B258210-9F5E-7A1D-2885-FEB584123462}" dt="2026-06-01T13:31:35.280" v="54"/>
        <pc:sldMkLst>
          <pc:docMk/>
          <pc:sldMk cId="2377918578" sldId="307"/>
        </pc:sldMkLst>
        <pc:spChg chg="ord">
          <ac:chgData name="Mohanta Das" userId="S::mohanta.das@cmsenergy.com::ae36c681-8d90-4c0d-b637-b44a7861ac8e" providerId="AD" clId="Web-{8B258210-9F5E-7A1D-2885-FEB584123462}" dt="2026-06-01T13:31:08.904" v="52"/>
          <ac:spMkLst>
            <pc:docMk/>
            <pc:sldMk cId="2377918578" sldId="307"/>
            <ac:spMk id="2" creationId="{5C5C9003-F17E-4684-B80D-56301EFFBE7A}"/>
          </ac:spMkLst>
        </pc:spChg>
        <pc:picChg chg="del">
          <ac:chgData name="Mohanta Das" userId="S::mohanta.das@cmsenergy.com::ae36c681-8d90-4c0d-b637-b44a7861ac8e" providerId="AD" clId="Web-{8B258210-9F5E-7A1D-2885-FEB584123462}" dt="2026-06-01T13:31:02.295" v="50"/>
          <ac:picMkLst>
            <pc:docMk/>
            <pc:sldMk cId="2377918578" sldId="307"/>
            <ac:picMk id="3" creationId="{8D8BBDA3-F44B-09BC-CD29-DC4EFB15DFE0}"/>
          </ac:picMkLst>
        </pc:picChg>
        <pc:picChg chg="add del mod">
          <ac:chgData name="Mohanta Das" userId="S::mohanta.das@cmsenergy.com::ae36c681-8d90-4c0d-b637-b44a7861ac8e" providerId="AD" clId="Web-{8B258210-9F5E-7A1D-2885-FEB584123462}" dt="2026-06-01T13:31:32.608" v="53"/>
          <ac:picMkLst>
            <pc:docMk/>
            <pc:sldMk cId="2377918578" sldId="307"/>
            <ac:picMk id="4" creationId="{9DF3F54B-50A4-E4F2-F209-EFEFF6E112E5}"/>
          </ac:picMkLst>
        </pc:picChg>
        <pc:picChg chg="add mod">
          <ac:chgData name="Mohanta Das" userId="S::mohanta.das@cmsenergy.com::ae36c681-8d90-4c0d-b637-b44a7861ac8e" providerId="AD" clId="Web-{8B258210-9F5E-7A1D-2885-FEB584123462}" dt="2026-06-01T13:31:35.280" v="54"/>
          <ac:picMkLst>
            <pc:docMk/>
            <pc:sldMk cId="2377918578" sldId="307"/>
            <ac:picMk id="5" creationId="{10EA35DD-7824-5DE4-9EB9-47E320817EC9}"/>
          </ac:picMkLst>
        </pc:picChg>
      </pc:sldChg>
      <pc:sldChg chg="addSp delSp modSp add replId">
        <pc:chgData name="Mohanta Das" userId="S::mohanta.das@cmsenergy.com::ae36c681-8d90-4c0d-b637-b44a7861ac8e" providerId="AD" clId="Web-{8B258210-9F5E-7A1D-2885-FEB584123462}" dt="2026-06-01T13:34:37.351" v="58"/>
        <pc:sldMkLst>
          <pc:docMk/>
          <pc:sldMk cId="3931432357" sldId="309"/>
        </pc:sldMkLst>
        <pc:spChg chg="ord">
          <ac:chgData name="Mohanta Das" userId="S::mohanta.das@cmsenergy.com::ae36c681-8d90-4c0d-b637-b44a7861ac8e" providerId="AD" clId="Web-{8B258210-9F5E-7A1D-2885-FEB584123462}" dt="2026-06-01T13:34:37.351" v="58"/>
          <ac:spMkLst>
            <pc:docMk/>
            <pc:sldMk cId="3931432357" sldId="309"/>
            <ac:spMk id="2" creationId="{65D4BE5F-E26A-A019-40F2-9FB9902B2565}"/>
          </ac:spMkLst>
        </pc:spChg>
        <pc:picChg chg="add mod">
          <ac:chgData name="Mohanta Das" userId="S::mohanta.das@cmsenergy.com::ae36c681-8d90-4c0d-b637-b44a7861ac8e" providerId="AD" clId="Web-{8B258210-9F5E-7A1D-2885-FEB584123462}" dt="2026-06-01T13:34:37.351" v="58"/>
          <ac:picMkLst>
            <pc:docMk/>
            <pc:sldMk cId="3931432357" sldId="309"/>
            <ac:picMk id="3" creationId="{D1821E85-4A8A-C39F-4A59-B709DB615B46}"/>
          </ac:picMkLst>
        </pc:picChg>
        <pc:picChg chg="del">
          <ac:chgData name="Mohanta Das" userId="S::mohanta.das@cmsenergy.com::ae36c681-8d90-4c0d-b637-b44a7861ac8e" providerId="AD" clId="Web-{8B258210-9F5E-7A1D-2885-FEB584123462}" dt="2026-06-01T13:34:31.194" v="56"/>
          <ac:picMkLst>
            <pc:docMk/>
            <pc:sldMk cId="3931432357" sldId="309"/>
            <ac:picMk id="5" creationId="{CF633DB0-2969-458B-964C-6C155ABC4346}"/>
          </ac:picMkLst>
        </pc:picChg>
      </pc:sldChg>
      <pc:sldChg chg="addSp delSp modSp add replId">
        <pc:chgData name="Mohanta Das" userId="S::mohanta.das@cmsenergy.com::ae36c681-8d90-4c0d-b637-b44a7861ac8e" providerId="AD" clId="Web-{8B258210-9F5E-7A1D-2885-FEB584123462}" dt="2026-06-01T13:35:32.009" v="62"/>
        <pc:sldMkLst>
          <pc:docMk/>
          <pc:sldMk cId="1403300599" sldId="310"/>
        </pc:sldMkLst>
        <pc:spChg chg="ord">
          <ac:chgData name="Mohanta Das" userId="S::mohanta.das@cmsenergy.com::ae36c681-8d90-4c0d-b637-b44a7861ac8e" providerId="AD" clId="Web-{8B258210-9F5E-7A1D-2885-FEB584123462}" dt="2026-06-01T13:35:32.009" v="62"/>
          <ac:spMkLst>
            <pc:docMk/>
            <pc:sldMk cId="1403300599" sldId="310"/>
            <ac:spMk id="2" creationId="{F874A9F7-DA8C-AA36-A32C-03923AA7732D}"/>
          </ac:spMkLst>
        </pc:spChg>
        <pc:picChg chg="del">
          <ac:chgData name="Mohanta Das" userId="S::mohanta.das@cmsenergy.com::ae36c681-8d90-4c0d-b637-b44a7861ac8e" providerId="AD" clId="Web-{8B258210-9F5E-7A1D-2885-FEB584123462}" dt="2026-06-01T13:35:25.196" v="60"/>
          <ac:picMkLst>
            <pc:docMk/>
            <pc:sldMk cId="1403300599" sldId="310"/>
            <ac:picMk id="3" creationId="{07A08400-7590-4746-69BB-A229640BC8C2}"/>
          </ac:picMkLst>
        </pc:picChg>
        <pc:picChg chg="add mod">
          <ac:chgData name="Mohanta Das" userId="S::mohanta.das@cmsenergy.com::ae36c681-8d90-4c0d-b637-b44a7861ac8e" providerId="AD" clId="Web-{8B258210-9F5E-7A1D-2885-FEB584123462}" dt="2026-06-01T13:35:32.009" v="62"/>
          <ac:picMkLst>
            <pc:docMk/>
            <pc:sldMk cId="1403300599" sldId="310"/>
            <ac:picMk id="4" creationId="{E18A6054-A876-A6ED-1512-32BD8024123C}"/>
          </ac:picMkLst>
        </pc:picChg>
      </pc:sldChg>
      <pc:sldChg chg="add replId">
        <pc:chgData name="Mohanta Das" userId="S::mohanta.das@cmsenergy.com::ae36c681-8d90-4c0d-b637-b44a7861ac8e" providerId="AD" clId="Web-{8B258210-9F5E-7A1D-2885-FEB584123462}" dt="2026-06-01T15:54:34.026" v="366"/>
        <pc:sldMkLst>
          <pc:docMk/>
          <pc:sldMk cId="873381880" sldId="311"/>
        </pc:sldMkLst>
      </pc:sldChg>
      <pc:sldChg chg="modSp add replId">
        <pc:chgData name="Mohanta Das" userId="S::mohanta.das@cmsenergy.com::ae36c681-8d90-4c0d-b637-b44a7861ac8e" providerId="AD" clId="Web-{8B258210-9F5E-7A1D-2885-FEB584123462}" dt="2026-06-01T15:57:18.343" v="448"/>
        <pc:sldMkLst>
          <pc:docMk/>
          <pc:sldMk cId="1976470321" sldId="312"/>
        </pc:sldMkLst>
        <pc:spChg chg="mod">
          <ac:chgData name="Mohanta Das" userId="S::mohanta.das@cmsenergy.com::ae36c681-8d90-4c0d-b637-b44a7861ac8e" providerId="AD" clId="Web-{8B258210-9F5E-7A1D-2885-FEB584123462}" dt="2026-06-01T15:55:35.059" v="372" actId="20577"/>
          <ac:spMkLst>
            <pc:docMk/>
            <pc:sldMk cId="1976470321" sldId="312"/>
            <ac:spMk id="2" creationId="{8B402BCB-7522-92C5-7BC3-2A9E38F809CB}"/>
          </ac:spMkLst>
        </pc:spChg>
        <pc:graphicFrameChg chg="mod modGraphic">
          <ac:chgData name="Mohanta Das" userId="S::mohanta.das@cmsenergy.com::ae36c681-8d90-4c0d-b637-b44a7861ac8e" providerId="AD" clId="Web-{8B258210-9F5E-7A1D-2885-FEB584123462}" dt="2026-06-01T15:57:18.343" v="448"/>
          <ac:graphicFrameMkLst>
            <pc:docMk/>
            <pc:sldMk cId="1976470321" sldId="312"/>
            <ac:graphicFrameMk id="3" creationId="{9FF36DC4-0439-3B81-8D14-865ED1DE2A15}"/>
          </ac:graphicFrameMkLst>
        </pc:graphicFrameChg>
      </pc:sldChg>
      <pc:sldChg chg="new ord">
        <pc:chgData name="Mohanta Das" userId="S::mohanta.das@cmsenergy.com::ae36c681-8d90-4c0d-b637-b44a7861ac8e" providerId="AD" clId="Web-{8B258210-9F5E-7A1D-2885-FEB584123462}" dt="2026-06-01T16:02:32.399" v="458"/>
        <pc:sldMkLst>
          <pc:docMk/>
          <pc:sldMk cId="2980981452" sldId="313"/>
        </pc:sldMkLst>
      </pc:sldChg>
      <pc:sldChg chg="modSp add">
        <pc:chgData name="Mohanta Das" userId="S::mohanta.das@cmsenergy.com::ae36c681-8d90-4c0d-b637-b44a7861ac8e" providerId="AD" clId="Web-{8B258210-9F5E-7A1D-2885-FEB584123462}" dt="2026-06-01T16:05:15.624" v="506" actId="20577"/>
        <pc:sldMkLst>
          <pc:docMk/>
          <pc:sldMk cId="1404599235" sldId="314"/>
        </pc:sldMkLst>
        <pc:spChg chg="mod">
          <ac:chgData name="Mohanta Das" userId="S::mohanta.das@cmsenergy.com::ae36c681-8d90-4c0d-b637-b44a7861ac8e" providerId="AD" clId="Web-{8B258210-9F5E-7A1D-2885-FEB584123462}" dt="2026-06-01T16:05:15.624" v="506" actId="20577"/>
          <ac:spMkLst>
            <pc:docMk/>
            <pc:sldMk cId="1404599235" sldId="314"/>
            <ac:spMk id="2" creationId="{00000000-0000-0000-0000-000000000000}"/>
          </ac:spMkLst>
        </pc:spChg>
        <pc:graphicFrameChg chg="mod modGraphic">
          <ac:chgData name="Mohanta Das" userId="S::mohanta.das@cmsenergy.com::ae36c681-8d90-4c0d-b637-b44a7861ac8e" providerId="AD" clId="Web-{8B258210-9F5E-7A1D-2885-FEB584123462}" dt="2026-06-01T16:05:10.515" v="503"/>
          <ac:graphicFrameMkLst>
            <pc:docMk/>
            <pc:sldMk cId="1404599235" sldId="314"/>
            <ac:graphicFrameMk id="3" creationId="{00000000-0000-0000-0000-000000000000}"/>
          </ac:graphicFrameMkLst>
        </pc:graphicFrameChg>
      </pc:sldChg>
      <pc:sldChg chg="add">
        <pc:chgData name="Mohanta Das" userId="S::mohanta.das@cmsenergy.com::ae36c681-8d90-4c0d-b637-b44a7861ac8e" providerId="AD" clId="Web-{8B258210-9F5E-7A1D-2885-FEB584123462}" dt="2026-06-01T16:00:17.020" v="451"/>
        <pc:sldMkLst>
          <pc:docMk/>
          <pc:sldMk cId="3033658532" sldId="315"/>
        </pc:sldMkLst>
      </pc:sldChg>
      <pc:sldChg chg="modSp add ord">
        <pc:chgData name="Mohanta Das" userId="S::mohanta.das@cmsenergy.com::ae36c681-8d90-4c0d-b637-b44a7861ac8e" providerId="AD" clId="Web-{8B258210-9F5E-7A1D-2885-FEB584123462}" dt="2026-06-01T16:05:54.720" v="511" actId="20577"/>
        <pc:sldMkLst>
          <pc:docMk/>
          <pc:sldMk cId="2347388554" sldId="317"/>
        </pc:sldMkLst>
        <pc:spChg chg="mod">
          <ac:chgData name="Mohanta Das" userId="S::mohanta.das@cmsenergy.com::ae36c681-8d90-4c0d-b637-b44a7861ac8e" providerId="AD" clId="Web-{8B258210-9F5E-7A1D-2885-FEB584123462}" dt="2026-06-01T16:05:54.720" v="511" actId="20577"/>
          <ac:spMkLst>
            <pc:docMk/>
            <pc:sldMk cId="2347388554" sldId="317"/>
            <ac:spMk id="7" creationId="{B597FD0F-3E1D-D644-5432-29FF22D04E82}"/>
          </ac:spMkLst>
        </pc:spChg>
      </pc:sldChg>
      <pc:sldChg chg="modSp add ord">
        <pc:chgData name="Mohanta Das" userId="S::mohanta.das@cmsenergy.com::ae36c681-8d90-4c0d-b637-b44a7861ac8e" providerId="AD" clId="Web-{8B258210-9F5E-7A1D-2885-FEB584123462}" dt="2026-06-01T16:05:39.813" v="509" actId="14100"/>
        <pc:sldMkLst>
          <pc:docMk/>
          <pc:sldMk cId="2672662116" sldId="318"/>
        </pc:sldMkLst>
        <pc:spChg chg="mod">
          <ac:chgData name="Mohanta Das" userId="S::mohanta.das@cmsenergy.com::ae36c681-8d90-4c0d-b637-b44a7861ac8e" providerId="AD" clId="Web-{8B258210-9F5E-7A1D-2885-FEB584123462}" dt="2026-06-01T16:05:39.813" v="509" actId="14100"/>
          <ac:spMkLst>
            <pc:docMk/>
            <pc:sldMk cId="2672662116" sldId="318"/>
            <ac:spMk id="7" creationId="{F28AE2AB-3582-9496-F06C-0A787623DCCB}"/>
          </ac:spMkLst>
        </pc:spChg>
      </pc:sldChg>
      <pc:sldChg chg="add">
        <pc:chgData name="Mohanta Das" userId="S::mohanta.das@cmsenergy.com::ae36c681-8d90-4c0d-b637-b44a7861ac8e" providerId="AD" clId="Web-{8B258210-9F5E-7A1D-2885-FEB584123462}" dt="2026-06-01T16:02:25.993" v="457"/>
        <pc:sldMkLst>
          <pc:docMk/>
          <pc:sldMk cId="1163239719" sldId="319"/>
        </pc:sldMkLst>
      </pc:sldChg>
      <pc:sldChg chg="add del ord">
        <pc:chgData name="Mohanta Das" userId="S::mohanta.das@cmsenergy.com::ae36c681-8d90-4c0d-b637-b44a7861ac8e" providerId="AD" clId="Web-{8B258210-9F5E-7A1D-2885-FEB584123462}" dt="2026-06-01T16:03:54.278" v="464"/>
        <pc:sldMkLst>
          <pc:docMk/>
          <pc:sldMk cId="2532864555" sldId="320"/>
        </pc:sldMkLst>
      </pc:sldChg>
      <pc:sldChg chg="modSp add ord">
        <pc:chgData name="Mohanta Das" userId="S::mohanta.das@cmsenergy.com::ae36c681-8d90-4c0d-b637-b44a7861ac8e" providerId="AD" clId="Web-{8B258210-9F5E-7A1D-2885-FEB584123462}" dt="2026-06-01T16:04:59.796" v="483" actId="20577"/>
        <pc:sldMkLst>
          <pc:docMk/>
          <pc:sldMk cId="2577225943" sldId="320"/>
        </pc:sldMkLst>
        <pc:spChg chg="mod">
          <ac:chgData name="Mohanta Das" userId="S::mohanta.das@cmsenergy.com::ae36c681-8d90-4c0d-b637-b44a7861ac8e" providerId="AD" clId="Web-{8B258210-9F5E-7A1D-2885-FEB584123462}" dt="2026-06-01T16:04:59.796" v="483" actId="20577"/>
          <ac:spMkLst>
            <pc:docMk/>
            <pc:sldMk cId="2577225943" sldId="320"/>
            <ac:spMk id="2" creationId="{4E33D55B-2227-C7FB-485A-1F8ADB89AE2E}"/>
          </ac:spMkLst>
        </pc:spChg>
        <pc:graphicFrameChg chg="mod modGraphic">
          <ac:chgData name="Mohanta Das" userId="S::mohanta.das@cmsenergy.com::ae36c681-8d90-4c0d-b637-b44a7861ac8e" providerId="AD" clId="Web-{8B258210-9F5E-7A1D-2885-FEB584123462}" dt="2026-06-01T16:04:39.014" v="474"/>
          <ac:graphicFrameMkLst>
            <pc:docMk/>
            <pc:sldMk cId="2577225943" sldId="320"/>
            <ac:graphicFrameMk id="3" creationId="{472BD49D-224F-408E-4BF8-08B3888FC8A7}"/>
          </ac:graphicFrameMkLst>
        </pc:graphicFrameChg>
      </pc:sldChg>
    </pc:docChg>
  </pc:docChgLst>
  <pc:docChgLst>
    <pc:chgData name="Taylor Ilov" userId="S::taylor.ilov@cmsenergy.com::b3e8fa34-e639-4d12-a6dc-5e3032b39fb7" providerId="AD" clId="Web-{EEC7DD38-9A95-DD3B-8A17-0D27AFED95B0}"/>
    <pc:docChg chg="mod delSld modSld modSection">
      <pc:chgData name="Taylor Ilov" userId="S::taylor.ilov@cmsenergy.com::b3e8fa34-e639-4d12-a6dc-5e3032b39fb7" providerId="AD" clId="Web-{EEC7DD38-9A95-DD3B-8A17-0D27AFED95B0}" dt="2026-06-02T02:32:49.454" v="155"/>
      <pc:docMkLst>
        <pc:docMk/>
      </pc:docMkLst>
      <pc:sldChg chg="addSp modSp">
        <pc:chgData name="Taylor Ilov" userId="S::taylor.ilov@cmsenergy.com::b3e8fa34-e639-4d12-a6dc-5e3032b39fb7" providerId="AD" clId="Web-{EEC7DD38-9A95-DD3B-8A17-0D27AFED95B0}" dt="2026-06-02T02:27:01.752" v="123" actId="1076"/>
        <pc:sldMkLst>
          <pc:docMk/>
          <pc:sldMk cId="1137423218" sldId="257"/>
        </pc:sldMkLst>
        <pc:spChg chg="mod">
          <ac:chgData name="Taylor Ilov" userId="S::taylor.ilov@cmsenergy.com::b3e8fa34-e639-4d12-a6dc-5e3032b39fb7" providerId="AD" clId="Web-{EEC7DD38-9A95-DD3B-8A17-0D27AFED95B0}" dt="2026-06-02T02:26:07.609" v="87" actId="20577"/>
          <ac:spMkLst>
            <pc:docMk/>
            <pc:sldMk cId="1137423218" sldId="257"/>
            <ac:spMk id="2" creationId="{B9405973-478C-2634-5BB9-96D8C0C846C5}"/>
          </ac:spMkLst>
        </pc:spChg>
        <pc:spChg chg="add mod">
          <ac:chgData name="Taylor Ilov" userId="S::taylor.ilov@cmsenergy.com::b3e8fa34-e639-4d12-a6dc-5e3032b39fb7" providerId="AD" clId="Web-{EEC7DD38-9A95-DD3B-8A17-0D27AFED95B0}" dt="2026-06-02T02:27:01.752" v="123" actId="1076"/>
          <ac:spMkLst>
            <pc:docMk/>
            <pc:sldMk cId="1137423218" sldId="257"/>
            <ac:spMk id="6" creationId="{8B402BCB-7522-92C5-7BC3-2A9E38F809CB}"/>
          </ac:spMkLst>
        </pc:spChg>
        <pc:graphicFrameChg chg="mod modGraphic">
          <ac:chgData name="Taylor Ilov" userId="S::taylor.ilov@cmsenergy.com::b3e8fa34-e639-4d12-a6dc-5e3032b39fb7" providerId="AD" clId="Web-{EEC7DD38-9A95-DD3B-8A17-0D27AFED95B0}" dt="2026-06-02T02:25:58.890" v="84"/>
          <ac:graphicFrameMkLst>
            <pc:docMk/>
            <pc:sldMk cId="1137423218" sldId="257"/>
            <ac:graphicFrameMk id="3" creationId="{E1EF1B60-DF36-4E6D-FE7B-6A011360EB29}"/>
          </ac:graphicFrameMkLst>
        </pc:graphicFrameChg>
        <pc:graphicFrameChg chg="add">
          <ac:chgData name="Taylor Ilov" userId="S::taylor.ilov@cmsenergy.com::b3e8fa34-e639-4d12-a6dc-5e3032b39fb7" providerId="AD" clId="Web-{EEC7DD38-9A95-DD3B-8A17-0D27AFED95B0}" dt="2026-06-02T02:26:16.625" v="91"/>
          <ac:graphicFrameMkLst>
            <pc:docMk/>
            <pc:sldMk cId="1137423218" sldId="257"/>
            <ac:graphicFrameMk id="5" creationId="{9FF36DC4-0439-3B81-8D14-865ED1DE2A15}"/>
          </ac:graphicFrameMkLst>
        </pc:graphicFrameChg>
      </pc:sldChg>
      <pc:sldChg chg="del">
        <pc:chgData name="Taylor Ilov" userId="S::taylor.ilov@cmsenergy.com::b3e8fa34-e639-4d12-a6dc-5e3032b39fb7" providerId="AD" clId="Web-{EEC7DD38-9A95-DD3B-8A17-0D27AFED95B0}" dt="2026-06-02T02:32:49.454" v="155"/>
        <pc:sldMkLst>
          <pc:docMk/>
          <pc:sldMk cId="1210554918" sldId="277"/>
        </pc:sldMkLst>
      </pc:sldChg>
      <pc:sldChg chg="modSp">
        <pc:chgData name="Taylor Ilov" userId="S::taylor.ilov@cmsenergy.com::b3e8fa34-e639-4d12-a6dc-5e3032b39fb7" providerId="AD" clId="Web-{EEC7DD38-9A95-DD3B-8A17-0D27AFED95B0}" dt="2026-06-02T02:28:31.272" v="150" actId="1076"/>
        <pc:sldMkLst>
          <pc:docMk/>
          <pc:sldMk cId="417899444" sldId="281"/>
        </pc:sldMkLst>
        <pc:spChg chg="mod">
          <ac:chgData name="Taylor Ilov" userId="S::taylor.ilov@cmsenergy.com::b3e8fa34-e639-4d12-a6dc-5e3032b39fb7" providerId="AD" clId="Web-{EEC7DD38-9A95-DD3B-8A17-0D27AFED95B0}" dt="2026-06-02T02:24:54.576" v="36" actId="1076"/>
          <ac:spMkLst>
            <pc:docMk/>
            <pc:sldMk cId="417899444" sldId="281"/>
            <ac:spMk id="4" creationId="{81EB4A9E-A1F2-A263-802A-8F345C8104D9}"/>
          </ac:spMkLst>
        </pc:spChg>
        <pc:graphicFrameChg chg="mod modGraphic">
          <ac:chgData name="Taylor Ilov" userId="S::taylor.ilov@cmsenergy.com::b3e8fa34-e639-4d12-a6dc-5e3032b39fb7" providerId="AD" clId="Web-{EEC7DD38-9A95-DD3B-8A17-0D27AFED95B0}" dt="2026-06-02T02:28:31.272" v="150" actId="1076"/>
          <ac:graphicFrameMkLst>
            <pc:docMk/>
            <pc:sldMk cId="417899444" sldId="281"/>
            <ac:graphicFrameMk id="3" creationId="{84008CCB-CBE4-E16B-D21C-D7032BB834C8}"/>
          </ac:graphicFrameMkLst>
        </pc:graphicFrameChg>
      </pc:sldChg>
      <pc:sldChg chg="modSp">
        <pc:chgData name="Taylor Ilov" userId="S::taylor.ilov@cmsenergy.com::b3e8fa34-e639-4d12-a6dc-5e3032b39fb7" providerId="AD" clId="Web-{EEC7DD38-9A95-DD3B-8A17-0D27AFED95B0}" dt="2026-06-02T02:23:00.776" v="9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EEC7DD38-9A95-DD3B-8A17-0D27AFED95B0}" dt="2026-06-02T02:23:00.776" v="9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addSp delSp modSp mod modClrScheme chgLayout">
        <pc:chgData name="Taylor Ilov" userId="S::taylor.ilov@cmsenergy.com::b3e8fa34-e639-4d12-a6dc-5e3032b39fb7" providerId="AD" clId="Web-{EEC7DD38-9A95-DD3B-8A17-0D27AFED95B0}" dt="2026-06-02T02:23:48.199" v="24"/>
        <pc:sldMkLst>
          <pc:docMk/>
          <pc:sldMk cId="2424277114" sldId="293"/>
        </pc:sldMkLst>
        <pc:spChg chg="del mod">
          <ac:chgData name="Taylor Ilov" userId="S::taylor.ilov@cmsenergy.com::b3e8fa34-e639-4d12-a6dc-5e3032b39fb7" providerId="AD" clId="Web-{EEC7DD38-9A95-DD3B-8A17-0D27AFED95B0}" dt="2026-06-02T02:23:24.464" v="13"/>
          <ac:spMkLst>
            <pc:docMk/>
            <pc:sldMk cId="2424277114" sldId="293"/>
            <ac:spMk id="2" creationId="{00000000-0000-0000-0000-000000000000}"/>
          </ac:spMkLst>
        </pc:spChg>
        <pc:spChg chg="add mod ord">
          <ac:chgData name="Taylor Ilov" userId="S::taylor.ilov@cmsenergy.com::b3e8fa34-e639-4d12-a6dc-5e3032b39fb7" providerId="AD" clId="Web-{EEC7DD38-9A95-DD3B-8A17-0D27AFED95B0}" dt="2026-06-02T02:23:48.199" v="24"/>
          <ac:spMkLst>
            <pc:docMk/>
            <pc:sldMk cId="2424277114" sldId="293"/>
            <ac:spMk id="4" creationId="{2068E17E-0712-B99A-0297-A503110893B8}"/>
          </ac:spMkLst>
        </pc:spChg>
        <pc:spChg chg="add del mod ord">
          <ac:chgData name="Taylor Ilov" userId="S::taylor.ilov@cmsenergy.com::b3e8fa34-e639-4d12-a6dc-5e3032b39fb7" providerId="AD" clId="Web-{EEC7DD38-9A95-DD3B-8A17-0D27AFED95B0}" dt="2026-06-02T02:23:33.043" v="18"/>
          <ac:spMkLst>
            <pc:docMk/>
            <pc:sldMk cId="2424277114" sldId="293"/>
            <ac:spMk id="5" creationId="{C1C258F4-AE79-7027-465A-4B359AA22387}"/>
          </ac:spMkLst>
        </pc:spChg>
        <pc:spChg chg="add del mod">
          <ac:chgData name="Taylor Ilov" userId="S::taylor.ilov@cmsenergy.com::b3e8fa34-e639-4d12-a6dc-5e3032b39fb7" providerId="AD" clId="Web-{EEC7DD38-9A95-DD3B-8A17-0D27AFED95B0}" dt="2026-06-02T02:23:28.933" v="17"/>
          <ac:spMkLst>
            <pc:docMk/>
            <pc:sldMk cId="2424277114" sldId="293"/>
            <ac:spMk id="6" creationId="{EDF869F3-499D-2FC8-C8B0-14380A964566}"/>
          </ac:spMkLst>
        </pc:spChg>
      </pc:sldChg>
      <pc:sldChg chg="addSp delSp modSp">
        <pc:chgData name="Taylor Ilov" userId="S::taylor.ilov@cmsenergy.com::b3e8fa34-e639-4d12-a6dc-5e3032b39fb7" providerId="AD" clId="Web-{EEC7DD38-9A95-DD3B-8A17-0D27AFED95B0}" dt="2026-06-02T02:24:01.497" v="26"/>
        <pc:sldMkLst>
          <pc:docMk/>
          <pc:sldMk cId="3354523009" sldId="294"/>
        </pc:sldMkLst>
        <pc:spChg chg="del">
          <ac:chgData name="Taylor Ilov" userId="S::taylor.ilov@cmsenergy.com::b3e8fa34-e639-4d12-a6dc-5e3032b39fb7" providerId="AD" clId="Web-{EEC7DD38-9A95-DD3B-8A17-0D27AFED95B0}" dt="2026-06-02T02:23:54.996" v="25"/>
          <ac:spMkLst>
            <pc:docMk/>
            <pc:sldMk cId="3354523009" sldId="294"/>
            <ac:spMk id="2" creationId="{D902C166-1799-D9CB-39F3-9FEFD619F0E9}"/>
          </ac:spMkLst>
        </pc:spChg>
        <pc:spChg chg="add mod">
          <ac:chgData name="Taylor Ilov" userId="S::taylor.ilov@cmsenergy.com::b3e8fa34-e639-4d12-a6dc-5e3032b39fb7" providerId="AD" clId="Web-{EEC7DD38-9A95-DD3B-8A17-0D27AFED95B0}" dt="2026-06-02T02:24:01.497" v="26"/>
          <ac:spMkLst>
            <pc:docMk/>
            <pc:sldMk cId="3354523009" sldId="294"/>
            <ac:spMk id="5" creationId="{B0646A9B-5956-234D-E6B1-75A7D52F1CC3}"/>
          </ac:spMkLst>
        </pc:spChg>
      </pc:sldChg>
      <pc:sldChg chg="modSp">
        <pc:chgData name="Taylor Ilov" userId="S::taylor.ilov@cmsenergy.com::b3e8fa34-e639-4d12-a6dc-5e3032b39fb7" providerId="AD" clId="Web-{EEC7DD38-9A95-DD3B-8A17-0D27AFED95B0}" dt="2026-06-02T02:24:06.325" v="27"/>
        <pc:sldMkLst>
          <pc:docMk/>
          <pc:sldMk cId="3824994154" sldId="296"/>
        </pc:sldMkLst>
        <pc:spChg chg="mod">
          <ac:chgData name="Taylor Ilov" userId="S::taylor.ilov@cmsenergy.com::b3e8fa34-e639-4d12-a6dc-5e3032b39fb7" providerId="AD" clId="Web-{EEC7DD38-9A95-DD3B-8A17-0D27AFED95B0}" dt="2026-06-02T02:24:06.325" v="27"/>
          <ac:spMkLst>
            <pc:docMk/>
            <pc:sldMk cId="3824994154" sldId="296"/>
            <ac:spMk id="2" creationId="{10325067-EF95-0841-CE24-BB43EED2380D}"/>
          </ac:spMkLst>
        </pc:spChg>
      </pc:sldChg>
      <pc:sldChg chg="modSp">
        <pc:chgData name="Taylor Ilov" userId="S::taylor.ilov@cmsenergy.com::b3e8fa34-e639-4d12-a6dc-5e3032b39fb7" providerId="AD" clId="Web-{EEC7DD38-9A95-DD3B-8A17-0D27AFED95B0}" dt="2026-06-02T02:24:10.466" v="28"/>
        <pc:sldMkLst>
          <pc:docMk/>
          <pc:sldMk cId="3023754018" sldId="297"/>
        </pc:sldMkLst>
        <pc:spChg chg="mod">
          <ac:chgData name="Taylor Ilov" userId="S::taylor.ilov@cmsenergy.com::b3e8fa34-e639-4d12-a6dc-5e3032b39fb7" providerId="AD" clId="Web-{EEC7DD38-9A95-DD3B-8A17-0D27AFED95B0}" dt="2026-06-02T02:24:10.466" v="28"/>
          <ac:spMkLst>
            <pc:docMk/>
            <pc:sldMk cId="3023754018" sldId="297"/>
            <ac:spMk id="2" creationId="{6EF2F22B-B46F-ECD6-2F47-CE19281551B1}"/>
          </ac:spMkLst>
        </pc:spChg>
      </pc:sldChg>
      <pc:sldChg chg="modSp">
        <pc:chgData name="Taylor Ilov" userId="S::taylor.ilov@cmsenergy.com::b3e8fa34-e639-4d12-a6dc-5e3032b39fb7" providerId="AD" clId="Web-{EEC7DD38-9A95-DD3B-8A17-0D27AFED95B0}" dt="2026-06-02T02:24:21.169" v="31"/>
        <pc:sldMkLst>
          <pc:docMk/>
          <pc:sldMk cId="1439065947" sldId="298"/>
        </pc:sldMkLst>
        <pc:spChg chg="mod">
          <ac:chgData name="Taylor Ilov" userId="S::taylor.ilov@cmsenergy.com::b3e8fa34-e639-4d12-a6dc-5e3032b39fb7" providerId="AD" clId="Web-{EEC7DD38-9A95-DD3B-8A17-0D27AFED95B0}" dt="2026-06-02T02:24:21.169" v="31"/>
          <ac:spMkLst>
            <pc:docMk/>
            <pc:sldMk cId="1439065947" sldId="298"/>
            <ac:spMk id="2" creationId="{1DDAD7BF-E477-4560-4FE0-31961DF76605}"/>
          </ac:spMkLst>
        </pc:spChg>
      </pc:sldChg>
      <pc:sldChg chg="modSp">
        <pc:chgData name="Taylor Ilov" userId="S::taylor.ilov@cmsenergy.com::b3e8fa34-e639-4d12-a6dc-5e3032b39fb7" providerId="AD" clId="Web-{EEC7DD38-9A95-DD3B-8A17-0D27AFED95B0}" dt="2026-06-02T02:24:25.185" v="32"/>
        <pc:sldMkLst>
          <pc:docMk/>
          <pc:sldMk cId="425196221" sldId="299"/>
        </pc:sldMkLst>
        <pc:spChg chg="mod">
          <ac:chgData name="Taylor Ilov" userId="S::taylor.ilov@cmsenergy.com::b3e8fa34-e639-4d12-a6dc-5e3032b39fb7" providerId="AD" clId="Web-{EEC7DD38-9A95-DD3B-8A17-0D27AFED95B0}" dt="2026-06-02T02:24:25.185" v="32"/>
          <ac:spMkLst>
            <pc:docMk/>
            <pc:sldMk cId="425196221" sldId="299"/>
            <ac:spMk id="2" creationId="{35DF0E1F-B02E-943B-D3C4-895C23229C01}"/>
          </ac:spMkLst>
        </pc:spChg>
      </pc:sldChg>
      <pc:sldChg chg="modSp">
        <pc:chgData name="Taylor Ilov" userId="S::taylor.ilov@cmsenergy.com::b3e8fa34-e639-4d12-a6dc-5e3032b39fb7" providerId="AD" clId="Web-{EEC7DD38-9A95-DD3B-8A17-0D27AFED95B0}" dt="2026-06-02T02:24:29.904" v="33"/>
        <pc:sldMkLst>
          <pc:docMk/>
          <pc:sldMk cId="393647502" sldId="301"/>
        </pc:sldMkLst>
        <pc:spChg chg="mod">
          <ac:chgData name="Taylor Ilov" userId="S::taylor.ilov@cmsenergy.com::b3e8fa34-e639-4d12-a6dc-5e3032b39fb7" providerId="AD" clId="Web-{EEC7DD38-9A95-DD3B-8A17-0D27AFED95B0}" dt="2026-06-02T02:24:29.904" v="33"/>
          <ac:spMkLst>
            <pc:docMk/>
            <pc:sldMk cId="393647502" sldId="301"/>
            <ac:spMk id="2" creationId="{9AD270F4-BD53-C051-49C6-05AA3523C72A}"/>
          </ac:spMkLst>
        </pc:spChg>
      </pc:sldChg>
      <pc:sldChg chg="modSp">
        <pc:chgData name="Taylor Ilov" userId="S::taylor.ilov@cmsenergy.com::b3e8fa34-e639-4d12-a6dc-5e3032b39fb7" providerId="AD" clId="Web-{EEC7DD38-9A95-DD3B-8A17-0D27AFED95B0}" dt="2026-06-02T02:24:34.169" v="34"/>
        <pc:sldMkLst>
          <pc:docMk/>
          <pc:sldMk cId="210188294" sldId="302"/>
        </pc:sldMkLst>
        <pc:spChg chg="mod">
          <ac:chgData name="Taylor Ilov" userId="S::taylor.ilov@cmsenergy.com::b3e8fa34-e639-4d12-a6dc-5e3032b39fb7" providerId="AD" clId="Web-{EEC7DD38-9A95-DD3B-8A17-0D27AFED95B0}" dt="2026-06-02T02:24:34.169" v="34"/>
          <ac:spMkLst>
            <pc:docMk/>
            <pc:sldMk cId="210188294" sldId="302"/>
            <ac:spMk id="2" creationId="{0AD45A82-5EAA-BA5C-4A56-76E7B65E5A6F}"/>
          </ac:spMkLst>
        </pc:spChg>
      </pc:sldChg>
      <pc:sldChg chg="modSp">
        <pc:chgData name="Taylor Ilov" userId="S::taylor.ilov@cmsenergy.com::b3e8fa34-e639-4d12-a6dc-5e3032b39fb7" providerId="AD" clId="Web-{EEC7DD38-9A95-DD3B-8A17-0D27AFED95B0}" dt="2026-06-02T02:24:38.966" v="35"/>
        <pc:sldMkLst>
          <pc:docMk/>
          <pc:sldMk cId="2082101074" sldId="303"/>
        </pc:sldMkLst>
        <pc:spChg chg="mod">
          <ac:chgData name="Taylor Ilov" userId="S::taylor.ilov@cmsenergy.com::b3e8fa34-e639-4d12-a6dc-5e3032b39fb7" providerId="AD" clId="Web-{EEC7DD38-9A95-DD3B-8A17-0D27AFED95B0}" dt="2026-06-02T02:24:38.966" v="35"/>
          <ac:spMkLst>
            <pc:docMk/>
            <pc:sldMk cId="2082101074" sldId="303"/>
            <ac:spMk id="2" creationId="{2C1185AC-996F-8F9E-305D-394842FB420A}"/>
          </ac:spMkLst>
        </pc:spChg>
      </pc:sldChg>
      <pc:sldChg chg="delSp modSp del">
        <pc:chgData name="Taylor Ilov" userId="S::taylor.ilov@cmsenergy.com::b3e8fa34-e639-4d12-a6dc-5e3032b39fb7" providerId="AD" clId="Web-{EEC7DD38-9A95-DD3B-8A17-0D27AFED95B0}" dt="2026-06-02T02:27:02.768" v="124"/>
        <pc:sldMkLst>
          <pc:docMk/>
          <pc:sldMk cId="1976470321" sldId="312"/>
        </pc:sldMkLst>
        <pc:spChg chg="del">
          <ac:chgData name="Taylor Ilov" userId="S::taylor.ilov@cmsenergy.com::b3e8fa34-e639-4d12-a6dc-5e3032b39fb7" providerId="AD" clId="Web-{EEC7DD38-9A95-DD3B-8A17-0D27AFED95B0}" dt="2026-06-02T02:26:15.891" v="90"/>
          <ac:spMkLst>
            <pc:docMk/>
            <pc:sldMk cId="1976470321" sldId="312"/>
            <ac:spMk id="2" creationId="{8B402BCB-7522-92C5-7BC3-2A9E38F809CB}"/>
          </ac:spMkLst>
        </pc:spChg>
        <pc:graphicFrameChg chg="del modGraphic">
          <ac:chgData name="Taylor Ilov" userId="S::taylor.ilov@cmsenergy.com::b3e8fa34-e639-4d12-a6dc-5e3032b39fb7" providerId="AD" clId="Web-{EEC7DD38-9A95-DD3B-8A17-0D27AFED95B0}" dt="2026-06-02T02:26:15.891" v="89"/>
          <ac:graphicFrameMkLst>
            <pc:docMk/>
            <pc:sldMk cId="1976470321" sldId="312"/>
            <ac:graphicFrameMk id="3" creationId="{9FF36DC4-0439-3B81-8D14-865ED1DE2A15}"/>
          </ac:graphicFrameMkLst>
        </pc:graphicFrameChg>
      </pc:sldChg>
      <pc:sldChg chg="modSp">
        <pc:chgData name="Taylor Ilov" userId="S::taylor.ilov@cmsenergy.com::b3e8fa34-e639-4d12-a6dc-5e3032b39fb7" providerId="AD" clId="Web-{EEC7DD38-9A95-DD3B-8A17-0D27AFED95B0}" dt="2026-06-02T02:22:22.447" v="5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EEC7DD38-9A95-DD3B-8A17-0D27AFED95B0}" dt="2026-06-02T02:21:56.540" v="2" actId="20577"/>
          <ac:spMkLst>
            <pc:docMk/>
            <pc:sldMk cId="429306594" sldId="2147483632"/>
            <ac:spMk id="6" creationId="{4CC7DFAC-34D3-91D3-2C54-3811D96D4D08}"/>
          </ac:spMkLst>
        </pc:spChg>
        <pc:spChg chg="mod">
          <ac:chgData name="Taylor Ilov" userId="S::taylor.ilov@cmsenergy.com::b3e8fa34-e639-4d12-a6dc-5e3032b39fb7" providerId="AD" clId="Web-{EEC7DD38-9A95-DD3B-8A17-0D27AFED95B0}" dt="2026-06-02T02:22:22.447" v="5" actId="1076"/>
          <ac:spMkLst>
            <pc:docMk/>
            <pc:sldMk cId="429306594" sldId="2147483632"/>
            <ac:spMk id="14" creationId="{1A3158E1-7695-0C81-4A14-28927869505A}"/>
          </ac:spMkLst>
        </pc:spChg>
      </pc:sldChg>
      <pc:sldChg chg="del">
        <pc:chgData name="Taylor Ilov" userId="S::taylor.ilov@cmsenergy.com::b3e8fa34-e639-4d12-a6dc-5e3032b39fb7" providerId="AD" clId="Web-{EEC7DD38-9A95-DD3B-8A17-0D27AFED95B0}" dt="2026-06-02T02:32:49.454" v="153"/>
        <pc:sldMkLst>
          <pc:docMk/>
          <pc:sldMk cId="3351640754" sldId="2147483633"/>
        </pc:sldMkLst>
      </pc:sldChg>
      <pc:sldChg chg="del">
        <pc:chgData name="Taylor Ilov" userId="S::taylor.ilov@cmsenergy.com::b3e8fa34-e639-4d12-a6dc-5e3032b39fb7" providerId="AD" clId="Web-{EEC7DD38-9A95-DD3B-8A17-0D27AFED95B0}" dt="2026-06-02T02:32:49.454" v="152"/>
        <pc:sldMkLst>
          <pc:docMk/>
          <pc:sldMk cId="1100489755" sldId="2147483634"/>
        </pc:sldMkLst>
      </pc:sldChg>
      <pc:sldChg chg="del">
        <pc:chgData name="Taylor Ilov" userId="S::taylor.ilov@cmsenergy.com::b3e8fa34-e639-4d12-a6dc-5e3032b39fb7" providerId="AD" clId="Web-{EEC7DD38-9A95-DD3B-8A17-0D27AFED95B0}" dt="2026-06-02T02:32:49.454" v="154"/>
        <pc:sldMkLst>
          <pc:docMk/>
          <pc:sldMk cId="1274508170" sldId="2147483635"/>
        </pc:sldMkLst>
      </pc:sldChg>
    </pc:docChg>
  </pc:docChgLst>
  <pc:docChgLst>
    <pc:chgData name="Taylor Ilov" userId="S::taylor.ilov@cmsenergy.com::b3e8fa34-e639-4d12-a6dc-5e3032b39fb7" providerId="AD" clId="Web-{68A1EBE6-95AE-A45A-2011-352B6A9DE6B9}"/>
    <pc:docChg chg="addSld delSld modSld delSection modSection">
      <pc:chgData name="Taylor Ilov" userId="S::taylor.ilov@cmsenergy.com::b3e8fa34-e639-4d12-a6dc-5e3032b39fb7" providerId="AD" clId="Web-{68A1EBE6-95AE-A45A-2011-352B6A9DE6B9}" dt="2026-06-01T18:08:42.457" v="97" actId="20577"/>
      <pc:docMkLst>
        <pc:docMk/>
      </pc:docMkLst>
      <pc:sldChg chg="del">
        <pc:chgData name="Taylor Ilov" userId="S::taylor.ilov@cmsenergy.com::b3e8fa34-e639-4d12-a6dc-5e3032b39fb7" providerId="AD" clId="Web-{68A1EBE6-95AE-A45A-2011-352B6A9DE6B9}" dt="2026-06-01T18:05:59.045" v="27"/>
        <pc:sldMkLst>
          <pc:docMk/>
          <pc:sldMk cId="680569951" sldId="258"/>
        </pc:sldMkLst>
      </pc:sldChg>
      <pc:sldChg chg="del">
        <pc:chgData name="Taylor Ilov" userId="S::taylor.ilov@cmsenergy.com::b3e8fa34-e639-4d12-a6dc-5e3032b39fb7" providerId="AD" clId="Web-{68A1EBE6-95AE-A45A-2011-352B6A9DE6B9}" dt="2026-06-01T18:05:59.342" v="28"/>
        <pc:sldMkLst>
          <pc:docMk/>
          <pc:sldMk cId="2057988319" sldId="269"/>
        </pc:sldMkLst>
      </pc:sldChg>
      <pc:sldChg chg="del mod modShow">
        <pc:chgData name="Taylor Ilov" userId="S::taylor.ilov@cmsenergy.com::b3e8fa34-e639-4d12-a6dc-5e3032b39fb7" providerId="AD" clId="Web-{68A1EBE6-95AE-A45A-2011-352B6A9DE6B9}" dt="2026-06-01T18:06:14.498" v="32"/>
        <pc:sldMkLst>
          <pc:docMk/>
          <pc:sldMk cId="1100489755" sldId="280"/>
        </pc:sldMkLst>
      </pc:sldChg>
      <pc:sldChg chg="del">
        <pc:chgData name="Taylor Ilov" userId="S::taylor.ilov@cmsenergy.com::b3e8fa34-e639-4d12-a6dc-5e3032b39fb7" providerId="AD" clId="Web-{68A1EBE6-95AE-A45A-2011-352B6A9DE6B9}" dt="2026-06-01T18:05:59.013" v="26"/>
        <pc:sldMkLst>
          <pc:docMk/>
          <pc:sldMk cId="1008597644" sldId="282"/>
        </pc:sldMkLst>
      </pc:sldChg>
      <pc:sldChg chg="del mod modShow">
        <pc:chgData name="Taylor Ilov" userId="S::taylor.ilov@cmsenergy.com::b3e8fa34-e639-4d12-a6dc-5e3032b39fb7" providerId="AD" clId="Web-{68A1EBE6-95AE-A45A-2011-352B6A9DE6B9}" dt="2026-06-01T18:06:14.514" v="33"/>
        <pc:sldMkLst>
          <pc:docMk/>
          <pc:sldMk cId="3351640754" sldId="283"/>
        </pc:sldMkLst>
      </pc:sldChg>
      <pc:sldChg chg="modSp">
        <pc:chgData name="Taylor Ilov" userId="S::taylor.ilov@cmsenergy.com::b3e8fa34-e639-4d12-a6dc-5e3032b39fb7" providerId="AD" clId="Web-{68A1EBE6-95AE-A45A-2011-352B6A9DE6B9}" dt="2026-06-01T18:08:42.457" v="97" actId="20577"/>
        <pc:sldMkLst>
          <pc:docMk/>
          <pc:sldMk cId="3577727903" sldId="287"/>
        </pc:sldMkLst>
        <pc:spChg chg="mod">
          <ac:chgData name="Taylor Ilov" userId="S::taylor.ilov@cmsenergy.com::b3e8fa34-e639-4d12-a6dc-5e3032b39fb7" providerId="AD" clId="Web-{68A1EBE6-95AE-A45A-2011-352B6A9DE6B9}" dt="2026-06-01T18:08:42.457" v="97" actId="20577"/>
          <ac:spMkLst>
            <pc:docMk/>
            <pc:sldMk cId="3577727903" sldId="28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68A1EBE6-95AE-A45A-2011-352B6A9DE6B9}" dt="2026-06-01T18:05:43.700" v="22"/>
        <pc:sldMkLst>
          <pc:docMk/>
          <pc:sldMk cId="3692638522" sldId="289"/>
        </pc:sldMkLst>
        <pc:graphicFrameChg chg="mod modGraphic">
          <ac:chgData name="Taylor Ilov" userId="S::taylor.ilov@cmsenergy.com::b3e8fa34-e639-4d12-a6dc-5e3032b39fb7" providerId="AD" clId="Web-{68A1EBE6-95AE-A45A-2011-352B6A9DE6B9}" dt="2026-06-01T18:05:43.700" v="22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68A1EBE6-95AE-A45A-2011-352B6A9DE6B9}" dt="2026-06-01T18:08:34.144" v="93" actId="20577"/>
        <pc:sldMkLst>
          <pc:docMk/>
          <pc:sldMk cId="3093726476" sldId="300"/>
        </pc:sldMkLst>
        <pc:spChg chg="mod">
          <ac:chgData name="Taylor Ilov" userId="S::taylor.ilov@cmsenergy.com::b3e8fa34-e639-4d12-a6dc-5e3032b39fb7" providerId="AD" clId="Web-{68A1EBE6-95AE-A45A-2011-352B6A9DE6B9}" dt="2026-06-01T18:08:34.144" v="93" actId="20577"/>
          <ac:spMkLst>
            <pc:docMk/>
            <pc:sldMk cId="3093726476" sldId="300"/>
            <ac:spMk id="7" creationId="{B597FD0F-3E1D-D644-5432-29FF22D04E82}"/>
          </ac:spMkLst>
        </pc:spChg>
      </pc:sldChg>
      <pc:sldChg chg="del">
        <pc:chgData name="Taylor Ilov" userId="S::taylor.ilov@cmsenergy.com::b3e8fa34-e639-4d12-a6dc-5e3032b39fb7" providerId="AD" clId="Web-{68A1EBE6-95AE-A45A-2011-352B6A9DE6B9}" dt="2026-06-01T18:06:23.092" v="36"/>
        <pc:sldMkLst>
          <pc:docMk/>
          <pc:sldMk cId="1274508170" sldId="316"/>
        </pc:sldMkLst>
      </pc:sldChg>
      <pc:sldChg chg="modSp">
        <pc:chgData name="Taylor Ilov" userId="S::taylor.ilov@cmsenergy.com::b3e8fa34-e639-4d12-a6dc-5e3032b39fb7" providerId="AD" clId="Web-{68A1EBE6-95AE-A45A-2011-352B6A9DE6B9}" dt="2026-06-01T18:05:56.201" v="24" actId="20577"/>
        <pc:sldMkLst>
          <pc:docMk/>
          <pc:sldMk cId="2347388554" sldId="317"/>
        </pc:sldMkLst>
        <pc:spChg chg="mod">
          <ac:chgData name="Taylor Ilov" userId="S::taylor.ilov@cmsenergy.com::b3e8fa34-e639-4d12-a6dc-5e3032b39fb7" providerId="AD" clId="Web-{68A1EBE6-95AE-A45A-2011-352B6A9DE6B9}" dt="2026-06-01T18:05:56.201" v="24" actId="20577"/>
          <ac:spMkLst>
            <pc:docMk/>
            <pc:sldMk cId="2347388554" sldId="317"/>
            <ac:spMk id="7" creationId="{B597FD0F-3E1D-D644-5432-29FF22D04E82}"/>
          </ac:spMkLst>
        </pc:spChg>
      </pc:sldChg>
      <pc:sldChg chg="addSp delSp modSp">
        <pc:chgData name="Taylor Ilov" userId="S::taylor.ilov@cmsenergy.com::b3e8fa34-e639-4d12-a6dc-5e3032b39fb7" providerId="AD" clId="Web-{68A1EBE6-95AE-A45A-2011-352B6A9DE6B9}" dt="2026-06-01T18:08:21.940" v="92" actId="1076"/>
        <pc:sldMkLst>
          <pc:docMk/>
          <pc:sldMk cId="429306594" sldId="2147483632"/>
        </pc:sldMkLst>
        <pc:spChg chg="del">
          <ac:chgData name="Taylor Ilov" userId="S::taylor.ilov@cmsenergy.com::b3e8fa34-e639-4d12-a6dc-5e3032b39fb7" providerId="AD" clId="Web-{68A1EBE6-95AE-A45A-2011-352B6A9DE6B9}" dt="2026-06-01T18:06:58.187" v="44"/>
          <ac:spMkLst>
            <pc:docMk/>
            <pc:sldMk cId="429306594" sldId="2147483632"/>
            <ac:spMk id="2" creationId="{440C7EC6-DBBB-DA51-BFFF-8CA5BC63AD30}"/>
          </ac:spMkLst>
        </pc:spChg>
        <pc:spChg chg="del">
          <ac:chgData name="Taylor Ilov" userId="S::taylor.ilov@cmsenergy.com::b3e8fa34-e639-4d12-a6dc-5e3032b39fb7" providerId="AD" clId="Web-{68A1EBE6-95AE-A45A-2011-352B6A9DE6B9}" dt="2026-06-01T18:07:13.157" v="53"/>
          <ac:spMkLst>
            <pc:docMk/>
            <pc:sldMk cId="429306594" sldId="2147483632"/>
            <ac:spMk id="3" creationId="{E10A7E12-3279-3F1E-985B-CE7043C32BBF}"/>
          </ac:spMkLst>
        </pc:spChg>
        <pc:spChg chg="del">
          <ac:chgData name="Taylor Ilov" userId="S::taylor.ilov@cmsenergy.com::b3e8fa34-e639-4d12-a6dc-5e3032b39fb7" providerId="AD" clId="Web-{68A1EBE6-95AE-A45A-2011-352B6A9DE6B9}" dt="2026-06-01T18:05:34.481" v="13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68A1EBE6-95AE-A45A-2011-352B6A9DE6B9}" dt="2026-06-01T18:07:06.610" v="47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68A1EBE6-95AE-A45A-2011-352B6A9DE6B9}" dt="2026-06-01T18:07:06.625" v="48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68A1EBE6-95AE-A45A-2011-352B6A9DE6B9}" dt="2026-06-01T18:07:06.641" v="49" actId="1076"/>
          <ac:spMkLst>
            <pc:docMk/>
            <pc:sldMk cId="429306594" sldId="2147483632"/>
            <ac:spMk id="9" creationId="{04ABBC89-EEC8-89D8-4B2B-F5F774610ECB}"/>
          </ac:spMkLst>
        </pc:spChg>
        <pc:spChg chg="del">
          <ac:chgData name="Taylor Ilov" userId="S::taylor.ilov@cmsenergy.com::b3e8fa34-e639-4d12-a6dc-5e3032b39fb7" providerId="AD" clId="Web-{68A1EBE6-95AE-A45A-2011-352B6A9DE6B9}" dt="2026-06-01T18:05:34.481" v="12"/>
          <ac:spMkLst>
            <pc:docMk/>
            <pc:sldMk cId="429306594" sldId="2147483632"/>
            <ac:spMk id="10" creationId="{028D6BF8-5599-788E-3EDB-AE4CCDB8558F}"/>
          </ac:spMkLst>
        </pc:spChg>
        <pc:spChg chg="add mod">
          <ac:chgData name="Taylor Ilov" userId="S::taylor.ilov@cmsenergy.com::b3e8fa34-e639-4d12-a6dc-5e3032b39fb7" providerId="AD" clId="Web-{68A1EBE6-95AE-A45A-2011-352B6A9DE6B9}" dt="2026-06-01T18:08:21.940" v="92" actId="1076"/>
          <ac:spMkLst>
            <pc:docMk/>
            <pc:sldMk cId="429306594" sldId="2147483632"/>
            <ac:spMk id="11" creationId="{EE418213-2382-6656-2D8E-6628A729299A}"/>
          </ac:spMkLst>
        </pc:spChg>
        <pc:spChg chg="del">
          <ac:chgData name="Taylor Ilov" userId="S::taylor.ilov@cmsenergy.com::b3e8fa34-e639-4d12-a6dc-5e3032b39fb7" providerId="AD" clId="Web-{68A1EBE6-95AE-A45A-2011-352B6A9DE6B9}" dt="2026-06-01T18:06:58.187" v="4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68A1EBE6-95AE-A45A-2011-352B6A9DE6B9}" dt="2026-06-01T18:07:33.142" v="83" actId="20577"/>
          <ac:spMkLst>
            <pc:docMk/>
            <pc:sldMk cId="429306594" sldId="2147483632"/>
            <ac:spMk id="14" creationId="{1A3158E1-7695-0C81-4A14-28927869505A}"/>
          </ac:spMkLst>
        </pc:spChg>
        <pc:spChg chg="add">
          <ac:chgData name="Taylor Ilov" userId="S::taylor.ilov@cmsenergy.com::b3e8fa34-e639-4d12-a6dc-5e3032b39fb7" providerId="AD" clId="Web-{68A1EBE6-95AE-A45A-2011-352B6A9DE6B9}" dt="2026-06-01T18:08:00.877" v="87"/>
          <ac:spMkLst>
            <pc:docMk/>
            <pc:sldMk cId="429306594" sldId="2147483632"/>
            <ac:spMk id="18" creationId="{D7CD0002-0816-D81E-8E98-17B201F8556D}"/>
          </ac:spMkLst>
        </pc:spChg>
        <pc:spChg chg="del">
          <ac:chgData name="Taylor Ilov" userId="S::taylor.ilov@cmsenergy.com::b3e8fa34-e639-4d12-a6dc-5e3032b39fb7" providerId="AD" clId="Web-{68A1EBE6-95AE-A45A-2011-352B6A9DE6B9}" dt="2026-06-01T18:06:58.187" v="45"/>
          <ac:spMkLst>
            <pc:docMk/>
            <pc:sldMk cId="429306594" sldId="2147483632"/>
            <ac:spMk id="20" creationId="{E37498B5-50A6-1993-F4E6-D125CEC4558D}"/>
          </ac:spMkLst>
        </pc:spChg>
        <pc:cxnChg chg="del">
          <ac:chgData name="Taylor Ilov" userId="S::taylor.ilov@cmsenergy.com::b3e8fa34-e639-4d12-a6dc-5e3032b39fb7" providerId="AD" clId="Web-{68A1EBE6-95AE-A45A-2011-352B6A9DE6B9}" dt="2026-06-01T18:05:34.481" v="11"/>
          <ac:cxnSpMkLst>
            <pc:docMk/>
            <pc:sldMk cId="429306594" sldId="2147483632"/>
            <ac:cxnSpMk id="13" creationId="{3120E3D8-22F4-C94C-6FC1-F097D9CDE7B1}"/>
          </ac:cxnSpMkLst>
        </pc:cxnChg>
        <pc:cxnChg chg="del">
          <ac:chgData name="Taylor Ilov" userId="S::taylor.ilov@cmsenergy.com::b3e8fa34-e639-4d12-a6dc-5e3032b39fb7" providerId="AD" clId="Web-{68A1EBE6-95AE-A45A-2011-352B6A9DE6B9}" dt="2026-06-01T18:05:34.481" v="10"/>
          <ac:cxnSpMkLst>
            <pc:docMk/>
            <pc:sldMk cId="429306594" sldId="2147483632"/>
            <ac:cxnSpMk id="16" creationId="{28733F61-66C7-18F4-6938-676D88C48CC5}"/>
          </ac:cxnSpMkLst>
        </pc:cxnChg>
        <pc:cxnChg chg="del">
          <ac:chgData name="Taylor Ilov" userId="S::taylor.ilov@cmsenergy.com::b3e8fa34-e639-4d12-a6dc-5e3032b39fb7" providerId="AD" clId="Web-{68A1EBE6-95AE-A45A-2011-352B6A9DE6B9}" dt="2026-06-01T18:07:11.985" v="51"/>
          <ac:cxnSpMkLst>
            <pc:docMk/>
            <pc:sldMk cId="429306594" sldId="2147483632"/>
            <ac:cxnSpMk id="17" creationId="{23CE3659-5291-DEDD-2F76-4488BBA28AFA}"/>
          </ac:cxnSpMkLst>
        </pc:cxnChg>
        <pc:cxnChg chg="add mod">
          <ac:chgData name="Taylor Ilov" userId="S::taylor.ilov@cmsenergy.com::b3e8fa34-e639-4d12-a6dc-5e3032b39fb7" providerId="AD" clId="Web-{68A1EBE6-95AE-A45A-2011-352B6A9DE6B9}" dt="2026-06-01T18:08:17.815" v="91" actId="1076"/>
          <ac:cxnSpMkLst>
            <pc:docMk/>
            <pc:sldMk cId="429306594" sldId="2147483632"/>
            <ac:cxnSpMk id="19" creationId="{11E6D4FC-965C-AC6A-F560-8EFE78CA2DBF}"/>
          </ac:cxnSpMkLst>
        </pc:cxnChg>
        <pc:cxnChg chg="mod">
          <ac:chgData name="Taylor Ilov" userId="S::taylor.ilov@cmsenergy.com::b3e8fa34-e639-4d12-a6dc-5e3032b39fb7" providerId="AD" clId="Web-{68A1EBE6-95AE-A45A-2011-352B6A9DE6B9}" dt="2026-06-01T18:08:05.049" v="89" actId="1076"/>
          <ac:cxnSpMkLst>
            <pc:docMk/>
            <pc:sldMk cId="429306594" sldId="2147483632"/>
            <ac:cxnSpMk id="25" creationId="{95DD4D7D-C580-3745-9E64-E7C176966FB6}"/>
          </ac:cxnSpMkLst>
        </pc:cxnChg>
        <pc:cxnChg chg="del">
          <ac:chgData name="Taylor Ilov" userId="S::taylor.ilov@cmsenergy.com::b3e8fa34-e639-4d12-a6dc-5e3032b39fb7" providerId="AD" clId="Web-{68A1EBE6-95AE-A45A-2011-352B6A9DE6B9}" dt="2026-06-01T18:07:11.985" v="52"/>
          <ac:cxnSpMkLst>
            <pc:docMk/>
            <pc:sldMk cId="429306594" sldId="2147483632"/>
            <ac:cxnSpMk id="151" creationId="{3F14BB83-26F6-F81B-257F-AB1BDE8BC505}"/>
          </ac:cxnSpMkLst>
        </pc:cxnChg>
      </pc:sldChg>
      <pc:sldChg chg="add">
        <pc:chgData name="Taylor Ilov" userId="S::taylor.ilov@cmsenergy.com::b3e8fa34-e639-4d12-a6dc-5e3032b39fb7" providerId="AD" clId="Web-{68A1EBE6-95AE-A45A-2011-352B6A9DE6B9}" dt="2026-06-01T18:06:16.670" v="34"/>
        <pc:sldMkLst>
          <pc:docMk/>
          <pc:sldMk cId="3351640754" sldId="2147483633"/>
        </pc:sldMkLst>
      </pc:sldChg>
      <pc:sldChg chg="add">
        <pc:chgData name="Taylor Ilov" userId="S::taylor.ilov@cmsenergy.com::b3e8fa34-e639-4d12-a6dc-5e3032b39fb7" providerId="AD" clId="Web-{68A1EBE6-95AE-A45A-2011-352B6A9DE6B9}" dt="2026-06-01T18:06:16.795" v="35"/>
        <pc:sldMkLst>
          <pc:docMk/>
          <pc:sldMk cId="1100489755" sldId="2147483634"/>
        </pc:sldMkLst>
      </pc:sldChg>
      <pc:sldChg chg="modSp add">
        <pc:chgData name="Taylor Ilov" userId="S::taylor.ilov@cmsenergy.com::b3e8fa34-e639-4d12-a6dc-5e3032b39fb7" providerId="AD" clId="Web-{68A1EBE6-95AE-A45A-2011-352B6A9DE6B9}" dt="2026-06-01T18:06:30.624" v="39" actId="20577"/>
        <pc:sldMkLst>
          <pc:docMk/>
          <pc:sldMk cId="1274508170" sldId="2147483635"/>
        </pc:sldMkLst>
        <pc:spChg chg="mod">
          <ac:chgData name="Taylor Ilov" userId="S::taylor.ilov@cmsenergy.com::b3e8fa34-e639-4d12-a6dc-5e3032b39fb7" providerId="AD" clId="Web-{68A1EBE6-95AE-A45A-2011-352B6A9DE6B9}" dt="2026-06-01T18:06:30.624" v="39" actId="20577"/>
          <ac:spMkLst>
            <pc:docMk/>
            <pc:sldMk cId="1274508170" sldId="2147483635"/>
            <ac:spMk id="2" creationId="{5E45FEB1-4E7F-FC63-0F4C-84BC3FCBA90E}"/>
          </ac:spMkLst>
        </pc:spChg>
      </pc:sldChg>
      <pc:sldChg chg="del">
        <pc:chgData name="Taylor Ilov" userId="S::taylor.ilov@cmsenergy.com::b3e8fa34-e639-4d12-a6dc-5e3032b39fb7" providerId="AD" clId="Web-{68A1EBE6-95AE-A45A-2011-352B6A9DE6B9}" dt="2026-06-01T18:05:57.607" v="25"/>
        <pc:sldMkLst>
          <pc:docMk/>
          <pc:sldMk cId="520356570" sldId="2147483646"/>
        </pc:sldMkLst>
      </pc:sldChg>
    </pc:docChg>
  </pc:docChgLst>
  <pc:docChgLst>
    <pc:chgData name="Taylor Ilov" userId="S::taylor.ilov@cmsenergy.com::b3e8fa34-e639-4d12-a6dc-5e3032b39fb7" providerId="AD" clId="Web-{8E574BAB-F885-9882-7168-4BA8B26E1BD1}"/>
    <pc:docChg chg="addSld delSld modSld sldOrd addSection modSection">
      <pc:chgData name="Taylor Ilov" userId="S::taylor.ilov@cmsenergy.com::b3e8fa34-e639-4d12-a6dc-5e3032b39fb7" providerId="AD" clId="Web-{8E574BAB-F885-9882-7168-4BA8B26E1BD1}" dt="2026-06-01T16:17:51.242" v="98"/>
      <pc:docMkLst>
        <pc:docMk/>
      </pc:docMkLst>
      <pc:sldChg chg="del">
        <pc:chgData name="Taylor Ilov" userId="S::taylor.ilov@cmsenergy.com::b3e8fa34-e639-4d12-a6dc-5e3032b39fb7" providerId="AD" clId="Web-{8E574BAB-F885-9882-7168-4BA8B26E1BD1}" dt="2026-06-01T16:16:05.506" v="54"/>
        <pc:sldMkLst>
          <pc:docMk/>
          <pc:sldMk cId="618894719" sldId="259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21" v="57"/>
        <pc:sldMkLst>
          <pc:docMk/>
          <pc:sldMk cId="3312319781" sldId="260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47"/>
        <pc:sldMkLst>
          <pc:docMk/>
          <pc:sldMk cId="2693580165" sldId="261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21" v="62"/>
        <pc:sldMkLst>
          <pc:docMk/>
          <pc:sldMk cId="3520947784" sldId="262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21" v="61"/>
        <pc:sldMkLst>
          <pc:docMk/>
          <pc:sldMk cId="1834686864" sldId="263"/>
        </pc:sldMkLst>
      </pc:sldChg>
      <pc:sldChg chg="ord">
        <pc:chgData name="Taylor Ilov" userId="S::taylor.ilov@cmsenergy.com::b3e8fa34-e639-4d12-a6dc-5e3032b39fb7" providerId="AD" clId="Web-{8E574BAB-F885-9882-7168-4BA8B26E1BD1}" dt="2026-06-01T16:14:25.066" v="30"/>
        <pc:sldMkLst>
          <pc:docMk/>
          <pc:sldMk cId="1249890033" sldId="264"/>
        </pc:sldMkLst>
      </pc:sldChg>
      <pc:sldChg chg="modSp add del">
        <pc:chgData name="Taylor Ilov" userId="S::taylor.ilov@cmsenergy.com::b3e8fa34-e639-4d12-a6dc-5e3032b39fb7" providerId="AD" clId="Web-{8E574BAB-F885-9882-7168-4BA8B26E1BD1}" dt="2026-06-01T16:17:51.242" v="98"/>
        <pc:sldMkLst>
          <pc:docMk/>
          <pc:sldMk cId="1311532644" sldId="265"/>
        </pc:sldMkLst>
        <pc:graphicFrameChg chg="mod modGraphic">
          <ac:chgData name="Taylor Ilov" userId="S::taylor.ilov@cmsenergy.com::b3e8fa34-e639-4d12-a6dc-5e3032b39fb7" providerId="AD" clId="Web-{8E574BAB-F885-9882-7168-4BA8B26E1BD1}" dt="2026-06-01T16:17:51.242" v="98"/>
          <ac:graphicFrameMkLst>
            <pc:docMk/>
            <pc:sldMk cId="1311532644" sldId="265"/>
            <ac:graphicFrameMk id="5" creationId="{DA6176CF-F69D-2D3D-C97D-9402C543D5E6}"/>
          </ac:graphicFrameMkLst>
        </pc:graphicFrameChg>
      </pc:sldChg>
      <pc:sldChg chg="del">
        <pc:chgData name="Taylor Ilov" userId="S::taylor.ilov@cmsenergy.com::b3e8fa34-e639-4d12-a6dc-5e3032b39fb7" providerId="AD" clId="Web-{8E574BAB-F885-9882-7168-4BA8B26E1BD1}" dt="2026-06-01T16:16:05.506" v="56"/>
        <pc:sldMkLst>
          <pc:docMk/>
          <pc:sldMk cId="2188696761" sldId="266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21" v="60"/>
        <pc:sldMkLst>
          <pc:docMk/>
          <pc:sldMk cId="2576361459" sldId="267"/>
        </pc:sldMkLst>
      </pc:sldChg>
      <pc:sldChg chg="del">
        <pc:chgData name="Taylor Ilov" userId="S::taylor.ilov@cmsenergy.com::b3e8fa34-e639-4d12-a6dc-5e3032b39fb7" providerId="AD" clId="Web-{8E574BAB-F885-9882-7168-4BA8B26E1BD1}" dt="2026-06-01T16:13:06.659" v="3"/>
        <pc:sldMkLst>
          <pc:docMk/>
          <pc:sldMk cId="469869720" sldId="270"/>
        </pc:sldMkLst>
      </pc:sldChg>
      <pc:sldChg chg="addSp delSp modSp add">
        <pc:chgData name="Taylor Ilov" userId="S::taylor.ilov@cmsenergy.com::b3e8fa34-e639-4d12-a6dc-5e3032b39fb7" providerId="AD" clId="Web-{8E574BAB-F885-9882-7168-4BA8B26E1BD1}" dt="2026-06-01T16:15:50.537" v="42"/>
        <pc:sldMkLst>
          <pc:docMk/>
          <pc:sldMk cId="2545389575" sldId="270"/>
        </pc:sldMkLst>
        <pc:spChg chg="mod">
          <ac:chgData name="Taylor Ilov" userId="S::taylor.ilov@cmsenergy.com::b3e8fa34-e639-4d12-a6dc-5e3032b39fb7" providerId="AD" clId="Web-{8E574BAB-F885-9882-7168-4BA8B26E1BD1}" dt="2026-06-01T16:15:21.911" v="35" actId="20577"/>
          <ac:spMkLst>
            <pc:docMk/>
            <pc:sldMk cId="2545389575" sldId="270"/>
            <ac:spMk id="4" creationId="{5B50B024-5B2C-73D1-0F65-38C1CBB14B5B}"/>
          </ac:spMkLst>
        </pc:spChg>
        <pc:graphicFrameChg chg="add">
          <ac:chgData name="Taylor Ilov" userId="S::taylor.ilov@cmsenergy.com::b3e8fa34-e639-4d12-a6dc-5e3032b39fb7" providerId="AD" clId="Web-{8E574BAB-F885-9882-7168-4BA8B26E1BD1}" dt="2026-06-01T16:15:32.005" v="37"/>
          <ac:graphicFrameMkLst>
            <pc:docMk/>
            <pc:sldMk cId="2545389575" sldId="270"/>
            <ac:graphicFrameMk id="5" creationId="{00000000-0000-0000-0000-000000000000}"/>
          </ac:graphicFrameMkLst>
        </pc:graphicFrameChg>
      </pc:sldChg>
      <pc:sldChg chg="del">
        <pc:chgData name="Taylor Ilov" userId="S::taylor.ilov@cmsenergy.com::b3e8fa34-e639-4d12-a6dc-5e3032b39fb7" providerId="AD" clId="Web-{8E574BAB-F885-9882-7168-4BA8B26E1BD1}" dt="2026-06-01T16:16:05.506" v="53"/>
        <pc:sldMkLst>
          <pc:docMk/>
          <pc:sldMk cId="620474367" sldId="271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51"/>
        <pc:sldMkLst>
          <pc:docMk/>
          <pc:sldMk cId="3080064229" sldId="272"/>
        </pc:sldMkLst>
      </pc:sldChg>
      <pc:sldChg chg="del">
        <pc:chgData name="Taylor Ilov" userId="S::taylor.ilov@cmsenergy.com::b3e8fa34-e639-4d12-a6dc-5e3032b39fb7" providerId="AD" clId="Web-{8E574BAB-F885-9882-7168-4BA8B26E1BD1}" dt="2026-06-01T16:16:05.490" v="43"/>
        <pc:sldMkLst>
          <pc:docMk/>
          <pc:sldMk cId="2208649182" sldId="273"/>
        </pc:sldMkLst>
      </pc:sldChg>
      <pc:sldChg chg="del">
        <pc:chgData name="Taylor Ilov" userId="S::taylor.ilov@cmsenergy.com::b3e8fa34-e639-4d12-a6dc-5e3032b39fb7" providerId="AD" clId="Web-{8E574BAB-F885-9882-7168-4BA8B26E1BD1}" dt="2026-06-01T16:13:07.878" v="4"/>
        <pc:sldMkLst>
          <pc:docMk/>
          <pc:sldMk cId="3874252832" sldId="274"/>
        </pc:sldMkLst>
      </pc:sldChg>
      <pc:sldChg chg="add del">
        <pc:chgData name="Taylor Ilov" userId="S::taylor.ilov@cmsenergy.com::b3e8fa34-e639-4d12-a6dc-5e3032b39fb7" providerId="AD" clId="Web-{8E574BAB-F885-9882-7168-4BA8B26E1BD1}" dt="2026-06-01T16:13:18.706" v="17"/>
        <pc:sldMkLst>
          <pc:docMk/>
          <pc:sldMk cId="1180415898" sldId="275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21" v="59"/>
        <pc:sldMkLst>
          <pc:docMk/>
          <pc:sldMk cId="4132850666" sldId="276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46"/>
        <pc:sldMkLst>
          <pc:docMk/>
          <pc:sldMk cId="2673409752" sldId="278"/>
        </pc:sldMkLst>
      </pc:sldChg>
      <pc:sldChg chg="add del">
        <pc:chgData name="Taylor Ilov" userId="S::taylor.ilov@cmsenergy.com::b3e8fa34-e639-4d12-a6dc-5e3032b39fb7" providerId="AD" clId="Web-{8E574BAB-F885-9882-7168-4BA8B26E1BD1}" dt="2026-06-01T16:13:18.909" v="20"/>
        <pc:sldMkLst>
          <pc:docMk/>
          <pc:sldMk cId="1100489755" sldId="280"/>
        </pc:sldMkLst>
      </pc:sldChg>
      <pc:sldChg chg="add del">
        <pc:chgData name="Taylor Ilov" userId="S::taylor.ilov@cmsenergy.com::b3e8fa34-e639-4d12-a6dc-5e3032b39fb7" providerId="AD" clId="Web-{8E574BAB-F885-9882-7168-4BA8B26E1BD1}" dt="2026-06-01T16:13:18.847" v="19"/>
        <pc:sldMkLst>
          <pc:docMk/>
          <pc:sldMk cId="3351640754" sldId="283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52"/>
        <pc:sldMkLst>
          <pc:docMk/>
          <pc:sldMk cId="1525425510" sldId="285"/>
        </pc:sldMkLst>
      </pc:sldChg>
      <pc:sldChg chg="add del">
        <pc:chgData name="Taylor Ilov" userId="S::taylor.ilov@cmsenergy.com::b3e8fa34-e639-4d12-a6dc-5e3032b39fb7" providerId="AD" clId="Web-{8E574BAB-F885-9882-7168-4BA8B26E1BD1}" dt="2026-06-01T16:13:19.034" v="22"/>
        <pc:sldMkLst>
          <pc:docMk/>
          <pc:sldMk cId="3577727903" sldId="287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21" v="58"/>
        <pc:sldMkLst>
          <pc:docMk/>
          <pc:sldMk cId="3371521134" sldId="288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50"/>
        <pc:sldMkLst>
          <pc:docMk/>
          <pc:sldMk cId="2582180438" sldId="290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49"/>
        <pc:sldMkLst>
          <pc:docMk/>
          <pc:sldMk cId="2262467388" sldId="291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55"/>
        <pc:sldMkLst>
          <pc:docMk/>
          <pc:sldMk cId="1001525231" sldId="292"/>
        </pc:sldMkLst>
      </pc:sldChg>
      <pc:sldChg chg="add del">
        <pc:chgData name="Taylor Ilov" userId="S::taylor.ilov@cmsenergy.com::b3e8fa34-e639-4d12-a6dc-5e3032b39fb7" providerId="AD" clId="Web-{8E574BAB-F885-9882-7168-4BA8B26E1BD1}" dt="2026-06-01T16:13:19.097" v="23"/>
        <pc:sldMkLst>
          <pc:docMk/>
          <pc:sldMk cId="3311597663" sldId="295"/>
        </pc:sldMkLst>
      </pc:sldChg>
      <pc:sldChg chg="add del">
        <pc:chgData name="Taylor Ilov" userId="S::taylor.ilov@cmsenergy.com::b3e8fa34-e639-4d12-a6dc-5e3032b39fb7" providerId="AD" clId="Web-{8E574BAB-F885-9882-7168-4BA8B26E1BD1}" dt="2026-06-01T16:13:18.518" v="15"/>
        <pc:sldMkLst>
          <pc:docMk/>
          <pc:sldMk cId="3093726476" sldId="300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06" v="48"/>
        <pc:sldMkLst>
          <pc:docMk/>
          <pc:sldMk cId="0" sldId="305"/>
        </pc:sldMkLst>
      </pc:sldChg>
      <pc:sldChg chg="delSp modSp add del">
        <pc:chgData name="Taylor Ilov" userId="S::taylor.ilov@cmsenergy.com::b3e8fa34-e639-4d12-a6dc-5e3032b39fb7" providerId="AD" clId="Web-{8E574BAB-F885-9882-7168-4BA8B26E1BD1}" dt="2026-06-01T16:15:40.740" v="38"/>
        <pc:sldMkLst>
          <pc:docMk/>
          <pc:sldMk cId="1987884394" sldId="308"/>
        </pc:sldMkLst>
        <pc:spChg chg="mod">
          <ac:chgData name="Taylor Ilov" userId="S::taylor.ilov@cmsenergy.com::b3e8fa34-e639-4d12-a6dc-5e3032b39fb7" providerId="AD" clId="Web-{8E574BAB-F885-9882-7168-4BA8B26E1BD1}" dt="2026-06-01T16:14:50.583" v="31" actId="1076"/>
          <ac:spMkLst>
            <pc:docMk/>
            <pc:sldMk cId="1987884394" sldId="308"/>
            <ac:spMk id="5" creationId="{F9FE57CE-2B68-9436-0111-9F5C5E9B9992}"/>
          </ac:spMkLst>
        </pc:spChg>
        <pc:graphicFrameChg chg="del">
          <ac:chgData name="Taylor Ilov" userId="S::taylor.ilov@cmsenergy.com::b3e8fa34-e639-4d12-a6dc-5e3032b39fb7" providerId="AD" clId="Web-{8E574BAB-F885-9882-7168-4BA8B26E1BD1}" dt="2026-06-01T16:15:30.911" v="36"/>
          <ac:graphicFrameMkLst>
            <pc:docMk/>
            <pc:sldMk cId="1987884394" sldId="308"/>
            <ac:graphicFrameMk id="3" creationId="{00000000-0000-0000-0000-000000000000}"/>
          </ac:graphicFrameMkLst>
        </pc:graphicFrameChg>
      </pc:sldChg>
      <pc:sldChg chg="del">
        <pc:chgData name="Taylor Ilov" userId="S::taylor.ilov@cmsenergy.com::b3e8fa34-e639-4d12-a6dc-5e3032b39fb7" providerId="AD" clId="Web-{8E574BAB-F885-9882-7168-4BA8B26E1BD1}" dt="2026-06-01T16:12:41.924" v="2"/>
        <pc:sldMkLst>
          <pc:docMk/>
          <pc:sldMk cId="2980981452" sldId="313"/>
        </pc:sldMkLst>
      </pc:sldChg>
      <pc:sldChg chg="del">
        <pc:chgData name="Taylor Ilov" userId="S::taylor.ilov@cmsenergy.com::b3e8fa34-e639-4d12-a6dc-5e3032b39fb7" providerId="AD" clId="Web-{8E574BAB-F885-9882-7168-4BA8B26E1BD1}" dt="2026-06-01T16:12:37.549" v="1"/>
        <pc:sldMkLst>
          <pc:docMk/>
          <pc:sldMk cId="1404599235" sldId="314"/>
        </pc:sldMkLst>
      </pc:sldChg>
      <pc:sldChg chg="del">
        <pc:chgData name="Taylor Ilov" userId="S::taylor.ilov@cmsenergy.com::b3e8fa34-e639-4d12-a6dc-5e3032b39fb7" providerId="AD" clId="Web-{8E574BAB-F885-9882-7168-4BA8B26E1BD1}" dt="2026-06-01T16:17:28.273" v="67"/>
        <pc:sldMkLst>
          <pc:docMk/>
          <pc:sldMk cId="3033658532" sldId="315"/>
        </pc:sldMkLst>
      </pc:sldChg>
      <pc:sldChg chg="add del">
        <pc:chgData name="Taylor Ilov" userId="S::taylor.ilov@cmsenergy.com::b3e8fa34-e639-4d12-a6dc-5e3032b39fb7" providerId="AD" clId="Web-{8E574BAB-F885-9882-7168-4BA8B26E1BD1}" dt="2026-06-01T16:13:18.972" v="21"/>
        <pc:sldMkLst>
          <pc:docMk/>
          <pc:sldMk cId="1274508170" sldId="316"/>
        </pc:sldMkLst>
      </pc:sldChg>
      <pc:sldChg chg="del">
        <pc:chgData name="Taylor Ilov" userId="S::taylor.ilov@cmsenergy.com::b3e8fa34-e639-4d12-a6dc-5e3032b39fb7" providerId="AD" clId="Web-{8E574BAB-F885-9882-7168-4BA8B26E1BD1}" dt="2026-06-01T16:12:35.939" v="0"/>
        <pc:sldMkLst>
          <pc:docMk/>
          <pc:sldMk cId="2672662116" sldId="318"/>
        </pc:sldMkLst>
      </pc:sldChg>
      <pc:sldChg chg="del">
        <pc:chgData name="Taylor Ilov" userId="S::taylor.ilov@cmsenergy.com::b3e8fa34-e639-4d12-a6dc-5e3032b39fb7" providerId="AD" clId="Web-{8E574BAB-F885-9882-7168-4BA8B26E1BD1}" dt="2026-06-01T16:13:48.597" v="27"/>
        <pc:sldMkLst>
          <pc:docMk/>
          <pc:sldMk cId="1163239719" sldId="319"/>
        </pc:sldMkLst>
      </pc:sldChg>
      <pc:sldChg chg="del">
        <pc:chgData name="Taylor Ilov" userId="S::taylor.ilov@cmsenergy.com::b3e8fa34-e639-4d12-a6dc-5e3032b39fb7" providerId="AD" clId="Web-{8E574BAB-F885-9882-7168-4BA8B26E1BD1}" dt="2026-06-01T16:13:49.925" v="28"/>
        <pc:sldMkLst>
          <pc:docMk/>
          <pc:sldMk cId="2577225943" sldId="320"/>
        </pc:sldMkLst>
      </pc:sldChg>
      <pc:sldChg chg="del">
        <pc:chgData name="Taylor Ilov" userId="S::taylor.ilov@cmsenergy.com::b3e8fa34-e639-4d12-a6dc-5e3032b39fb7" providerId="AD" clId="Web-{8E574BAB-F885-9882-7168-4BA8B26E1BD1}" dt="2026-06-01T16:16:05.490" v="44"/>
        <pc:sldMkLst>
          <pc:docMk/>
          <pc:sldMk cId="0" sldId="327"/>
        </pc:sldMkLst>
      </pc:sldChg>
      <pc:sldChg chg="del">
        <pc:chgData name="Taylor Ilov" userId="S::taylor.ilov@cmsenergy.com::b3e8fa34-e639-4d12-a6dc-5e3032b39fb7" providerId="AD" clId="Web-{8E574BAB-F885-9882-7168-4BA8B26E1BD1}" dt="2026-06-01T16:16:05.490" v="45"/>
        <pc:sldMkLst>
          <pc:docMk/>
          <pc:sldMk cId="0" sldId="344"/>
        </pc:sldMkLst>
      </pc:sldChg>
      <pc:sldChg chg="del">
        <pc:chgData name="Taylor Ilov" userId="S::taylor.ilov@cmsenergy.com::b3e8fa34-e639-4d12-a6dc-5e3032b39fb7" providerId="AD" clId="Web-{8E574BAB-F885-9882-7168-4BA8B26E1BD1}" dt="2026-06-01T16:16:05.521" v="63"/>
        <pc:sldMkLst>
          <pc:docMk/>
          <pc:sldMk cId="3752914900" sldId="2147483647"/>
        </pc:sldMkLst>
      </pc:sldChg>
    </pc:docChg>
  </pc:docChgLst>
  <pc:docChgLst>
    <pc:chgData name="Taylor Ilov" userId="S::taylor.ilov@cmsenergy.com::b3e8fa34-e639-4d12-a6dc-5e3032b39fb7" providerId="AD" clId="Web-{4AB304F1-A181-CB42-BF9F-0A2132899FA8}"/>
    <pc:docChg chg="addSld delSld modSld sldOrd modSection">
      <pc:chgData name="Taylor Ilov" userId="S::taylor.ilov@cmsenergy.com::b3e8fa34-e639-4d12-a6dc-5e3032b39fb7" providerId="AD" clId="Web-{4AB304F1-A181-CB42-BF9F-0A2132899FA8}" dt="2026-05-27T18:09:16.079" v="115"/>
      <pc:docMkLst>
        <pc:docMk/>
      </pc:docMkLst>
      <pc:sldChg chg="modSp">
        <pc:chgData name="Taylor Ilov" userId="S::taylor.ilov@cmsenergy.com::b3e8fa34-e639-4d12-a6dc-5e3032b39fb7" providerId="AD" clId="Web-{4AB304F1-A181-CB42-BF9F-0A2132899FA8}" dt="2026-05-27T18:04:27.020" v="76"/>
        <pc:sldMkLst>
          <pc:docMk/>
          <pc:sldMk cId="3692638522" sldId="289"/>
        </pc:sldMkLst>
        <pc:spChg chg="mod">
          <ac:chgData name="Taylor Ilov" userId="S::taylor.ilov@cmsenergy.com::b3e8fa34-e639-4d12-a6dc-5e3032b39fb7" providerId="AD" clId="Web-{4AB304F1-A181-CB42-BF9F-0A2132899FA8}" dt="2026-05-27T18:04:04.722" v="31" actId="20577"/>
          <ac:spMkLst>
            <pc:docMk/>
            <pc:sldMk cId="3692638522" sldId="289"/>
            <ac:spMk id="3" creationId="{58573676-BFE1-83AA-90C9-0699928A0949}"/>
          </ac:spMkLst>
        </pc:spChg>
        <pc:graphicFrameChg chg="mod modGraphic">
          <ac:chgData name="Taylor Ilov" userId="S::taylor.ilov@cmsenergy.com::b3e8fa34-e639-4d12-a6dc-5e3032b39fb7" providerId="AD" clId="Web-{4AB304F1-A181-CB42-BF9F-0A2132899FA8}" dt="2026-05-27T18:04:27.020" v="76"/>
          <ac:graphicFrameMkLst>
            <pc:docMk/>
            <pc:sldMk cId="3692638522" sldId="289"/>
            <ac:graphicFrameMk id="11" creationId="{17F055A7-BB2E-3BF1-B0E5-02D3240DD088}"/>
          </ac:graphicFrameMkLst>
        </pc:graphicFrameChg>
      </pc:sldChg>
    </pc:docChg>
  </pc:docChgLst>
  <pc:docChgLst>
    <pc:chgData name="Taylor Ilov" userId="S::taylor.ilov@cmsenergy.com::b3e8fa34-e639-4d12-a6dc-5e3032b39fb7" providerId="AD" clId="Web-{898DF453-9842-CB33-A2C1-BAF1561B4440}"/>
    <pc:docChg chg="modSld">
      <pc:chgData name="Taylor Ilov" userId="S::taylor.ilov@cmsenergy.com::b3e8fa34-e639-4d12-a6dc-5e3032b39fb7" providerId="AD" clId="Web-{898DF453-9842-CB33-A2C1-BAF1561B4440}" dt="2026-06-01T18:04:24.852" v="67" actId="20577"/>
      <pc:docMkLst>
        <pc:docMk/>
      </pc:docMkLst>
      <pc:sldChg chg="modSp">
        <pc:chgData name="Taylor Ilov" userId="S::taylor.ilov@cmsenergy.com::b3e8fa34-e639-4d12-a6dc-5e3032b39fb7" providerId="AD" clId="Web-{898DF453-9842-CB33-A2C1-BAF1561B4440}" dt="2026-06-01T18:03:57.069" v="57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898DF453-9842-CB33-A2C1-BAF1561B4440}" dt="2026-06-01T18:03:57.069" v="57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898DF453-9842-CB33-A2C1-BAF1561B4440}" dt="2026-06-01T18:04:24.852" v="67" actId="20577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898DF453-9842-CB33-A2C1-BAF1561B4440}" dt="2026-06-01T18:04:24.852" v="67" actId="20577"/>
          <ac:spMkLst>
            <pc:docMk/>
            <pc:sldMk cId="429306594" sldId="2147483632"/>
            <ac:spMk id="14" creationId="{1A3158E1-7695-0C81-4A14-28927869505A}"/>
          </ac:spMkLst>
        </pc:spChg>
      </pc:sldChg>
    </pc:docChg>
  </pc:docChgLst>
  <pc:docChgLst>
    <pc:chgData name="Jose Diaz" userId="S::jose.diaz@cmsenergy.com::517cb5ef-6fb8-49bc-8303-535c95eee28f" providerId="AD" clId="Web-{E6C5BE6D-900A-9C13-6CC6-E37065E78353}"/>
    <pc:docChg chg="modSld">
      <pc:chgData name="Jose Diaz" userId="S::jose.diaz@cmsenergy.com::517cb5ef-6fb8-49bc-8303-535c95eee28f" providerId="AD" clId="Web-{E6C5BE6D-900A-9C13-6CC6-E37065E78353}" dt="2026-06-02T13:45:50.762" v="64" actId="20577"/>
      <pc:docMkLst>
        <pc:docMk/>
      </pc:docMkLst>
      <pc:sldChg chg="modSp">
        <pc:chgData name="Jose Diaz" userId="S::jose.diaz@cmsenergy.com::517cb5ef-6fb8-49bc-8303-535c95eee28f" providerId="AD" clId="Web-{E6C5BE6D-900A-9C13-6CC6-E37065E78353}" dt="2026-06-02T13:45:50.762" v="64" actId="20577"/>
        <pc:sldMkLst>
          <pc:docMk/>
          <pc:sldMk cId="2545389575" sldId="270"/>
        </pc:sldMkLst>
        <pc:spChg chg="mod">
          <ac:chgData name="Jose Diaz" userId="S::jose.diaz@cmsenergy.com::517cb5ef-6fb8-49bc-8303-535c95eee28f" providerId="AD" clId="Web-{E6C5BE6D-900A-9C13-6CC6-E37065E78353}" dt="2026-06-02T13:45:50.762" v="64" actId="20577"/>
          <ac:spMkLst>
            <pc:docMk/>
            <pc:sldMk cId="2545389575" sldId="270"/>
            <ac:spMk id="4" creationId="{5B50B024-5B2C-73D1-0F65-38C1CBB14B5B}"/>
          </ac:spMkLst>
        </pc:spChg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101_43CBB3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40699E-58C6-45A5-97CD-6C0842D6B74F}" authorId="{06E22CA2-C0F8-AC46-CA2A-3E2B1B6644D3}" created="2026-06-02T02:29:50.775" startDate="2026-06-02T02:29:50.775" dueDate="2026-06-02T02:29:50.775" assignedTo="{96ADF577-669D-1405-DA45-2E9AA6382AC2}" title="@Mohanta Das please re review to ensure this list covers everything, can we add more?">
    <pc:sldMkLst xmlns:pc="http://schemas.microsoft.com/office/powerpoint/2013/main/command">
      <pc:docMk/>
      <pc:sldMk cId="1137423218" sldId="257"/>
    </pc:sldMkLst>
    <p188:replyLst>
      <p188:reply id="{5D151872-4E36-4CF1-8864-250DBEA37CB2}" authorId="{96ADF577-669D-1405-DA45-2E9AA6382AC2}" created="2026-06-02T12:57:44.758">
        <p188:txBody>
          <a:bodyPr/>
          <a:lstStyle/>
          <a:p>
            <a:r>
              <a:rPr lang="en-US"/>
              <a:t>its completed from my side.</a:t>
            </a:r>
          </a:p>
        </p188:txBody>
      </p188:reply>
    </p188:replyLst>
    <p188:txBody>
      <a:bodyPr/>
      <a:lstStyle/>
      <a:p>
        <a:r>
          <a:rPr lang="en-US"/>
          <a:t>[@Mohanta Das] please re review to ensure this list covers everything, can we add more?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6-02T02:29:50.775" id="{3A376C65-0BFB-44BF-90B0-56B646510D1C}">
              <p228:atrbtn authorId="{06E22CA2-C0F8-AC46-CA2A-3E2B1B6644D3}"/>
              <p228:anchr>
                <p228:comment id="{8940699E-58C6-45A5-97CD-6C0842D6B74F}"/>
              </p228:anchr>
              <p228:add/>
            </p228:event>
            <p228:event time="2026-06-02T02:29:50.775" id="{EFB68122-5A26-4E6E-B11E-4861A0FABD6A}">
              <p228:atrbtn authorId="{06E22CA2-C0F8-AC46-CA2A-3E2B1B6644D3}"/>
              <p228:anchr>
                <p228:comment id="{8940699E-58C6-45A5-97CD-6C0842D6B74F}"/>
              </p228:anchr>
              <p228:asgn authorId="{96ADF577-669D-1405-DA45-2E9AA6382AC2}"/>
            </p228:event>
            <p228:event time="2026-06-02T02:29:50.775" id="{22F747D5-A058-4BBA-BA1B-F3753B8334BF}">
              <p228:atrbtn authorId="{06E22CA2-C0F8-AC46-CA2A-3E2B1B6644D3}"/>
              <p228:anchr>
                <p228:comment id="{8940699E-58C6-45A5-97CD-6C0842D6B74F}"/>
              </p228:anchr>
              <p228:title val="@Mohanta Das please re review to ensure this list covers everything, can we add more?"/>
            </p228:event>
            <p228:event time="2026-06-02T02:29:50.775" id="{77F45536-97CF-431D-AF42-420496388439}">
              <p228:atrbtn authorId="{06E22CA2-C0F8-AC46-CA2A-3E2B1B6644D3}"/>
              <p228:anchr>
                <p228:comment id="{8940699E-58C6-45A5-97CD-6C0842D6B74F}"/>
              </p228:anchr>
              <p228:date stDt="2026-06-02T02:29:50.775" endDt="2026-06-02T02:29:50.775"/>
            </p228:event>
          </p228:history>
        </p228:taskDetails>
      </p:ext>
    </p188:extLst>
  </p188:cm>
</p188:cmLst>
</file>

<file path=ppt/comments/modernComment_109_4E2C66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DC2625-F44E-4054-9C04-ABF2F9422324}" authorId="{06E22CA2-C0F8-AC46-CA2A-3E2B1B6644D3}" created="2026-06-02T02:30:06.745" startDate="2026-06-02T02:30:06.745" dueDate="2026-06-02T02:30:06.745" assignedTo="{96ADF577-669D-1405-DA45-2E9AA6382AC2}" title="@Mohanta Das please review and edit the user stories">
    <pc:sldMkLst xmlns:pc="http://schemas.microsoft.com/office/powerpoint/2013/main/command">
      <pc:docMk/>
      <pc:sldMk cId="1311532644" sldId="265"/>
    </pc:sldMkLst>
    <p188:txBody>
      <a:bodyPr/>
      <a:lstStyle/>
      <a:p>
        <a:r>
          <a:rPr lang="en-US"/>
          <a:t>[@Mohanta Das] please review and edit  the user stories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6-02T02:30:06.745" id="{2140BB7D-25DE-4711-B530-B2A4A318D0CC}">
              <p228:atrbtn authorId="{06E22CA2-C0F8-AC46-CA2A-3E2B1B6644D3}"/>
              <p228:anchr>
                <p228:comment id="{35DC2625-F44E-4054-9C04-ABF2F9422324}"/>
              </p228:anchr>
              <p228:add/>
            </p228:event>
            <p228:event time="2026-06-02T02:30:06.745" id="{71F195E9-8610-45C8-A105-211E8538B259}">
              <p228:atrbtn authorId="{06E22CA2-C0F8-AC46-CA2A-3E2B1B6644D3}"/>
              <p228:anchr>
                <p228:comment id="{35DC2625-F44E-4054-9C04-ABF2F9422324}"/>
              </p228:anchr>
              <p228:asgn authorId="{96ADF577-669D-1405-DA45-2E9AA6382AC2}"/>
            </p228:event>
            <p228:event time="2026-06-02T02:30:06.745" id="{1B876E1F-E029-45D8-8F1A-90E6860E3E50}">
              <p228:atrbtn authorId="{06E22CA2-C0F8-AC46-CA2A-3E2B1B6644D3}"/>
              <p228:anchr>
                <p228:comment id="{35DC2625-F44E-4054-9C04-ABF2F9422324}"/>
              </p228:anchr>
              <p228:title val="@Mohanta Das please review and edit the user stories"/>
            </p228:event>
            <p228:event time="2026-06-02T02:30:06.745" id="{5D4F35B9-2039-44C8-AA9A-7502EEC0386B}">
              <p228:atrbtn authorId="{06E22CA2-C0F8-AC46-CA2A-3E2B1B6644D3}"/>
              <p228:anchr>
                <p228:comment id="{35DC2625-F44E-4054-9C04-ABF2F9422324}"/>
              </p228:anchr>
              <p228:date stDt="2026-06-02T02:30:06.745" endDt="2026-06-02T02:30:06.745"/>
            </p228:event>
          </p228:history>
        </p228:taskDetails>
      </p:ext>
    </p188:extLst>
  </p188:cm>
</p188:cmLst>
</file>

<file path=ppt/comments/modernComment_119_18E8A3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CF9421-36BE-435A-8212-18072FD2040E}" authorId="{06E22CA2-C0F8-AC46-CA2A-3E2B1B6644D3}" created="2026-06-02T02:29:11.321" startDate="2026-06-02T02:29:11.321" dueDate="2026-06-02T02:29:11.321" assignedTo="{96ADF577-669D-1405-DA45-2E9AA6382AC2}" title="@Mohanta Das was this left blank intentionally? Please review this workflow to ensure it is complete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7899444" sldId="281"/>
      <ac:graphicFrameMk id="3" creationId="{84008CCB-CBE4-E16B-D21C-D7032BB834C8}"/>
    </ac:deMkLst>
    <p188:replyLst>
      <p188:reply id="{BC92B73C-05A1-48C5-A5F2-AFE1F26DD9FC}" authorId="{96ADF577-669D-1405-DA45-2E9AA6382AC2}" created="2026-06-02T12:56:56.725">
        <p188:txBody>
          <a:bodyPr/>
          <a:lstStyle/>
          <a:p>
            <a:r>
              <a:rPr lang="en-US"/>
              <a:t>No..it had written 4 items, may be Dawn inserted another 3.</a:t>
            </a:r>
          </a:p>
        </p188:txBody>
      </p188:reply>
    </p188:replyLst>
    <p188:txBody>
      <a:bodyPr/>
      <a:lstStyle/>
      <a:p>
        <a:r>
          <a:rPr lang="en-US"/>
          <a:t>[@Mohanta Das] was this left blank intentionally? Please review this workflow to ensure it is complete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6-02T02:29:11.321" id="{4D1208DA-57C8-4071-B874-5B49DAA464B5}">
              <p228:atrbtn authorId="{06E22CA2-C0F8-AC46-CA2A-3E2B1B6644D3}"/>
              <p228:anchr>
                <p228:comment id="{4BCF9421-36BE-435A-8212-18072FD2040E}"/>
              </p228:anchr>
              <p228:add/>
            </p228:event>
            <p228:event time="2026-06-02T02:29:11.321" id="{744BC4ED-08F3-4DD5-A135-533717F18749}">
              <p228:atrbtn authorId="{06E22CA2-C0F8-AC46-CA2A-3E2B1B6644D3}"/>
              <p228:anchr>
                <p228:comment id="{4BCF9421-36BE-435A-8212-18072FD2040E}"/>
              </p228:anchr>
              <p228:asgn authorId="{96ADF577-669D-1405-DA45-2E9AA6382AC2}"/>
            </p228:event>
            <p228:event time="2026-06-02T02:29:11.321" id="{172A7394-83FA-4E07-A8CA-C486A1BEC5DA}">
              <p228:atrbtn authorId="{06E22CA2-C0F8-AC46-CA2A-3E2B1B6644D3}"/>
              <p228:anchr>
                <p228:comment id="{4BCF9421-36BE-435A-8212-18072FD2040E}"/>
              </p228:anchr>
              <p228:title val="@Mohanta Das was this left blank intentionally? Please review this workflow to ensure it is complete"/>
            </p228:event>
            <p228:event time="2026-06-02T02:29:11.321" id="{3EFA421C-1C95-45D9-ADEA-D049881EEBBB}">
              <p228:atrbtn authorId="{06E22CA2-C0F8-AC46-CA2A-3E2B1B6644D3}"/>
              <p228:anchr>
                <p228:comment id="{4BCF9421-36BE-435A-8212-18072FD2040E}"/>
              </p228:anchr>
              <p228:date stDt="2026-06-02T02:29:11.321" endDt="2026-06-02T02:29:11.321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D2410-54B8-004B-9C14-849172F995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CCEC3-7244-3C46-9DB9-806F77810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0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37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35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7" r:id="rId24"/>
    <p:sldLayoutId id="2147483698" r:id="rId25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9_18E8A3B4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43CBB372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4E2C666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73" y="1631953"/>
            <a:ext cx="11370476" cy="2975674"/>
          </a:xfrm>
        </p:spPr>
        <p:txBody>
          <a:bodyPr/>
          <a:lstStyle/>
          <a:p>
            <a:r>
              <a:rPr lang="en-US" sz="2000">
                <a:latin typeface="Montserrat"/>
              </a:rPr>
              <a:t>Move in, Move Out, Customer Transfers, and Owner Allocation</a:t>
            </a:r>
            <a:r>
              <a:rPr lang="en-US" sz="2800" b="1">
                <a:latin typeface="Montserrat"/>
              </a:rPr>
              <a:t> </a:t>
            </a:r>
            <a:br>
              <a:rPr lang="en-US" sz="2800" b="1">
                <a:latin typeface="Montserrat"/>
              </a:rPr>
            </a:br>
            <a:r>
              <a:rPr lang="en-US" sz="3200" b="1">
                <a:latin typeface="Montserrat"/>
              </a:rPr>
              <a:t>Workshop A-2: Manage Customer Move Out</a:t>
            </a:r>
            <a:br>
              <a:rPr lang="en-US" sz="4250"/>
            </a:br>
            <a:br>
              <a:rPr lang="en-US" sz="2800" b="1"/>
            </a:br>
            <a:r>
              <a:rPr lang="en-US" sz="2800" b="1">
                <a:latin typeface="Montserrat"/>
              </a:rPr>
              <a:t>Mohanta Das, Jose Diaz</a:t>
            </a:r>
            <a:br>
              <a:rPr lang="en-US" sz="2800" b="1"/>
            </a:br>
            <a:r>
              <a:rPr lang="en-US" sz="2800" b="1">
                <a:latin typeface="Montserrat"/>
              </a:rPr>
              <a:t>6/2/26</a:t>
            </a:r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44629" y="2842696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3241785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44629" y="2470256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14781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44629" y="3619966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09595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45324"/>
            <a:ext cx="9521952" cy="29540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Purpose </a:t>
            </a:r>
          </a:p>
          <a:p>
            <a:pPr>
              <a:lnSpc>
                <a:spcPct val="150000"/>
              </a:lnSpc>
            </a:pPr>
            <a:r>
              <a:rPr lang="en-US"/>
              <a:t>(L3) Move Out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</a:rPr>
              <a:t>BREAK – 10 Mins</a:t>
            </a:r>
            <a:endParaRPr lang="en-US">
              <a:solidFill>
                <a:schemeClr val="accent2"/>
              </a:solidFill>
            </a:endParaRPr>
          </a:p>
          <a:p>
            <a:pPr>
              <a:lnSpc>
                <a:spcPct val="150000"/>
              </a:lnSpc>
            </a:pPr>
            <a:r>
              <a:rPr lang="en-US"/>
              <a:t>Current and 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EE418213-2382-6656-2D8E-6628A729299A}"/>
              </a:ext>
            </a:extLst>
          </p:cNvPr>
          <p:cNvSpPr txBox="1">
            <a:spLocks/>
          </p:cNvSpPr>
          <p:nvPr/>
        </p:nvSpPr>
        <p:spPr>
          <a:xfrm>
            <a:off x="744628" y="3662198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06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3241785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E6D4FC-965C-AC6A-F560-8EFE78CA2DBF}"/>
              </a:ext>
            </a:extLst>
          </p:cNvPr>
          <p:cNvCxnSpPr>
            <a:cxnSpLocks/>
          </p:cNvCxnSpPr>
          <p:nvPr/>
        </p:nvCxnSpPr>
        <p:spPr>
          <a:xfrm>
            <a:off x="727111" y="407541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000" b="1">
                <a:latin typeface="Montserrat"/>
              </a:rPr>
              <a:t>01</a:t>
            </a:r>
            <a:r>
              <a:rPr lang="en-US" sz="4000">
                <a:latin typeface="Montserrat"/>
              </a:rPr>
              <a:t> Scope, Purpose, Objective</a:t>
            </a:r>
            <a:br>
              <a:rPr lang="en-GB" sz="4000"/>
            </a:br>
            <a:br>
              <a:rPr lang="en-CA" sz="4000"/>
            </a:b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809659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5696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of the</a:t>
            </a:r>
            <a:br>
              <a:rPr lang="en-US"/>
            </a:b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Move Out Process for SAP Service Cloud v2 and SAP S4HANA</a:t>
            </a:r>
            <a:r>
              <a:rPr lang="en-US" sz="16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and confirm the Move Out Process</a:t>
            </a:r>
            <a:endParaRPr lang="en-US" sz="160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400383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Mohanta Das, 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>
                <a:solidFill>
                  <a:srgbClr val="000000"/>
                </a:solidFill>
              </a:rPr>
              <a:t>Taylor </a:t>
            </a:r>
            <a:r>
              <a:rPr lang="en-US" sz="1200" b="1" err="1">
                <a:solidFill>
                  <a:srgbClr val="000000"/>
                </a:solidFill>
              </a:rPr>
              <a:t>Ilov</a:t>
            </a:r>
            <a:endParaRPr lang="en-US" sz="1200" b="1">
              <a:solidFill>
                <a:srgbClr val="000000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Julie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Vandblarcum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spcAft>
                <a:spcPts val="600"/>
              </a:spcAft>
              <a:buFont typeface="Arial,Sans-Serif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Tarah Wilson</a:t>
            </a:r>
            <a:r>
              <a:rPr lang="en-US" sz="1200" b="1">
                <a:solidFill>
                  <a:srgbClr val="000000"/>
                </a:solidFill>
                <a:latin typeface="Montserrat"/>
              </a:rPr>
              <a:t>, Dawn Pettengill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196284"/>
              </p:ext>
            </p:extLst>
          </p:nvPr>
        </p:nvGraphicFramePr>
        <p:xfrm>
          <a:off x="420567" y="1240385"/>
          <a:ext cx="11599853" cy="3363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18.0 A-1 Process Customer Move-In, Move-Out, Transfers, and Manage Owner Allocation</a:t>
                      </a:r>
                      <a:endParaRPr lang="en-US" sz="1400" b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 sz="140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Process Customer Move-In, Move-Out, Transfers, and Manage Owner Allocation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18.1 Manage Customer Move in</a:t>
                      </a:r>
                      <a:endParaRPr lang="en-US" sz="1400" b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Customer, WAM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Tarah Wilson, Dawn Pettengill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231F20"/>
                          </a:solidFill>
                          <a:effectLst/>
                        </a:rPr>
                        <a:t>18.2 Manage Customer Move out</a:t>
                      </a:r>
                      <a:endParaRPr lang="en-US" sz="1400" b="1" i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Customer, WAM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Dawn Pettengill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>
                          <a:solidFill>
                            <a:srgbClr val="231F20"/>
                          </a:solidFill>
                          <a:effectLst/>
                        </a:rPr>
                        <a:t>18.3 Manage Customer Transfer</a:t>
                      </a:r>
                      <a:endParaRPr lang="en-US" sz="1400" b="0" i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Customer, WAM</a:t>
                      </a:r>
                      <a:endParaRPr lang="en-US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Dawn Pettengill</a:t>
                      </a:r>
                      <a:endParaRPr lang="en-US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202409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231F20"/>
                          </a:solidFill>
                          <a:effectLst/>
                        </a:rPr>
                        <a:t>18.4 Manage Landlord/Tenant</a:t>
                      </a:r>
                      <a:endParaRPr lang="en-US" sz="1400" b="0" i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Dawn Pettengill</a:t>
                      </a:r>
                      <a:endParaRPr lang="en-US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726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A496-A8C5-979D-3C72-098BDD92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62678A-31A7-55F3-F5A2-55176633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5977468" cy="1887074"/>
          </a:xfrm>
        </p:spPr>
        <p:txBody>
          <a:bodyPr/>
          <a:lstStyle/>
          <a:p>
            <a:r>
              <a:rPr lang="en-US" sz="4000" b="1">
                <a:latin typeface="Montserrat"/>
              </a:rPr>
              <a:t>03 </a:t>
            </a:r>
            <a:r>
              <a:rPr lang="en-US" sz="4000">
                <a:latin typeface="Montserrat"/>
              </a:rPr>
              <a:t>(L3) Manage Customer Move Out</a:t>
            </a:r>
            <a:endParaRPr lang="en-US" sz="4000">
              <a:solidFill>
                <a:srgbClr val="000000"/>
              </a:solidFill>
              <a:latin typeface="Montserrat"/>
            </a:endParaRPr>
          </a:p>
          <a:p>
            <a:endParaRPr lang="en-US" sz="4000" b="1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55424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864602-702A-E044-2380-00F7945B9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5" y="1408612"/>
            <a:ext cx="11301352" cy="462464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068E17E-0712-B99A-0297-A5031108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rgbClr val="0067A4"/>
                </a:solidFill>
                <a:latin typeface="Montserrat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2424277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4236-00B9-96D4-023D-41A2308B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201D2-BF63-6AF3-6058-6B7A16073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98" y="1219201"/>
            <a:ext cx="11189596" cy="4895447"/>
          </a:xfrm>
          <a:prstGeom prst="rect">
            <a:avLst/>
          </a:prstGeom>
          <a:noFill/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B0646A9B-5956-234D-E6B1-75A7D52F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/>
          <a:lstStyle/>
          <a:p>
            <a:r>
              <a:rPr lang="en-US" sz="2800">
                <a:solidFill>
                  <a:srgbClr val="0067A4"/>
                </a:solidFill>
                <a:latin typeface="Montserrat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3354523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1F33-A50A-2546-F97D-48729504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6B2F901-25D4-50B6-C699-19F114DC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8" y="2572068"/>
            <a:ext cx="11375136" cy="2189712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325067-EF95-0841-CE24-BB43EED2380D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3824994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68EE1-2F30-C63A-F855-1B62EA8A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2B021D-008B-EDA5-5BB2-DD61FD49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85" y="1219201"/>
            <a:ext cx="11126022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F2F22B-B46F-ECD6-2F47-CE19281551B1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3023754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5FC65-75CB-3DEC-5C34-DC427849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2782D4-11AA-9346-99DA-3F9DB201C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28" y="1377678"/>
            <a:ext cx="11375136" cy="4578493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DAD7BF-E477-4560-4FE0-31961DF76605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1439065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57D9-C7ED-7A1B-0DDD-668DB5C5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2B5BC3-6E0F-1075-65B0-B913D2C80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862" y="1219201"/>
            <a:ext cx="9280468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DF0E1F-B02E-943B-D3C4-895C23229C01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425196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D624E-17E5-AA70-BC26-313C6DDD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68B908-AE0D-5DDF-5080-04EB8E49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27" y="1050967"/>
            <a:ext cx="10360733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D270F4-BD53-C051-49C6-05AA3523C72A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393647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4A36-15E0-433B-89F1-223101FA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24B20D-E5D8-7C51-4A49-B6F69ABF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01" y="1219201"/>
            <a:ext cx="9889790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D45A82-5EAA-BA5C-4A56-76E7B65E5A6F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Process Overview- Move Out</a:t>
            </a:r>
          </a:p>
        </p:txBody>
      </p:sp>
    </p:spTree>
    <p:extLst>
      <p:ext uri="{BB962C8B-B14F-4D97-AF65-F5344CB8AC3E}">
        <p14:creationId xmlns:p14="http://schemas.microsoft.com/office/powerpoint/2010/main" val="210188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2DA76-1A4D-F48F-E1D4-D2CB35D2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5D7A5E-6459-A4C5-29E5-94A26755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29" y="1219201"/>
            <a:ext cx="10360733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1185AC-996F-8F9E-305D-394842FB420A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SAP Service Cloud Version2-</a:t>
            </a:r>
            <a:r>
              <a:rPr lang="en-US" sz="2800" b="1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Move Out</a:t>
            </a:r>
            <a:endParaRPr lang="en-US" sz="280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2101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71982-B325-C526-A05A-4FD0B6D0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7DB416-7B3B-136F-A03C-BAE563E5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71" y="1219201"/>
            <a:ext cx="10415849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C7F31C-D8A8-7B46-960F-4556D6974D99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32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SAP Service Cloud Version2- Move Out</a:t>
            </a:r>
          </a:p>
        </p:txBody>
      </p:sp>
    </p:spTree>
    <p:extLst>
      <p:ext uri="{BB962C8B-B14F-4D97-AF65-F5344CB8AC3E}">
        <p14:creationId xmlns:p14="http://schemas.microsoft.com/office/powerpoint/2010/main" val="849189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CEFD6-70F6-0A3B-8091-A43F1C70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F2F952-77AF-0158-730E-110E33BB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29" y="1219201"/>
            <a:ext cx="10360733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1A1B94-4D56-8547-0016-357E68B72FF9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32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SAP Service Cloud Version2- Move Out</a:t>
            </a:r>
          </a:p>
        </p:txBody>
      </p:sp>
    </p:spTree>
    <p:extLst>
      <p:ext uri="{BB962C8B-B14F-4D97-AF65-F5344CB8AC3E}">
        <p14:creationId xmlns:p14="http://schemas.microsoft.com/office/powerpoint/2010/main" val="1096047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B4E4-FB0F-C4E7-E9B2-AAEB24EE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5C9003-F17E-4684-B80D-56301EFFBE7A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32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SAP Service Cloud Version2- Move 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A35DD-7824-5DE4-9EB9-47E320817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900"/>
            <a:ext cx="12192000" cy="576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18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4136-CBFF-1495-9639-3FAE74A3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821E85-4A8A-C39F-4A59-B709DB615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29" y="1219201"/>
            <a:ext cx="10360733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D4BE5F-E26A-A019-40F2-9FB9902B2565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32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SAP Service Cloud Version2- Move Out</a:t>
            </a:r>
          </a:p>
        </p:txBody>
      </p:sp>
    </p:spTree>
    <p:extLst>
      <p:ext uri="{BB962C8B-B14F-4D97-AF65-F5344CB8AC3E}">
        <p14:creationId xmlns:p14="http://schemas.microsoft.com/office/powerpoint/2010/main" val="3931432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5273-3884-0A1E-8F43-484A58CE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8A6054-A876-A6ED-1512-32BD80241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29" y="1219201"/>
            <a:ext cx="10360733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74A9F7-DA8C-AA36-A32C-03923AA7732D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32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SAP Service Cloud Version2- Move Out</a:t>
            </a:r>
          </a:p>
        </p:txBody>
      </p:sp>
    </p:spTree>
    <p:extLst>
      <p:ext uri="{BB962C8B-B14F-4D97-AF65-F5344CB8AC3E}">
        <p14:creationId xmlns:p14="http://schemas.microsoft.com/office/powerpoint/2010/main" val="1403300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889B-56B2-0C38-4EE3-B02491E4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EB09B7-2D40-1A70-6D0D-C30C0EEAA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29" y="1219201"/>
            <a:ext cx="10360733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B44DD5-9F51-8F55-FD91-64C9157F3746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32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SAP Service Cloud Version2- Move Out</a:t>
            </a:r>
          </a:p>
        </p:txBody>
      </p:sp>
    </p:spTree>
    <p:extLst>
      <p:ext uri="{BB962C8B-B14F-4D97-AF65-F5344CB8AC3E}">
        <p14:creationId xmlns:p14="http://schemas.microsoft.com/office/powerpoint/2010/main" val="873381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AB38-68CC-ECC4-6964-30AD384D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27D3D2-134E-4AD9-64C6-DB46C76CC4C8}"/>
              </a:ext>
            </a:extLst>
          </p:cNvPr>
          <p:cNvSpPr txBox="1"/>
          <p:nvPr/>
        </p:nvSpPr>
        <p:spPr>
          <a:xfrm>
            <a:off x="457200" y="274320"/>
            <a:ext cx="10058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>
                <a:latin typeface="Montserrat"/>
              </a:rPr>
              <a:t>Move Out Workflow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008CCB-CBE4-E16B-D21C-D7032BB83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87813"/>
              </p:ext>
            </p:extLst>
          </p:nvPr>
        </p:nvGraphicFramePr>
        <p:xfrm>
          <a:off x="521455" y="919229"/>
          <a:ext cx="11148610" cy="50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5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929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Objects created on back of Move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ontserrat"/>
                        </a:defRPr>
                      </a:pPr>
                      <a:r>
                        <a:rPr lang="en-US" sz="1600" b="1">
                          <a:latin typeface="Montserrat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162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Update Device Location Notes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Montserrat"/>
                        </a:rPr>
                        <a:t>If BP has Threat/Theft/Fraud Identification.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1297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Update Contract Account with </a:t>
                      </a:r>
                      <a:endParaRPr lang="en-US" sz="16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600" b="1">
                          <a:latin typeface="Montserrat"/>
                        </a:rPr>
                        <a:t>Dunning lock,</a:t>
                      </a:r>
                      <a:endParaRPr lang="en-US" sz="1600"/>
                    </a:p>
                    <a:p>
                      <a:pPr lvl="0">
                        <a:buNone/>
                      </a:pPr>
                      <a:r>
                        <a:rPr lang="en-US" sz="1600" b="1">
                          <a:latin typeface="Montserrat"/>
                        </a:rPr>
                        <a:t>2. Outgoing payment type.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endParaRPr lang="en-US" sz="1600">
                        <a:latin typeface="Montserrat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600">
                          <a:latin typeface="Montserrat"/>
                        </a:rPr>
                        <a:t>If Dunning scenario.</a:t>
                      </a: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600">
                          <a:latin typeface="Montserrat"/>
                        </a:rPr>
                        <a:t>Change Contract account out going payment type to Out Going Check(C)</a:t>
                      </a:r>
                    </a:p>
                    <a:p>
                      <a:pPr lvl="0">
                        <a:buNone/>
                      </a:pPr>
                      <a:endParaRPr lang="en-US" sz="1600">
                        <a:latin typeface="Montserra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114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Send SAP Document to position </a:t>
                      </a: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600" b="1">
                          <a:latin typeface="Montserrat"/>
                        </a:rPr>
                        <a:t>70010050</a:t>
                      </a: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600" b="1">
                          <a:latin typeface="Montserrat"/>
                        </a:rPr>
                        <a:t>70010051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600">
                          <a:latin typeface="Montserrat"/>
                        </a:rPr>
                        <a:t>If BP has any ASP Contract (SD Contract), contracts gets cancelled.</a:t>
                      </a: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600">
                          <a:latin typeface="Montserrat"/>
                        </a:rPr>
                        <a:t>If Premise has CAP Loan. [ Customer Attachment Program 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2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1">
                          <a:latin typeface="Montserrat"/>
                        </a:rPr>
                        <a:t>Create Disconnection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lvl="0" indent="-228600">
                        <a:buAutoNum type="arabicPeriod"/>
                      </a:pPr>
                      <a:endParaRPr lang="en-US" sz="1600">
                        <a:latin typeface="Montserra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081698"/>
                  </a:ext>
                </a:extLst>
              </a:tr>
              <a:tr h="60502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Create Current Occupant if no owner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latin typeface="Montserrat"/>
                        </a:rPr>
                        <a:t>Owner Allocation does not exist and service is on</a:t>
                      </a:r>
                      <a:r>
                        <a:rPr lang="en-US" sz="1600">
                          <a:latin typeface="Montserrat"/>
                        </a:rPr>
                        <a:t>: If Current Occupant Move in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02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Create Contract Account for Current Occupant (Owner)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600">
                          <a:latin typeface="Montserrat"/>
                        </a:rPr>
                        <a:t>Current Occupant should move in automatically if no owner allocation and service is on. 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162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Create Owner Move in</a:t>
                      </a:r>
                      <a:endParaRPr lang="en-US" sz="1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Montserrat"/>
                        </a:defRPr>
                      </a:pPr>
                      <a:r>
                        <a:rPr lang="en-US" sz="1600">
                          <a:latin typeface="Montserrat"/>
                        </a:rPr>
                        <a:t>If OA exists on premise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1EB4A9E-A1F2-A263-802A-8F345C8104D9}"/>
              </a:ext>
            </a:extLst>
          </p:cNvPr>
          <p:cNvSpPr/>
          <p:nvPr/>
        </p:nvSpPr>
        <p:spPr>
          <a:xfrm>
            <a:off x="12644277" y="190820"/>
            <a:ext cx="3857296" cy="1807779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latin typeface="Montserrat"/>
              </a:rPr>
              <a:t>Need to add for next workshop:</a:t>
            </a:r>
            <a:endParaRPr lang="en-US" sz="1000">
              <a:latin typeface="Montserrat" pitchFamily="2" charset="77"/>
            </a:endParaRPr>
          </a:p>
          <a:p>
            <a:r>
              <a:rPr lang="en-US" sz="1000">
                <a:ea typeface="+mn-lt"/>
                <a:cs typeface="+mn-lt"/>
              </a:rPr>
              <a:t>- Move In override for past due balances/ Hard Stop – let CSRs override move in?</a:t>
            </a:r>
          </a:p>
          <a:p>
            <a:r>
              <a:rPr lang="en-US" sz="1000">
                <a:ea typeface="+mn-lt"/>
                <a:cs typeface="+mn-lt"/>
              </a:rPr>
              <a:t>- Carve out time in next workshop for Demand Enrollments</a:t>
            </a:r>
            <a:endParaRPr lang="en-US"/>
          </a:p>
          <a:p>
            <a:r>
              <a:rPr lang="en-US" sz="1000">
                <a:latin typeface="Montserrat"/>
              </a:rPr>
              <a:t>Cover MDT – Create on MDT that is existing today</a:t>
            </a:r>
          </a:p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add ASP identifier to search option for BP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000">
                <a:latin typeface="Montserrat"/>
              </a:rPr>
              <a:t>+ RIDA 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  <a:ea typeface="+mn-lt"/>
                <a:cs typeface="+mn-lt"/>
              </a:rPr>
              <a:t>683615</a:t>
            </a:r>
            <a:endParaRPr lang="en-US" sz="1000">
              <a:ea typeface="+mn-lt"/>
              <a:cs typeface="+mn-lt"/>
            </a:endParaRPr>
          </a:p>
          <a:p>
            <a:pPr algn="ctr"/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8994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1FFC-C1FE-C172-B649-B8D4475D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934F2A-E038-A3EF-144C-B0947AD1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90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815977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03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Current and Future State Assumptions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347388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D64A0-9E80-7515-3401-646C822D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405973-478C-2634-5BB9-96D8C0C846C5}"/>
              </a:ext>
            </a:extLst>
          </p:cNvPr>
          <p:cNvSpPr txBox="1"/>
          <p:nvPr/>
        </p:nvSpPr>
        <p:spPr>
          <a:xfrm>
            <a:off x="457200" y="274320"/>
            <a:ext cx="10058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>
                <a:latin typeface="Montserrat"/>
              </a:rPr>
              <a:t>CE Business Requirements: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EF1B60-DF36-4E6D-FE7B-6A011360E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040247"/>
              </p:ext>
            </p:extLst>
          </p:nvPr>
        </p:nvGraphicFramePr>
        <p:xfrm>
          <a:off x="274320" y="878040"/>
          <a:ext cx="11279001" cy="2324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9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356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Montserrat"/>
                        </a:rPr>
                        <a:t>Scenario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5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>
                          <a:latin typeface="Montserrat"/>
                        </a:rPr>
                        <a:t>Appointment on Move Out- Turn off details like Caller Information, scheduling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5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>
                          <a:latin typeface="Montserrat"/>
                        </a:rPr>
                        <a:t>Email Id- Customer to send meter read photo via email.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5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>
                          <a:latin typeface="Montserrat"/>
                        </a:rPr>
                        <a:t>Add Telephone no.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F36DC4-0439-3B81-8D14-865ED1DE2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997781"/>
              </p:ext>
            </p:extLst>
          </p:nvPr>
        </p:nvGraphicFramePr>
        <p:xfrm>
          <a:off x="271849" y="4151054"/>
          <a:ext cx="11277600" cy="1343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0">
                  <a:extLst>
                    <a:ext uri="{9D8B030D-6E8A-4147-A177-3AD203B41FA5}">
                      <a16:colId xmlns:a16="http://schemas.microsoft.com/office/drawing/2014/main" val="17490985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EFE"/>
                          </a:solidFill>
                          <a:effectLst/>
                          <a:latin typeface="Montserrat"/>
                        </a:rPr>
                        <a:t>Objects and Technique</a:t>
                      </a:r>
                    </a:p>
                  </a:txBody>
                  <a:tcPr>
                    <a:lnL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76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957450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lv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No Change in Workflow.</a:t>
                      </a:r>
                    </a:p>
                  </a:txBody>
                  <a:tcPr anchor="ctr">
                    <a:lnL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76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792426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No Change in MDT.</a:t>
                      </a:r>
                    </a:p>
                  </a:txBody>
                  <a:tcPr anchor="ctr">
                    <a:lnL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16" cap="flat" cmpd="sng" algn="ctr">
                      <a:solidFill>
                        <a:srgbClr val="FF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521847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8B402BCB-7522-92C5-7BC3-2A9E38F809CB}"/>
              </a:ext>
            </a:extLst>
          </p:cNvPr>
          <p:cNvSpPr txBox="1"/>
          <p:nvPr/>
        </p:nvSpPr>
        <p:spPr>
          <a:xfrm>
            <a:off x="457201" y="3535130"/>
            <a:ext cx="10058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800" b="1">
                <a:latin typeface="Montserrat"/>
              </a:rPr>
              <a:t>Assumptions:</a:t>
            </a:r>
          </a:p>
        </p:txBody>
      </p:sp>
    </p:spTree>
    <p:extLst>
      <p:ext uri="{BB962C8B-B14F-4D97-AF65-F5344CB8AC3E}">
        <p14:creationId xmlns:p14="http://schemas.microsoft.com/office/powerpoint/2010/main" val="11374232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6163735" cy="1887074"/>
          </a:xfrm>
        </p:spPr>
        <p:txBody>
          <a:bodyPr/>
          <a:lstStyle/>
          <a:p>
            <a:r>
              <a:rPr lang="en-US" sz="4000" b="1">
                <a:latin typeface="Montserrat"/>
              </a:rPr>
              <a:t>04</a:t>
            </a:r>
            <a:r>
              <a:rPr lang="en-US" sz="4000">
                <a:latin typeface="Montserrat"/>
              </a:rPr>
              <a:t> FRICE-W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 fontScale="70000" lnSpcReduction="20000"/>
          </a:bodyPr>
          <a:lstStyle/>
          <a:p>
            <a:r>
              <a:rPr lang="en-US" sz="1800">
                <a:latin typeface="Montserrat"/>
              </a:rPr>
              <a:t>1. Move in field enhancements </a:t>
            </a:r>
            <a:endParaRPr lang="en-US"/>
          </a:p>
          <a:p>
            <a:r>
              <a:rPr lang="en-US" sz="1800">
                <a:latin typeface="Montserrat"/>
              </a:rPr>
              <a:t>2. Move out field enhancements </a:t>
            </a:r>
            <a:endParaRPr lang="en-US"/>
          </a:p>
          <a:p>
            <a:r>
              <a:rPr lang="en-US" sz="1800">
                <a:latin typeface="Montserrat"/>
              </a:rPr>
              <a:t>2. Enhancements in ECC may be required if looking for specific details  in container from CRM7  now coming from v2 system. </a:t>
            </a:r>
            <a:endParaRPr lang="en-US"/>
          </a:p>
          <a:p>
            <a:r>
              <a:rPr lang="en-US" sz="1800">
                <a:latin typeface="Montserrat"/>
              </a:rPr>
              <a:t>3. Workflow changes in ECC may be required if looking for specific details  in container from CRM7  now coming from v2 system. </a:t>
            </a:r>
            <a:endParaRPr lang="en-US"/>
          </a:p>
          <a:p>
            <a:r>
              <a:rPr lang="en-US" sz="1800">
                <a:latin typeface="Montserrat"/>
              </a:rPr>
              <a:t>4. Service Cloud enhancements to send custom container payloads for fields for certain scenarios. </a:t>
            </a:r>
            <a:endParaRPr lang="en-US"/>
          </a:p>
          <a:p>
            <a:r>
              <a:rPr lang="en-US" sz="1800">
                <a:latin typeface="Montserrat"/>
              </a:rPr>
              <a:t>5. DQM address cleanse </a:t>
            </a:r>
            <a:endParaRPr lang="en-US"/>
          </a:p>
          <a:p>
            <a:r>
              <a:rPr lang="en-US" sz="1800">
                <a:latin typeface="Montserrat"/>
              </a:rPr>
              <a:t>6. Create Contract Account Based on Current MDT Maintenance</a:t>
            </a:r>
            <a:endParaRPr lang="en-US"/>
          </a:p>
          <a:p>
            <a:r>
              <a:rPr lang="en-US" sz="1800">
                <a:latin typeface="Montserrat"/>
              </a:rPr>
              <a:t>7. Auto Populate Contract Account values </a:t>
            </a:r>
            <a:endParaRPr lang="en-US"/>
          </a:p>
          <a:p>
            <a:r>
              <a:rPr lang="en-US" sz="1800">
                <a:latin typeface="Montserrat"/>
              </a:rPr>
              <a:t>8. Create Service Orders </a:t>
            </a:r>
            <a:endParaRPr lang="en-US"/>
          </a:p>
          <a:p>
            <a:r>
              <a:rPr lang="en-US" sz="1800">
                <a:latin typeface="Montserrat"/>
              </a:rPr>
              <a:t>9. Premise enhancements </a:t>
            </a:r>
            <a:endParaRPr lang="en-US"/>
          </a:p>
          <a:p>
            <a:r>
              <a:rPr lang="en-US" sz="1800">
                <a:latin typeface="Montserrat"/>
              </a:rPr>
              <a:t>10. Enrollments </a:t>
            </a:r>
            <a:endParaRPr lang="en-US"/>
          </a:p>
          <a:p>
            <a:r>
              <a:rPr lang="en-US" sz="1800">
                <a:latin typeface="Montserrat"/>
              </a:rPr>
              <a:t>11. Security Deposits </a:t>
            </a:r>
            <a:endParaRPr lang="en-US"/>
          </a:p>
          <a:p>
            <a:r>
              <a:rPr lang="en-US" sz="1800">
                <a:latin typeface="Montserrat"/>
              </a:rPr>
              <a:t>12. Equifax check </a:t>
            </a:r>
            <a:endParaRPr lang="en-US"/>
          </a:p>
          <a:p>
            <a:r>
              <a:rPr lang="en-US" sz="1800">
                <a:latin typeface="Montserrat"/>
              </a:rPr>
              <a:t>13. Move in validations from ECC (i.e. Override past due balances) </a:t>
            </a:r>
            <a:endParaRPr lang="en-US"/>
          </a:p>
          <a:p>
            <a:r>
              <a:rPr lang="en-US" sz="1800">
                <a:latin typeface="Montserrat"/>
              </a:rPr>
              <a:t>14. Move in change event(s) placeholder </a:t>
            </a:r>
            <a:endParaRPr lang="en-US"/>
          </a:p>
          <a:p>
            <a:r>
              <a:rPr lang="en-US" sz="1800">
                <a:latin typeface="Montserrat"/>
              </a:rPr>
              <a:t>15. Move in cancel event(s) placeholder </a:t>
            </a:r>
            <a:endParaRPr lang="en-US"/>
          </a:p>
          <a:p>
            <a:r>
              <a:rPr lang="en-US" sz="1800">
                <a:latin typeface="Montserrat"/>
              </a:rPr>
              <a:t>16. Move out change event(s) placeholder </a:t>
            </a:r>
            <a:endParaRPr lang="en-US"/>
          </a:p>
          <a:p>
            <a:r>
              <a:rPr lang="en-US" sz="1800">
                <a:latin typeface="Montserrat"/>
              </a:rPr>
              <a:t>17. Move out cancel event(s) placeholder </a:t>
            </a:r>
            <a:endParaRPr lang="en-US"/>
          </a:p>
          <a:p>
            <a:r>
              <a:rPr lang="en-US" sz="1800">
                <a:latin typeface="Montserrat"/>
              </a:rPr>
              <a:t>18. Transfer items to new CA, new premise </a:t>
            </a:r>
            <a:endParaRPr lang="en-US"/>
          </a:p>
          <a:p>
            <a:r>
              <a:rPr lang="en-US" sz="1800">
                <a:latin typeface="Montserrat"/>
              </a:rPr>
              <a:t>19.  change Rate, Operand </a:t>
            </a:r>
            <a:endParaRPr lang="en-US"/>
          </a:p>
          <a:p>
            <a:r>
              <a:rPr lang="en-US" sz="1800">
                <a:latin typeface="Montserrat"/>
              </a:rPr>
              <a:t>21.  Smart Meter (Gas and Electric) </a:t>
            </a:r>
            <a:r>
              <a:rPr lang="en-US" sz="1800" err="1">
                <a:latin typeface="Montserrat"/>
              </a:rPr>
              <a:t>Opt</a:t>
            </a:r>
            <a:r>
              <a:rPr lang="en-US" sz="1800">
                <a:latin typeface="Montserrat"/>
              </a:rPr>
              <a:t> In/ </a:t>
            </a:r>
            <a:r>
              <a:rPr lang="en-US" sz="1800" err="1">
                <a:latin typeface="Montserrat"/>
              </a:rPr>
              <a:t>Opt</a:t>
            </a:r>
            <a:r>
              <a:rPr lang="en-US" sz="1800">
                <a:latin typeface="Montserrat"/>
              </a:rPr>
              <a:t> Out</a:t>
            </a:r>
            <a:endParaRPr lang="en-US"/>
          </a:p>
          <a:p>
            <a:r>
              <a:rPr lang="en-US" sz="1800">
                <a:latin typeface="Montserrat"/>
              </a:rPr>
              <a:t>22. Move Out Summary Script</a:t>
            </a:r>
            <a:endParaRPr lang="en-US" sz="1800"/>
          </a:p>
          <a:p>
            <a:pPr marL="342900" indent="-342900">
              <a:buAutoNum type="arabicPeriod"/>
            </a:pP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000" b="1">
                <a:latin typeface="Montserrat"/>
              </a:rPr>
              <a:t>05</a:t>
            </a:r>
            <a:r>
              <a:rPr lang="en-US" sz="4000">
                <a:latin typeface="Montserrat"/>
              </a:rPr>
              <a:t> Drafted User Stories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78C4B-A2EC-7692-19E7-F84888D5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ontserrat"/>
              </a:rPr>
              <a:t>Drafted User Stories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6176CF-F69D-2D3D-C97D-9402C543D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298328"/>
              </p:ext>
            </p:extLst>
          </p:nvPr>
        </p:nvGraphicFramePr>
        <p:xfrm>
          <a:off x="314325" y="1067187"/>
          <a:ext cx="11722780" cy="491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475">
                  <a:extLst>
                    <a:ext uri="{9D8B030D-6E8A-4147-A177-3AD203B41FA5}">
                      <a16:colId xmlns:a16="http://schemas.microsoft.com/office/drawing/2014/main" val="1995473216"/>
                    </a:ext>
                  </a:extLst>
                </a:gridCol>
                <a:gridCol w="1005368">
                  <a:extLst>
                    <a:ext uri="{9D8B030D-6E8A-4147-A177-3AD203B41FA5}">
                      <a16:colId xmlns:a16="http://schemas.microsoft.com/office/drawing/2014/main" val="3798209437"/>
                    </a:ext>
                  </a:extLst>
                </a:gridCol>
                <a:gridCol w="847724">
                  <a:extLst>
                    <a:ext uri="{9D8B030D-6E8A-4147-A177-3AD203B41FA5}">
                      <a16:colId xmlns:a16="http://schemas.microsoft.com/office/drawing/2014/main" val="3067372254"/>
                    </a:ext>
                  </a:extLst>
                </a:gridCol>
                <a:gridCol w="759512">
                  <a:extLst>
                    <a:ext uri="{9D8B030D-6E8A-4147-A177-3AD203B41FA5}">
                      <a16:colId xmlns:a16="http://schemas.microsoft.com/office/drawing/2014/main" val="2475313184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333141970"/>
                    </a:ext>
                  </a:extLst>
                </a:gridCol>
                <a:gridCol w="4890601">
                  <a:extLst>
                    <a:ext uri="{9D8B030D-6E8A-4147-A177-3AD203B41FA5}">
                      <a16:colId xmlns:a16="http://schemas.microsoft.com/office/drawing/2014/main" val="210918327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L1</a:t>
                      </a:r>
                    </a:p>
                  </a:txBody>
                  <a:tcPr marL="9524" marR="9524" marT="9524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L2</a:t>
                      </a:r>
                    </a:p>
                  </a:txBody>
                  <a:tcPr marL="9524" marR="9524" marT="9524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L3</a:t>
                      </a:r>
                    </a:p>
                  </a:txBody>
                  <a:tcPr marL="9524" marR="9524" marT="9524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L4</a:t>
                      </a:r>
                    </a:p>
                  </a:txBody>
                  <a:tcPr marL="9524" marR="9524" marT="9524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9524" marR="9524" marT="9524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Acceptance Criteria</a:t>
                      </a:r>
                    </a:p>
                  </a:txBody>
                  <a:tcPr marL="9524" marR="9524" marT="9524" marB="0"/>
                </a:tc>
                <a:extLst>
                  <a:ext uri="{0D108BD9-81ED-4DB2-BD59-A6C34878D82A}">
                    <a16:rowId xmlns:a16="http://schemas.microsoft.com/office/drawing/2014/main" val="372736660"/>
                  </a:ext>
                </a:extLst>
              </a:tr>
              <a:tr h="9623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Manage Customer Service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Process Customer Move-In, Move-Out, Transfers, And Manage Owner Allocation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Process Customer Move-In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Create </a:t>
                      </a: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Move-In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As a Customer Service Representative in SAP, I want to process customer move-in so that I can accurately create and record new move-in requests within the Manage Customer Service application and its move-in processing area.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1. Able to enter move-in details required to create a new record.</a:t>
                      </a:r>
                      <a:br>
                        <a:rPr lang="en-US" sz="900"/>
                      </a:br>
                      <a:r>
                        <a:rPr lang="en-US" sz="900"/>
                        <a:t>3.Able to validate that mandatory fields are completed before saving.</a:t>
                      </a:r>
                      <a:br>
                        <a:rPr lang="en-US" sz="900"/>
                      </a:br>
                      <a:r>
                        <a:rPr lang="en-US" sz="900"/>
                        <a:t>4.Able to save the new move-in record successfully.</a:t>
                      </a:r>
                      <a:br>
                        <a:rPr lang="en-US" sz="900"/>
                      </a:br>
                      <a:r>
                        <a:rPr lang="en-US" sz="900"/>
                        <a:t>5.Able to edit move-in information prior to final submission.</a:t>
                      </a:r>
                      <a:br>
                        <a:rPr lang="en-US" sz="900"/>
                      </a:br>
                      <a:r>
                        <a:rPr lang="en-US" sz="900"/>
                        <a:t>6.Able to submit the move-in creation and receive a confirmation.</a:t>
                      </a:r>
                      <a:br>
                        <a:rPr lang="en-US" sz="900"/>
                      </a:br>
                      <a:r>
                        <a:rPr lang="en-US" sz="900"/>
                        <a:t>7.Able to view the created move-in record after submission.</a:t>
                      </a:r>
                      <a:br>
                        <a:rPr lang="en-US" sz="900"/>
                      </a:br>
                      <a:r>
                        <a:rPr lang="en-US" sz="900"/>
                        <a:t>8.Able to view error messages when move-in creation fails.</a:t>
                      </a:r>
                      <a:br>
                        <a:rPr lang="en-US" sz="900"/>
                      </a:br>
                      <a:r>
                        <a:rPr lang="en-US" sz="900"/>
                        <a:t>9.Able to build Security roles and perform testing.</a:t>
                      </a:r>
                      <a:br>
                        <a:rPr lang="en-US" sz="900"/>
                      </a:br>
                      <a:r>
                        <a:rPr lang="en-US" sz="900"/>
                        <a:t>10.Able to identify Risk and Controls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699521419"/>
                  </a:ext>
                </a:extLst>
              </a:tr>
              <a:tr h="9623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Manage Customer Service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Process Customer Move-In, Move-Out, Transfers, And Manage Owner Allocation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Process Customer Move Out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Create </a:t>
                      </a: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Move-Out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As an SAP IS-U Customer Service Representative, I want to process customer move out within Manage Customer Service so that customer departures are recorded accurately.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1. Able to start a new move-out record.</a:t>
                      </a:r>
                      <a:br>
                        <a:rPr lang="en-US" sz="900"/>
                      </a:br>
                      <a:r>
                        <a:rPr lang="en-US" sz="900"/>
                        <a:t>2.Able to validate a move-out record before submission.</a:t>
                      </a:r>
                      <a:br>
                        <a:rPr lang="en-US" sz="900"/>
                      </a:br>
                      <a:r>
                        <a:rPr lang="en-US" sz="900"/>
                        <a:t>6.Able to submit the move-out record for processing.</a:t>
                      </a:r>
                      <a:br>
                        <a:rPr lang="en-US" sz="900"/>
                      </a:br>
                      <a:r>
                        <a:rPr lang="en-US" sz="900"/>
                        <a:t>7.Able to cancel the move-out creation if needed.</a:t>
                      </a:r>
                      <a:br>
                        <a:rPr lang="en-US" sz="900"/>
                      </a:br>
                      <a:r>
                        <a:rPr lang="en-US" sz="900"/>
                        <a:t>8.Able to confirm successful creation of the move-out record.</a:t>
                      </a:r>
                      <a:br>
                        <a:rPr lang="en-US" sz="900"/>
                      </a:br>
                      <a:r>
                        <a:rPr lang="en-US" sz="900"/>
                        <a:t>9.Able to build Security roles and perform testing.</a:t>
                      </a:r>
                      <a:br>
                        <a:rPr lang="en-US" sz="900"/>
                      </a:br>
                      <a:r>
                        <a:rPr lang="en-US" sz="900"/>
                        <a:t>10.Able to identify Risk and Controls</a:t>
                      </a:r>
                      <a:endParaRPr lang="en-US"/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33962473"/>
                  </a:ext>
                </a:extLst>
              </a:tr>
              <a:tr h="9623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Manage Customer Service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Process Customer Move-In, Move-Out, Transfers, And Manage Owner Allocation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Process Customer Transfer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Transfer </a:t>
                      </a: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Open </a:t>
                      </a:r>
                      <a:r>
                        <a:rPr lang="en-US" sz="900"/>
                        <a:t>Payables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As an SAP Utilities Customer Service Representative, I want to process customer transfer within Manage Customer Service so that customer movement is completed accurately and efficiently across related service areas.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1. Able to view all open payables associated with the transferring customer.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3.Able to select open payables to include in the transfer.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4.Able to transfer selected open payables to the receiving customer.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5.Able to confirm completion of the open payables transfer.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6.Able to prevent duplicate transfer of the same open payable items.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7.Able to handle multiple open payables in a single transfer action.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8.Able to display a concise list of transferred open payables after completion.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9.Able to build Security roles and perform testing.</a:t>
                      </a:r>
                      <a:b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10.Able to identify Risk and Controls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55696017"/>
                  </a:ext>
                </a:extLst>
              </a:tr>
              <a:tr h="9623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Manage Customer Service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Process Customer Move-In, Move-Out, Transfers, And Manage Owner Allocation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Manage Owner Allocation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Create </a:t>
                      </a: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Landor </a:t>
                      </a:r>
                      <a:r>
                        <a:rPr lang="en-US" sz="900"/>
                        <a:t>BP/CA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As an SAP Customer Service Representative, I want to manage owner allocation by creating Landor BP/CA to ensure accurate ownership setup within customer service processes.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/>
                        <a:t>1. Able to create Landor CA.</a:t>
                      </a:r>
                      <a:br>
                        <a:rPr lang="en-US" sz="900"/>
                      </a:br>
                      <a:r>
                        <a:rPr lang="en-US" sz="900"/>
                        <a:t>3.Able to associate Landor BP with Landor CA.</a:t>
                      </a:r>
                      <a:br>
                        <a:rPr lang="en-US" sz="900"/>
                      </a:br>
                      <a:r>
                        <a:rPr lang="en-US" sz="900"/>
                        <a:t>4.Able to capture owner allocation details during creation.</a:t>
                      </a:r>
                      <a:br>
                        <a:rPr lang="en-US" sz="900"/>
                      </a:br>
                      <a:r>
                        <a:rPr lang="en-US" sz="900"/>
                        <a:t>5.Able to validate mandatory fields for Landor BP.</a:t>
                      </a:r>
                      <a:br>
                        <a:rPr lang="en-US" sz="900"/>
                      </a:br>
                      <a:r>
                        <a:rPr lang="en-US" sz="900"/>
                        <a:t>6.Able to validate mandatory fields for Landor CA.</a:t>
                      </a:r>
                      <a:br>
                        <a:rPr lang="en-US" sz="900"/>
                      </a:br>
                      <a:r>
                        <a:rPr lang="en-US" sz="900"/>
                        <a:t>7.Able to save Landor BP/CA successfully.</a:t>
                      </a:r>
                      <a:br>
                        <a:rPr lang="en-US" sz="900"/>
                      </a:br>
                      <a:r>
                        <a:rPr lang="en-US" sz="900"/>
                        <a:t>8.Able to cancel Landor BP/CA creation before save.</a:t>
                      </a:r>
                      <a:br>
                        <a:rPr lang="en-US" sz="900"/>
                      </a:br>
                      <a:r>
                        <a:rPr lang="en-US" sz="900"/>
                        <a:t>9.Able to build Security roles and perform testing.</a:t>
                      </a:r>
                      <a:br>
                        <a:rPr lang="en-US" sz="900"/>
                      </a:br>
                      <a:r>
                        <a:rPr lang="en-US" sz="900"/>
                        <a:t>10.Able to identify Risk and Controls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46404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532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 </a:t>
            </a:r>
            <a:r>
              <a:rPr lang="en-US" sz="4250">
                <a:latin typeface="Montserrat"/>
              </a:rPr>
              <a:t>Decisions,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Action Items,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Change Impacts, Wrap-Up &amp; Next Steps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27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97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2.xml><?xml version="1.0" encoding="utf-8"?>
<?mso-contentType ?>
<SharedContentType xmlns="Microsoft.SharePoint.Taxonomy.ContentTypeSync" SourceId="eeb413d7-29a7-49c8-b3b9-887ddee13f64" ContentTypeId="0x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0368D0-F378-4967-B371-B9A7F7E5B6A5}">
  <ds:schemaRefs>
    <ds:schemaRef ds:uri="2c7fe448-207e-4aca-804d-051f84c484d7"/>
    <ds:schemaRef ds:uri="301e0a56-4899-4cce-a214-5e425f318dcb"/>
    <ds:schemaRef ds:uri="a433be04-1063-452b-9ab8-ba06373cb7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A752516-0D25-48B3-9918-5A95ED064EFF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B3B25B1D-43D4-421E-A3DE-7997F87DF6E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1BC3C8E-F7A2-4844-B620-8D584FC9DA1A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16x9 PowertPoint Template-CE-Jan.2019-AFC</vt:lpstr>
      <vt:lpstr>Move in, Move Out, Customer Transfers, and Owner Allocation  Workshop A-2: Manage Customer Move Out  Mohanta Das, Jose Diaz 6/2/26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03 (L3) Manage Customer Move Out </vt:lpstr>
      <vt:lpstr>Process Overview- Move Out</vt:lpstr>
      <vt:lpstr>Process Overview- Move 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BREAK!  - 10 mins</vt:lpstr>
      <vt:lpstr>03 Current and Future State Assumptions</vt:lpstr>
      <vt:lpstr>PowerPoint Presentation</vt:lpstr>
      <vt:lpstr>04 FRICE-W</vt:lpstr>
      <vt:lpstr>FRICE-W Identified</vt:lpstr>
      <vt:lpstr>05 Drafted User Stories</vt:lpstr>
      <vt:lpstr>Drafted User Stories</vt:lpstr>
      <vt:lpstr>06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Escobar</dc:creator>
  <cp:revision>1</cp:revision>
  <dcterms:created xsi:type="dcterms:W3CDTF">2026-01-24T19:09:21Z</dcterms:created>
  <dcterms:modified xsi:type="dcterms:W3CDTF">2026-06-03T13:06:43Z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